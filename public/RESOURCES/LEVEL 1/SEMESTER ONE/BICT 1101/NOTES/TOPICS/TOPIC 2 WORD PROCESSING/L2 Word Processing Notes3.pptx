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07" r:id="rId1"/>
  </p:sldMasterIdLst>
  <p:sldIdLst>
    <p:sldId id="256" r:id="rId2"/>
    <p:sldId id="296" r:id="rId3"/>
    <p:sldId id="322" r:id="rId4"/>
    <p:sldId id="311" r:id="rId5"/>
    <p:sldId id="297" r:id="rId6"/>
    <p:sldId id="306" r:id="rId7"/>
    <p:sldId id="308" r:id="rId8"/>
    <p:sldId id="323" r:id="rId9"/>
    <p:sldId id="307" r:id="rId10"/>
    <p:sldId id="324" r:id="rId11"/>
    <p:sldId id="309" r:id="rId12"/>
    <p:sldId id="298" r:id="rId13"/>
    <p:sldId id="299" r:id="rId14"/>
    <p:sldId id="310" r:id="rId15"/>
    <p:sldId id="301" r:id="rId16"/>
    <p:sldId id="313" r:id="rId17"/>
    <p:sldId id="314" r:id="rId18"/>
    <p:sldId id="315" r:id="rId19"/>
    <p:sldId id="319" r:id="rId20"/>
    <p:sldId id="316" r:id="rId21"/>
    <p:sldId id="320" r:id="rId22"/>
    <p:sldId id="317" r:id="rId23"/>
    <p:sldId id="321" r:id="rId24"/>
    <p:sldId id="318" r:id="rId25"/>
    <p:sldId id="312" r:id="rId26"/>
    <p:sldId id="302" r:id="rId27"/>
    <p:sldId id="326" r:id="rId28"/>
    <p:sldId id="329" r:id="rId29"/>
    <p:sldId id="327" r:id="rId30"/>
    <p:sldId id="330" r:id="rId31"/>
    <p:sldId id="328" r:id="rId32"/>
    <p:sldId id="381" r:id="rId33"/>
    <p:sldId id="331" r:id="rId34"/>
    <p:sldId id="325" r:id="rId35"/>
    <p:sldId id="305" r:id="rId36"/>
    <p:sldId id="354" r:id="rId37"/>
    <p:sldId id="346" r:id="rId38"/>
    <p:sldId id="347" r:id="rId39"/>
    <p:sldId id="348" r:id="rId40"/>
    <p:sldId id="349" r:id="rId41"/>
    <p:sldId id="350" r:id="rId42"/>
    <p:sldId id="351" r:id="rId43"/>
    <p:sldId id="352" r:id="rId44"/>
    <p:sldId id="382" r:id="rId45"/>
    <p:sldId id="353" r:id="rId46"/>
    <p:sldId id="383" r:id="rId47"/>
    <p:sldId id="355" r:id="rId48"/>
    <p:sldId id="356" r:id="rId49"/>
    <p:sldId id="357" r:id="rId50"/>
    <p:sldId id="358" r:id="rId51"/>
    <p:sldId id="359" r:id="rId52"/>
    <p:sldId id="360" r:id="rId53"/>
    <p:sldId id="384" r:id="rId54"/>
    <p:sldId id="363" r:id="rId55"/>
    <p:sldId id="361" r:id="rId56"/>
    <p:sldId id="362" r:id="rId57"/>
    <p:sldId id="364" r:id="rId58"/>
    <p:sldId id="365" r:id="rId59"/>
    <p:sldId id="366" r:id="rId60"/>
    <p:sldId id="367" r:id="rId61"/>
    <p:sldId id="368" r:id="rId62"/>
    <p:sldId id="369" r:id="rId63"/>
    <p:sldId id="370" r:id="rId64"/>
    <p:sldId id="371" r:id="rId65"/>
    <p:sldId id="372" r:id="rId66"/>
    <p:sldId id="373" r:id="rId67"/>
    <p:sldId id="380" r:id="rId68"/>
    <p:sldId id="374" r:id="rId69"/>
    <p:sldId id="379" r:id="rId70"/>
    <p:sldId id="385" r:id="rId71"/>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0324" autoAdjust="0"/>
    <p:restoredTop sz="94660"/>
  </p:normalViewPr>
  <p:slideViewPr>
    <p:cSldViewPr snapToGrid="0">
      <p:cViewPr varScale="1">
        <p:scale>
          <a:sx n="90" d="100"/>
          <a:sy n="90" d="100"/>
        </p:scale>
        <p:origin x="798" y="9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74" Type="http://schemas.openxmlformats.org/officeDocument/2006/relationships/theme" Target="theme/theme1.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presProps" Target="presProp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 Type="http://schemas.openxmlformats.org/officeDocument/2006/relationships/slide" Target="slides/slide6.xml"/><Relationship Id="rId71" Type="http://schemas.openxmlformats.org/officeDocument/2006/relationships/slide" Target="slides/slide70.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2589213" y="2514600"/>
            <a:ext cx="8915399" cy="2262781"/>
          </a:xfrm>
        </p:spPr>
        <p:txBody>
          <a:bodyPr anchor="b">
            <a:normAutofit/>
          </a:bodyPr>
          <a:lstStyle>
            <a:lvl1pPr>
              <a:defRPr sz="5400"/>
            </a:lvl1pPr>
          </a:lstStyle>
          <a:p>
            <a:r>
              <a:rPr lang="en-US"/>
              <a:t>Click to edit Master title style</a:t>
            </a:r>
            <a:endParaRPr lang="en-US" dirty="0"/>
          </a:p>
        </p:txBody>
      </p:sp>
      <p:sp>
        <p:nvSpPr>
          <p:cNvPr id="3" name="Subtitle 2"/>
          <p:cNvSpPr>
            <a:spLocks noGrp="1"/>
          </p:cNvSpPr>
          <p:nvPr>
            <p:ph type="subTitle" idx="1"/>
          </p:nvPr>
        </p:nvSpPr>
        <p:spPr>
          <a:xfrm>
            <a:off x="2589213" y="4777379"/>
            <a:ext cx="8915399" cy="1126283"/>
          </a:xfrm>
        </p:spPr>
        <p:txBody>
          <a:bodyPr anchor="t"/>
          <a:lstStyle>
            <a:lvl1pPr marL="0" indent="0" algn="l">
              <a:buNone/>
              <a:defRPr>
                <a:solidFill>
                  <a:schemeClr val="tx1">
                    <a:lumMod val="65000"/>
                    <a:lumOff val="3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727D0524-A34C-4900-845A-4E9C83E337B2}" type="datetimeFigureOut">
              <a:rPr lang="en-US" smtClean="0"/>
              <a:t>6/22/2022</a:t>
            </a:fld>
            <a:endParaRPr lang="en-US"/>
          </a:p>
        </p:txBody>
      </p:sp>
      <p:sp>
        <p:nvSpPr>
          <p:cNvPr id="5" name="Footer Placeholder 4"/>
          <p:cNvSpPr>
            <a:spLocks noGrp="1"/>
          </p:cNvSpPr>
          <p:nvPr>
            <p:ph type="ftr" sz="quarter" idx="11"/>
          </p:nvPr>
        </p:nvSpPr>
        <p:spPr/>
        <p:txBody>
          <a:bodyPr/>
          <a:lstStyle/>
          <a:p>
            <a:endParaRPr lang="en-US"/>
          </a:p>
        </p:txBody>
      </p:sp>
      <p:sp>
        <p:nvSpPr>
          <p:cNvPr id="7" name="Freeform 6"/>
          <p:cNvSpPr/>
          <p:nvPr/>
        </p:nvSpPr>
        <p:spPr bwMode="auto">
          <a:xfrm>
            <a:off x="0" y="4323810"/>
            <a:ext cx="1744652" cy="778589"/>
          </a:xfrm>
          <a:custGeom>
            <a:avLst/>
            <a:gdLst/>
            <a:ahLst/>
            <a:cxnLst/>
            <a:rect l="0" t="0" r="r" b="b"/>
            <a:pathLst>
              <a:path w="372" h="166">
                <a:moveTo>
                  <a:pt x="287" y="166"/>
                </a:moveTo>
                <a:cubicBezTo>
                  <a:pt x="290" y="166"/>
                  <a:pt x="292" y="165"/>
                  <a:pt x="293" y="164"/>
                </a:cubicBezTo>
                <a:cubicBezTo>
                  <a:pt x="293" y="163"/>
                  <a:pt x="294" y="163"/>
                  <a:pt x="294" y="163"/>
                </a:cubicBezTo>
                <a:cubicBezTo>
                  <a:pt x="370" y="87"/>
                  <a:pt x="370" y="87"/>
                  <a:pt x="370" y="87"/>
                </a:cubicBezTo>
                <a:cubicBezTo>
                  <a:pt x="372" y="85"/>
                  <a:pt x="372" y="81"/>
                  <a:pt x="370" y="78"/>
                </a:cubicBezTo>
                <a:cubicBezTo>
                  <a:pt x="294" y="3"/>
                  <a:pt x="294" y="3"/>
                  <a:pt x="294" y="3"/>
                </a:cubicBezTo>
                <a:cubicBezTo>
                  <a:pt x="294" y="2"/>
                  <a:pt x="293" y="2"/>
                  <a:pt x="293" y="2"/>
                </a:cubicBezTo>
                <a:cubicBezTo>
                  <a:pt x="292" y="1"/>
                  <a:pt x="290" y="0"/>
                  <a:pt x="287" y="0"/>
                </a:cubicBezTo>
                <a:cubicBezTo>
                  <a:pt x="0" y="0"/>
                  <a:pt x="0" y="0"/>
                  <a:pt x="0" y="0"/>
                </a:cubicBezTo>
                <a:cubicBezTo>
                  <a:pt x="0" y="166"/>
                  <a:pt x="0" y="166"/>
                  <a:pt x="0" y="166"/>
                </a:cubicBezTo>
                <a:lnTo>
                  <a:pt x="287" y="166"/>
                </a:lnTo>
                <a:close/>
              </a:path>
            </a:pathLst>
          </a:custGeom>
          <a:solidFill>
            <a:schemeClr val="accent1"/>
          </a:solidFill>
          <a:ln>
            <a:noFill/>
          </a:ln>
        </p:spPr>
      </p:sp>
      <p:sp>
        <p:nvSpPr>
          <p:cNvPr id="6" name="Slide Number Placeholder 5"/>
          <p:cNvSpPr>
            <a:spLocks noGrp="1"/>
          </p:cNvSpPr>
          <p:nvPr>
            <p:ph type="sldNum" sz="quarter" idx="12"/>
          </p:nvPr>
        </p:nvSpPr>
        <p:spPr>
          <a:xfrm>
            <a:off x="531812" y="4529540"/>
            <a:ext cx="779767" cy="365125"/>
          </a:xfrm>
        </p:spPr>
        <p:txBody>
          <a:bodyPr/>
          <a:lstStyle/>
          <a:p>
            <a:fld id="{2D60242A-277F-4FDB-BCE8-613D7EDF74E6}" type="slidenum">
              <a:rPr lang="en-US" smtClean="0"/>
              <a:t>‹#›</a:t>
            </a:fld>
            <a:endParaRPr lang="en-US"/>
          </a:p>
        </p:txBody>
      </p:sp>
    </p:spTree>
    <p:extLst>
      <p:ext uri="{BB962C8B-B14F-4D97-AF65-F5344CB8AC3E}">
        <p14:creationId xmlns:p14="http://schemas.microsoft.com/office/powerpoint/2010/main" val="330404584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2592925" y="624110"/>
            <a:ext cx="8911687" cy="1280890"/>
          </a:xfrm>
        </p:spPr>
        <p:txBody>
          <a:bodyPr/>
          <a:lstStyle/>
          <a:p>
            <a:r>
              <a:rPr lang="en-US"/>
              <a:t>Click to edit Master title style</a:t>
            </a:r>
            <a:endParaRPr lang="en-US" dirty="0"/>
          </a:p>
        </p:txBody>
      </p:sp>
      <p:sp>
        <p:nvSpPr>
          <p:cNvPr id="3" name="Content Placeholder 2"/>
          <p:cNvSpPr>
            <a:spLocks noGrp="1"/>
          </p:cNvSpPr>
          <p:nvPr>
            <p:ph idx="1"/>
          </p:nvPr>
        </p:nvSpPr>
        <p:spPr>
          <a:xfrm>
            <a:off x="2589212" y="2133600"/>
            <a:ext cx="8915400" cy="377762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727D0524-A34C-4900-845A-4E9C83E337B2}" type="datetimeFigureOut">
              <a:rPr lang="en-US" smtClean="0"/>
              <a:t>6/22/2022</a:t>
            </a:fld>
            <a:endParaRPr lang="en-US"/>
          </a:p>
        </p:txBody>
      </p:sp>
      <p:sp>
        <p:nvSpPr>
          <p:cNvPr id="5" name="Footer Placeholder 4"/>
          <p:cNvSpPr>
            <a:spLocks noGrp="1"/>
          </p:cNvSpPr>
          <p:nvPr>
            <p:ph type="ftr" sz="quarter" idx="11"/>
          </p:nvPr>
        </p:nvSpPr>
        <p:spPr/>
        <p:txBody>
          <a:bodyPr/>
          <a:lstStyle/>
          <a:p>
            <a:endParaRPr lang="en-US"/>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2D60242A-277F-4FDB-BCE8-613D7EDF74E6}" type="slidenum">
              <a:rPr lang="en-US" smtClean="0"/>
              <a:t>‹#›</a:t>
            </a:fld>
            <a:endParaRPr lang="en-US"/>
          </a:p>
        </p:txBody>
      </p:sp>
    </p:spTree>
    <p:extLst>
      <p:ext uri="{BB962C8B-B14F-4D97-AF65-F5344CB8AC3E}">
        <p14:creationId xmlns:p14="http://schemas.microsoft.com/office/powerpoint/2010/main" val="353944971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2589212" y="2058750"/>
            <a:ext cx="8915399" cy="1468800"/>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2589212" y="3530129"/>
            <a:ext cx="8915399" cy="860400"/>
          </a:xfrm>
        </p:spPr>
        <p:txBody>
          <a:bodyPr anchor="t"/>
          <a:lstStyle>
            <a:lvl1pPr marL="0" indent="0" algn="l">
              <a:buNone/>
              <a:defRPr sz="20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727D0524-A34C-4900-845A-4E9C83E337B2}" type="datetimeFigureOut">
              <a:rPr lang="en-US" smtClean="0"/>
              <a:t>6/22/2022</a:t>
            </a:fld>
            <a:endParaRPr lang="en-US"/>
          </a:p>
        </p:txBody>
      </p:sp>
      <p:sp>
        <p:nvSpPr>
          <p:cNvPr id="5" name="Footer Placeholder 4"/>
          <p:cNvSpPr>
            <a:spLocks noGrp="1"/>
          </p:cNvSpPr>
          <p:nvPr>
            <p:ph type="ftr" sz="quarter" idx="11"/>
          </p:nvPr>
        </p:nvSpPr>
        <p:spPr/>
        <p:txBody>
          <a:bodyPr/>
          <a:lstStyle/>
          <a:p>
            <a:endParaRPr lang="en-US"/>
          </a:p>
        </p:txBody>
      </p:sp>
      <p:sp>
        <p:nvSpPr>
          <p:cNvPr id="9"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2D60242A-277F-4FDB-BCE8-613D7EDF74E6}" type="slidenum">
              <a:rPr lang="en-US" smtClean="0"/>
              <a:t>‹#›</a:t>
            </a:fld>
            <a:endParaRPr lang="en-US"/>
          </a:p>
        </p:txBody>
      </p:sp>
    </p:spTree>
    <p:extLst>
      <p:ext uri="{BB962C8B-B14F-4D97-AF65-F5344CB8AC3E}">
        <p14:creationId xmlns:p14="http://schemas.microsoft.com/office/powerpoint/2010/main" val="122829724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2589212" y="2133600"/>
            <a:ext cx="4313864" cy="3777622"/>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7190747" y="2126222"/>
            <a:ext cx="4313864" cy="3777622"/>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727D0524-A34C-4900-845A-4E9C83E337B2}" type="datetimeFigureOut">
              <a:rPr lang="en-US" smtClean="0"/>
              <a:t>6/22/2022</a:t>
            </a:fld>
            <a:endParaRPr lang="en-US"/>
          </a:p>
        </p:txBody>
      </p:sp>
      <p:sp>
        <p:nvSpPr>
          <p:cNvPr id="6" name="Footer Placeholder 5"/>
          <p:cNvSpPr>
            <a:spLocks noGrp="1"/>
          </p:cNvSpPr>
          <p:nvPr>
            <p:ph type="ftr" sz="quarter" idx="11"/>
          </p:nvPr>
        </p:nvSpPr>
        <p:spPr/>
        <p:txBody>
          <a:bodyPr/>
          <a:lstStyle/>
          <a:p>
            <a:endParaRPr lang="en-US"/>
          </a:p>
        </p:txBody>
      </p:sp>
      <p:sp>
        <p:nvSpPr>
          <p:cNvPr id="10"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11" name="Slide Number Placeholder 5"/>
          <p:cNvSpPr>
            <a:spLocks noGrp="1"/>
          </p:cNvSpPr>
          <p:nvPr>
            <p:ph type="sldNum" sz="quarter" idx="12"/>
          </p:nvPr>
        </p:nvSpPr>
        <p:spPr>
          <a:xfrm>
            <a:off x="531812" y="787782"/>
            <a:ext cx="779767" cy="365125"/>
          </a:xfrm>
        </p:spPr>
        <p:txBody>
          <a:bodyPr/>
          <a:lstStyle/>
          <a:p>
            <a:fld id="{2D60242A-277F-4FDB-BCE8-613D7EDF74E6}" type="slidenum">
              <a:rPr lang="en-US" smtClean="0"/>
              <a:t>‹#›</a:t>
            </a:fld>
            <a:endParaRPr lang="en-US"/>
          </a:p>
        </p:txBody>
      </p:sp>
    </p:spTree>
    <p:extLst>
      <p:ext uri="{BB962C8B-B14F-4D97-AF65-F5344CB8AC3E}">
        <p14:creationId xmlns:p14="http://schemas.microsoft.com/office/powerpoint/2010/main" val="91674975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en-US"/>
              <a:t>Click to edit Master title style</a:t>
            </a:r>
            <a:endParaRPr lang="en-US" dirty="0"/>
          </a:p>
        </p:txBody>
      </p:sp>
      <p:sp>
        <p:nvSpPr>
          <p:cNvPr id="3" name="Text Placeholder 2"/>
          <p:cNvSpPr>
            <a:spLocks noGrp="1"/>
          </p:cNvSpPr>
          <p:nvPr>
            <p:ph type="body" idx="1"/>
          </p:nvPr>
        </p:nvSpPr>
        <p:spPr>
          <a:xfrm>
            <a:off x="2939373" y="1972703"/>
            <a:ext cx="3992732"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2589212" y="2548966"/>
            <a:ext cx="4342893" cy="3354060"/>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7506629" y="1969475"/>
            <a:ext cx="3999001"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7166957" y="2545738"/>
            <a:ext cx="4338674" cy="3354060"/>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727D0524-A34C-4900-845A-4E9C83E337B2}" type="datetimeFigureOut">
              <a:rPr lang="en-US" smtClean="0"/>
              <a:t>6/22/2022</a:t>
            </a:fld>
            <a:endParaRPr lang="en-US"/>
          </a:p>
        </p:txBody>
      </p:sp>
      <p:sp>
        <p:nvSpPr>
          <p:cNvPr id="8" name="Footer Placeholder 7"/>
          <p:cNvSpPr>
            <a:spLocks noGrp="1"/>
          </p:cNvSpPr>
          <p:nvPr>
            <p:ph type="ftr" sz="quarter" idx="11"/>
          </p:nvPr>
        </p:nvSpPr>
        <p:spPr/>
        <p:txBody>
          <a:bodyPr/>
          <a:lstStyle/>
          <a:p>
            <a:endParaRPr lang="en-US"/>
          </a:p>
        </p:txBody>
      </p:sp>
      <p:sp>
        <p:nvSpPr>
          <p:cNvPr id="12"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13" name="Slide Number Placeholder 5"/>
          <p:cNvSpPr>
            <a:spLocks noGrp="1"/>
          </p:cNvSpPr>
          <p:nvPr>
            <p:ph type="sldNum" sz="quarter" idx="12"/>
          </p:nvPr>
        </p:nvSpPr>
        <p:spPr>
          <a:xfrm>
            <a:off x="531812" y="787782"/>
            <a:ext cx="779767" cy="365125"/>
          </a:xfrm>
        </p:spPr>
        <p:txBody>
          <a:bodyPr/>
          <a:lstStyle/>
          <a:p>
            <a:fld id="{2D60242A-277F-4FDB-BCE8-613D7EDF74E6}" type="slidenum">
              <a:rPr lang="en-US" smtClean="0"/>
              <a:t>‹#›</a:t>
            </a:fld>
            <a:endParaRPr lang="en-US"/>
          </a:p>
        </p:txBody>
      </p:sp>
    </p:spTree>
    <p:extLst>
      <p:ext uri="{BB962C8B-B14F-4D97-AF65-F5344CB8AC3E}">
        <p14:creationId xmlns:p14="http://schemas.microsoft.com/office/powerpoint/2010/main" val="247359519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727D0524-A34C-4900-845A-4E9C83E337B2}" type="datetimeFigureOut">
              <a:rPr lang="en-US" smtClean="0"/>
              <a:t>6/22/2022</a:t>
            </a:fld>
            <a:endParaRPr lang="en-US"/>
          </a:p>
        </p:txBody>
      </p:sp>
      <p:sp>
        <p:nvSpPr>
          <p:cNvPr id="4" name="Footer Placeholder 3"/>
          <p:cNvSpPr>
            <a:spLocks noGrp="1"/>
          </p:cNvSpPr>
          <p:nvPr>
            <p:ph type="ftr" sz="quarter" idx="11"/>
          </p:nvPr>
        </p:nvSpPr>
        <p:spPr/>
        <p:txBody>
          <a:bodyPr/>
          <a:lstStyle/>
          <a:p>
            <a:endParaRPr lang="en-US"/>
          </a:p>
        </p:txBody>
      </p:sp>
      <p:sp>
        <p:nvSpPr>
          <p:cNvPr id="7"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5" name="Slide Number Placeholder 4"/>
          <p:cNvSpPr>
            <a:spLocks noGrp="1"/>
          </p:cNvSpPr>
          <p:nvPr>
            <p:ph type="sldNum" sz="quarter" idx="12"/>
          </p:nvPr>
        </p:nvSpPr>
        <p:spPr/>
        <p:txBody>
          <a:bodyPr/>
          <a:lstStyle/>
          <a:p>
            <a:fld id="{2D60242A-277F-4FDB-BCE8-613D7EDF74E6}" type="slidenum">
              <a:rPr lang="en-US" smtClean="0"/>
              <a:t>‹#›</a:t>
            </a:fld>
            <a:endParaRPr lang="en-US"/>
          </a:p>
        </p:txBody>
      </p:sp>
    </p:spTree>
    <p:extLst>
      <p:ext uri="{BB962C8B-B14F-4D97-AF65-F5344CB8AC3E}">
        <p14:creationId xmlns:p14="http://schemas.microsoft.com/office/powerpoint/2010/main" val="339650215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727D0524-A34C-4900-845A-4E9C83E337B2}" type="datetimeFigureOut">
              <a:rPr lang="en-US" smtClean="0"/>
              <a:t>6/22/2022</a:t>
            </a:fld>
            <a:endParaRPr lang="en-US"/>
          </a:p>
        </p:txBody>
      </p:sp>
      <p:sp>
        <p:nvSpPr>
          <p:cNvPr id="3" name="Footer Placeholder 2"/>
          <p:cNvSpPr>
            <a:spLocks noGrp="1"/>
          </p:cNvSpPr>
          <p:nvPr>
            <p:ph type="ftr" sz="quarter" idx="11"/>
          </p:nvPr>
        </p:nvSpPr>
        <p:spPr/>
        <p:txBody>
          <a:bodyPr/>
          <a:lstStyle/>
          <a:p>
            <a:endParaRPr lang="en-US"/>
          </a:p>
        </p:txBody>
      </p:sp>
      <p:sp>
        <p:nvSpPr>
          <p:cNvPr id="6"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4" name="Slide Number Placeholder 3"/>
          <p:cNvSpPr>
            <a:spLocks noGrp="1"/>
          </p:cNvSpPr>
          <p:nvPr>
            <p:ph type="sldNum" sz="quarter" idx="12"/>
          </p:nvPr>
        </p:nvSpPr>
        <p:spPr/>
        <p:txBody>
          <a:bodyPr/>
          <a:lstStyle/>
          <a:p>
            <a:fld id="{2D60242A-277F-4FDB-BCE8-613D7EDF74E6}" type="slidenum">
              <a:rPr lang="en-US" smtClean="0"/>
              <a:t>‹#›</a:t>
            </a:fld>
            <a:endParaRPr lang="en-US"/>
          </a:p>
        </p:txBody>
      </p:sp>
    </p:spTree>
    <p:extLst>
      <p:ext uri="{BB962C8B-B14F-4D97-AF65-F5344CB8AC3E}">
        <p14:creationId xmlns:p14="http://schemas.microsoft.com/office/powerpoint/2010/main" val="278547613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589212" y="446088"/>
            <a:ext cx="3505199" cy="976312"/>
          </a:xfrm>
        </p:spPr>
        <p:txBody>
          <a:bodyPr anchor="b"/>
          <a:lstStyle>
            <a:lvl1pPr algn="l">
              <a:defRPr sz="2000" b="0"/>
            </a:lvl1pPr>
          </a:lstStyle>
          <a:p>
            <a:r>
              <a:rPr lang="en-US"/>
              <a:t>Click to edit Master title style</a:t>
            </a:r>
            <a:endParaRPr lang="en-US" dirty="0"/>
          </a:p>
        </p:txBody>
      </p:sp>
      <p:sp>
        <p:nvSpPr>
          <p:cNvPr id="3" name="Content Placeholder 2"/>
          <p:cNvSpPr>
            <a:spLocks noGrp="1"/>
          </p:cNvSpPr>
          <p:nvPr>
            <p:ph idx="1"/>
          </p:nvPr>
        </p:nvSpPr>
        <p:spPr>
          <a:xfrm>
            <a:off x="6323012" y="446088"/>
            <a:ext cx="5181600" cy="5414963"/>
          </a:xfrm>
        </p:spPr>
        <p:txBody>
          <a:bodyPr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2589212" y="1598613"/>
            <a:ext cx="3505199" cy="4262436"/>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727D0524-A34C-4900-845A-4E9C83E337B2}" type="datetimeFigureOut">
              <a:rPr lang="en-US" smtClean="0"/>
              <a:t>6/22/2022</a:t>
            </a:fld>
            <a:endParaRPr lang="en-US"/>
          </a:p>
        </p:txBody>
      </p:sp>
      <p:sp>
        <p:nvSpPr>
          <p:cNvPr id="6" name="Footer Placeholder 5"/>
          <p:cNvSpPr>
            <a:spLocks noGrp="1"/>
          </p:cNvSpPr>
          <p:nvPr>
            <p:ph type="ftr" sz="quarter" idx="11"/>
          </p:nvPr>
        </p:nvSpPr>
        <p:spPr/>
        <p:txBody>
          <a:bodyPr/>
          <a:lstStyle/>
          <a:p>
            <a:endParaRPr lang="en-US"/>
          </a:p>
        </p:txBody>
      </p:sp>
      <p:sp>
        <p:nvSpPr>
          <p:cNvPr id="9"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p:txBody>
          <a:bodyPr/>
          <a:lstStyle/>
          <a:p>
            <a:fld id="{2D60242A-277F-4FDB-BCE8-613D7EDF74E6}" type="slidenum">
              <a:rPr lang="en-US" smtClean="0"/>
              <a:t>‹#›</a:t>
            </a:fld>
            <a:endParaRPr lang="en-US"/>
          </a:p>
        </p:txBody>
      </p:sp>
    </p:spTree>
    <p:extLst>
      <p:ext uri="{BB962C8B-B14F-4D97-AF65-F5344CB8AC3E}">
        <p14:creationId xmlns:p14="http://schemas.microsoft.com/office/powerpoint/2010/main" val="146280597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589213" y="4800600"/>
            <a:ext cx="8915400"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2589212" y="634965"/>
            <a:ext cx="8915400" cy="3854970"/>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2589213" y="5367338"/>
            <a:ext cx="8915400" cy="493712"/>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727D0524-A34C-4900-845A-4E9C83E337B2}" type="datetimeFigureOut">
              <a:rPr lang="en-US" smtClean="0"/>
              <a:t>6/22/2022</a:t>
            </a:fld>
            <a:endParaRPr lang="en-US"/>
          </a:p>
        </p:txBody>
      </p:sp>
      <p:sp>
        <p:nvSpPr>
          <p:cNvPr id="6" name="Footer Placeholder 5"/>
          <p:cNvSpPr>
            <a:spLocks noGrp="1"/>
          </p:cNvSpPr>
          <p:nvPr>
            <p:ph type="ftr" sz="quarter" idx="11"/>
          </p:nvPr>
        </p:nvSpPr>
        <p:spPr/>
        <p:txBody>
          <a:bodyPr/>
          <a:lstStyle/>
          <a:p>
            <a:endParaRPr lang="en-US"/>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2D60242A-277F-4FDB-BCE8-613D7EDF74E6}" type="slidenum">
              <a:rPr lang="en-US" smtClean="0"/>
              <a:t>‹#›</a:t>
            </a:fld>
            <a:endParaRPr lang="en-US"/>
          </a:p>
        </p:txBody>
      </p:sp>
    </p:spTree>
    <p:extLst>
      <p:ext uri="{BB962C8B-B14F-4D97-AF65-F5344CB8AC3E}">
        <p14:creationId xmlns:p14="http://schemas.microsoft.com/office/powerpoint/2010/main" val="260437310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2589212" y="609600"/>
            <a:ext cx="8915399" cy="3117040"/>
          </a:xfrm>
        </p:spPr>
        <p:txBody>
          <a:bodyPr anchor="ctr">
            <a:normAutofit/>
          </a:bodyPr>
          <a:lstStyle>
            <a:lvl1pPr algn="l">
              <a:defRPr sz="4800" b="0" cap="none"/>
            </a:lvl1pPr>
          </a:lstStyle>
          <a:p>
            <a:r>
              <a:rPr lang="en-US"/>
              <a:t>Click to edit Master title style</a:t>
            </a:r>
            <a:endParaRPr lang="en-US" dirty="0"/>
          </a:p>
        </p:txBody>
      </p:sp>
      <p:sp>
        <p:nvSpPr>
          <p:cNvPr id="3" name="Text Placeholder 2"/>
          <p:cNvSpPr>
            <a:spLocks noGrp="1"/>
          </p:cNvSpPr>
          <p:nvPr>
            <p:ph type="body" idx="1"/>
          </p:nvPr>
        </p:nvSpPr>
        <p:spPr>
          <a:xfrm>
            <a:off x="2589212" y="4354046"/>
            <a:ext cx="8915399" cy="1555864"/>
          </a:xfrm>
        </p:spPr>
        <p:txBody>
          <a:bodyPr anchor="ctr">
            <a:normAutofit/>
          </a:bodyPr>
          <a:lstStyle>
            <a:lvl1pPr marL="0" indent="0" algn="l">
              <a:buNone/>
              <a:defRPr sz="18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727D0524-A34C-4900-845A-4E9C83E337B2}" type="datetimeFigureOut">
              <a:rPr lang="en-US" smtClean="0"/>
              <a:t>6/22/2022</a:t>
            </a:fld>
            <a:endParaRPr lang="en-US"/>
          </a:p>
        </p:txBody>
      </p:sp>
      <p:sp>
        <p:nvSpPr>
          <p:cNvPr id="5" name="Footer Placeholder 4"/>
          <p:cNvSpPr>
            <a:spLocks noGrp="1"/>
          </p:cNvSpPr>
          <p:nvPr>
            <p:ph type="ftr" sz="quarter" idx="11"/>
          </p:nvPr>
        </p:nvSpPr>
        <p:spPr/>
        <p:txBody>
          <a:bodyPr/>
          <a:lstStyle/>
          <a:p>
            <a:endParaRPr lang="en-US"/>
          </a:p>
        </p:txBody>
      </p:sp>
      <p:sp>
        <p:nvSpPr>
          <p:cNvPr id="9"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2D60242A-277F-4FDB-BCE8-613D7EDF74E6}" type="slidenum">
              <a:rPr lang="en-US" smtClean="0"/>
              <a:t>‹#›</a:t>
            </a:fld>
            <a:endParaRPr lang="en-US"/>
          </a:p>
        </p:txBody>
      </p:sp>
    </p:spTree>
    <p:extLst>
      <p:ext uri="{BB962C8B-B14F-4D97-AF65-F5344CB8AC3E}">
        <p14:creationId xmlns:p14="http://schemas.microsoft.com/office/powerpoint/2010/main" val="330034719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849949" y="609600"/>
            <a:ext cx="8393926" cy="2895600"/>
          </a:xfrm>
        </p:spPr>
        <p:txBody>
          <a:bodyPr anchor="ctr">
            <a:normAutofit/>
          </a:bodyPr>
          <a:lstStyle>
            <a:lvl1pPr algn="l">
              <a:defRPr sz="4800" b="0" cap="none"/>
            </a:lvl1pPr>
          </a:lstStyle>
          <a:p>
            <a:r>
              <a:rPr lang="en-US"/>
              <a:t>Click to edit Master title style</a:t>
            </a:r>
            <a:endParaRPr lang="en-US" dirty="0"/>
          </a:p>
        </p:txBody>
      </p:sp>
      <p:sp>
        <p:nvSpPr>
          <p:cNvPr id="13" name="Text Placeholder 9"/>
          <p:cNvSpPr>
            <a:spLocks noGrp="1"/>
          </p:cNvSpPr>
          <p:nvPr>
            <p:ph type="body" sz="quarter" idx="13"/>
          </p:nvPr>
        </p:nvSpPr>
        <p:spPr>
          <a:xfrm>
            <a:off x="3275012" y="3505200"/>
            <a:ext cx="753655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2589212" y="4354046"/>
            <a:ext cx="8915399" cy="1555864"/>
          </a:xfrm>
        </p:spPr>
        <p:txBody>
          <a:bodyPr anchor="ctr">
            <a:normAutofit/>
          </a:bodyPr>
          <a:lstStyle>
            <a:lvl1pPr marL="0" indent="0" algn="l">
              <a:buNone/>
              <a:defRPr sz="18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727D0524-A34C-4900-845A-4E9C83E337B2}" type="datetimeFigureOut">
              <a:rPr lang="en-US" smtClean="0"/>
              <a:t>6/22/2022</a:t>
            </a:fld>
            <a:endParaRPr lang="en-US"/>
          </a:p>
        </p:txBody>
      </p:sp>
      <p:sp>
        <p:nvSpPr>
          <p:cNvPr id="5" name="Footer Placeholder 4"/>
          <p:cNvSpPr>
            <a:spLocks noGrp="1"/>
          </p:cNvSpPr>
          <p:nvPr>
            <p:ph type="ftr" sz="quarter" idx="11"/>
          </p:nvPr>
        </p:nvSpPr>
        <p:spPr/>
        <p:txBody>
          <a:bodyPr/>
          <a:lstStyle/>
          <a:p>
            <a:endParaRPr lang="en-US"/>
          </a:p>
        </p:txBody>
      </p:sp>
      <p:sp>
        <p:nvSpPr>
          <p:cNvPr id="11"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2D60242A-277F-4FDB-BCE8-613D7EDF74E6}" type="slidenum">
              <a:rPr lang="en-US" smtClean="0"/>
              <a:t>‹#›</a:t>
            </a:fld>
            <a:endParaRPr lang="en-US"/>
          </a:p>
        </p:txBody>
      </p:sp>
      <p:sp>
        <p:nvSpPr>
          <p:cNvPr id="14" name="TextBox 13"/>
          <p:cNvSpPr txBox="1"/>
          <p:nvPr/>
        </p:nvSpPr>
        <p:spPr>
          <a:xfrm>
            <a:off x="2467652" y="648005"/>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
        <p:nvSpPr>
          <p:cNvPr id="15" name="TextBox 14"/>
          <p:cNvSpPr txBox="1"/>
          <p:nvPr/>
        </p:nvSpPr>
        <p:spPr>
          <a:xfrm>
            <a:off x="11114852" y="290530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Tree>
    <p:extLst>
      <p:ext uri="{BB962C8B-B14F-4D97-AF65-F5344CB8AC3E}">
        <p14:creationId xmlns:p14="http://schemas.microsoft.com/office/powerpoint/2010/main" val="2432590278"/>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2589213" y="2438400"/>
            <a:ext cx="8915400" cy="2724845"/>
          </a:xfrm>
        </p:spPr>
        <p:txBody>
          <a:bodyPr anchor="b">
            <a:normAutofit/>
          </a:bodyPr>
          <a:lstStyle>
            <a:lvl1pPr algn="l">
              <a:defRPr sz="4800" b="0"/>
            </a:lvl1pPr>
          </a:lstStyle>
          <a:p>
            <a:r>
              <a:rPr lang="en-US"/>
              <a:t>Click to edit Master title style</a:t>
            </a:r>
            <a:endParaRPr lang="en-US" dirty="0"/>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a:t>Click to edit Master text styles</a:t>
            </a:r>
          </a:p>
        </p:txBody>
      </p:sp>
      <p:sp>
        <p:nvSpPr>
          <p:cNvPr id="5" name="Date Placeholder 4"/>
          <p:cNvSpPr>
            <a:spLocks noGrp="1"/>
          </p:cNvSpPr>
          <p:nvPr>
            <p:ph type="dt" sz="half" idx="10"/>
          </p:nvPr>
        </p:nvSpPr>
        <p:spPr/>
        <p:txBody>
          <a:bodyPr/>
          <a:lstStyle/>
          <a:p>
            <a:fld id="{727D0524-A34C-4900-845A-4E9C83E337B2}" type="datetimeFigureOut">
              <a:rPr lang="en-US" smtClean="0"/>
              <a:t>6/22/2022</a:t>
            </a:fld>
            <a:endParaRPr lang="en-US"/>
          </a:p>
        </p:txBody>
      </p:sp>
      <p:sp>
        <p:nvSpPr>
          <p:cNvPr id="6" name="Footer Placeholder 5"/>
          <p:cNvSpPr>
            <a:spLocks noGrp="1"/>
          </p:cNvSpPr>
          <p:nvPr>
            <p:ph type="ftr" sz="quarter" idx="11"/>
          </p:nvPr>
        </p:nvSpPr>
        <p:spPr/>
        <p:txBody>
          <a:bodyPr/>
          <a:lstStyle/>
          <a:p>
            <a:endParaRPr lang="en-US"/>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2D60242A-277F-4FDB-BCE8-613D7EDF74E6}" type="slidenum">
              <a:rPr lang="en-US" smtClean="0"/>
              <a:t>‹#›</a:t>
            </a:fld>
            <a:endParaRPr lang="en-US"/>
          </a:p>
        </p:txBody>
      </p:sp>
    </p:spTree>
    <p:extLst>
      <p:ext uri="{BB962C8B-B14F-4D97-AF65-F5344CB8AC3E}">
        <p14:creationId xmlns:p14="http://schemas.microsoft.com/office/powerpoint/2010/main" val="286960200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12" name="Title 1"/>
          <p:cNvSpPr>
            <a:spLocks noGrp="1"/>
          </p:cNvSpPr>
          <p:nvPr>
            <p:ph type="title"/>
          </p:nvPr>
        </p:nvSpPr>
        <p:spPr>
          <a:xfrm>
            <a:off x="2849949" y="609600"/>
            <a:ext cx="8393926" cy="2895600"/>
          </a:xfrm>
        </p:spPr>
        <p:txBody>
          <a:bodyPr anchor="ctr">
            <a:normAutofit/>
          </a:bodyPr>
          <a:lstStyle>
            <a:lvl1pPr algn="l">
              <a:defRPr sz="4800" b="0" cap="none"/>
            </a:lvl1pPr>
          </a:lstStyle>
          <a:p>
            <a:r>
              <a:rPr lang="en-US"/>
              <a:t>Click to edit Master title style</a:t>
            </a:r>
            <a:endParaRPr lang="en-US" dirty="0"/>
          </a:p>
        </p:txBody>
      </p:sp>
      <p:sp>
        <p:nvSpPr>
          <p:cNvPr id="21" name="Text Placeholder 9"/>
          <p:cNvSpPr>
            <a:spLocks noGrp="1"/>
          </p:cNvSpPr>
          <p:nvPr>
            <p:ph type="body" sz="quarter" idx="13"/>
          </p:nvPr>
        </p:nvSpPr>
        <p:spPr>
          <a:xfrm>
            <a:off x="2589212" y="4343400"/>
            <a:ext cx="8915400" cy="838200"/>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a:t>Click to edit Master text styles</a:t>
            </a:r>
          </a:p>
        </p:txBody>
      </p:sp>
      <p:sp>
        <p:nvSpPr>
          <p:cNvPr id="5" name="Date Placeholder 4"/>
          <p:cNvSpPr>
            <a:spLocks noGrp="1"/>
          </p:cNvSpPr>
          <p:nvPr>
            <p:ph type="dt" sz="half" idx="10"/>
          </p:nvPr>
        </p:nvSpPr>
        <p:spPr/>
        <p:txBody>
          <a:bodyPr/>
          <a:lstStyle/>
          <a:p>
            <a:fld id="{727D0524-A34C-4900-845A-4E9C83E337B2}" type="datetimeFigureOut">
              <a:rPr lang="en-US" smtClean="0"/>
              <a:t>6/22/2022</a:t>
            </a:fld>
            <a:endParaRPr lang="en-US"/>
          </a:p>
        </p:txBody>
      </p:sp>
      <p:sp>
        <p:nvSpPr>
          <p:cNvPr id="6" name="Footer Placeholder 5"/>
          <p:cNvSpPr>
            <a:spLocks noGrp="1"/>
          </p:cNvSpPr>
          <p:nvPr>
            <p:ph type="ftr" sz="quarter" idx="11"/>
          </p:nvPr>
        </p:nvSpPr>
        <p:spPr/>
        <p:txBody>
          <a:bodyPr/>
          <a:lstStyle/>
          <a:p>
            <a:endParaRPr lang="en-US"/>
          </a:p>
        </p:txBody>
      </p:sp>
      <p:sp>
        <p:nvSpPr>
          <p:cNvPr id="11"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2D60242A-277F-4FDB-BCE8-613D7EDF74E6}" type="slidenum">
              <a:rPr lang="en-US" smtClean="0"/>
              <a:t>‹#›</a:t>
            </a:fld>
            <a:endParaRPr lang="en-US"/>
          </a:p>
        </p:txBody>
      </p:sp>
      <p:sp>
        <p:nvSpPr>
          <p:cNvPr id="17" name="TextBox 16"/>
          <p:cNvSpPr txBox="1"/>
          <p:nvPr/>
        </p:nvSpPr>
        <p:spPr>
          <a:xfrm>
            <a:off x="2467652" y="648005"/>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
        <p:nvSpPr>
          <p:cNvPr id="18" name="TextBox 17"/>
          <p:cNvSpPr txBox="1"/>
          <p:nvPr/>
        </p:nvSpPr>
        <p:spPr>
          <a:xfrm>
            <a:off x="11114852" y="290530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Tree>
    <p:extLst>
      <p:ext uri="{BB962C8B-B14F-4D97-AF65-F5344CB8AC3E}">
        <p14:creationId xmlns:p14="http://schemas.microsoft.com/office/powerpoint/2010/main" val="2591252988"/>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2589212" y="627407"/>
            <a:ext cx="8915399" cy="2880020"/>
          </a:xfrm>
        </p:spPr>
        <p:txBody>
          <a:bodyPr anchor="ctr">
            <a:normAutofit/>
          </a:bodyPr>
          <a:lstStyle>
            <a:lvl1pPr algn="l">
              <a:defRPr sz="4800" b="0"/>
            </a:lvl1pPr>
          </a:lstStyle>
          <a:p>
            <a:r>
              <a:rPr lang="en-US"/>
              <a:t>Click to edit Master title style</a:t>
            </a:r>
            <a:endParaRPr lang="en-US" dirty="0"/>
          </a:p>
        </p:txBody>
      </p:sp>
      <p:sp>
        <p:nvSpPr>
          <p:cNvPr id="21" name="Text Placeholder 9"/>
          <p:cNvSpPr>
            <a:spLocks noGrp="1"/>
          </p:cNvSpPr>
          <p:nvPr>
            <p:ph type="body" sz="quarter" idx="13"/>
          </p:nvPr>
        </p:nvSpPr>
        <p:spPr>
          <a:xfrm>
            <a:off x="2589212" y="4343400"/>
            <a:ext cx="8915400" cy="838200"/>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a:t>Click to edit Master text styles</a:t>
            </a:r>
          </a:p>
        </p:txBody>
      </p:sp>
      <p:sp>
        <p:nvSpPr>
          <p:cNvPr id="5" name="Date Placeholder 4"/>
          <p:cNvSpPr>
            <a:spLocks noGrp="1"/>
          </p:cNvSpPr>
          <p:nvPr>
            <p:ph type="dt" sz="half" idx="10"/>
          </p:nvPr>
        </p:nvSpPr>
        <p:spPr/>
        <p:txBody>
          <a:bodyPr/>
          <a:lstStyle/>
          <a:p>
            <a:fld id="{727D0524-A34C-4900-845A-4E9C83E337B2}" type="datetimeFigureOut">
              <a:rPr lang="en-US" smtClean="0"/>
              <a:t>6/22/2022</a:t>
            </a:fld>
            <a:endParaRPr lang="en-US"/>
          </a:p>
        </p:txBody>
      </p:sp>
      <p:sp>
        <p:nvSpPr>
          <p:cNvPr id="6" name="Footer Placeholder 5"/>
          <p:cNvSpPr>
            <a:spLocks noGrp="1"/>
          </p:cNvSpPr>
          <p:nvPr>
            <p:ph type="ftr" sz="quarter" idx="11"/>
          </p:nvPr>
        </p:nvSpPr>
        <p:spPr/>
        <p:txBody>
          <a:bodyPr/>
          <a:lstStyle/>
          <a:p>
            <a:endParaRPr lang="en-US"/>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2D60242A-277F-4FDB-BCE8-613D7EDF74E6}" type="slidenum">
              <a:rPr lang="en-US" smtClean="0"/>
              <a:t>‹#›</a:t>
            </a:fld>
            <a:endParaRPr lang="en-US"/>
          </a:p>
        </p:txBody>
      </p:sp>
    </p:spTree>
    <p:extLst>
      <p:ext uri="{BB962C8B-B14F-4D97-AF65-F5344CB8AC3E}">
        <p14:creationId xmlns:p14="http://schemas.microsoft.com/office/powerpoint/2010/main" val="2739766925"/>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727D0524-A34C-4900-845A-4E9C83E337B2}" type="datetimeFigureOut">
              <a:rPr lang="en-US" smtClean="0"/>
              <a:t>6/22/2022</a:t>
            </a:fld>
            <a:endParaRPr lang="en-US"/>
          </a:p>
        </p:txBody>
      </p:sp>
      <p:sp>
        <p:nvSpPr>
          <p:cNvPr id="5" name="Footer Placeholder 4"/>
          <p:cNvSpPr>
            <a:spLocks noGrp="1"/>
          </p:cNvSpPr>
          <p:nvPr>
            <p:ph type="ftr" sz="quarter" idx="11"/>
          </p:nvPr>
        </p:nvSpPr>
        <p:spPr/>
        <p:txBody>
          <a:bodyPr/>
          <a:lstStyle/>
          <a:p>
            <a:endParaRPr lang="en-US"/>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2D60242A-277F-4FDB-BCE8-613D7EDF74E6}" type="slidenum">
              <a:rPr lang="en-US" smtClean="0"/>
              <a:t>‹#›</a:t>
            </a:fld>
            <a:endParaRPr lang="en-US"/>
          </a:p>
        </p:txBody>
      </p:sp>
    </p:spTree>
    <p:extLst>
      <p:ext uri="{BB962C8B-B14F-4D97-AF65-F5344CB8AC3E}">
        <p14:creationId xmlns:p14="http://schemas.microsoft.com/office/powerpoint/2010/main" val="1157614675"/>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294812" y="627405"/>
            <a:ext cx="2207601" cy="5283817"/>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2589212" y="627405"/>
            <a:ext cx="6477000" cy="5283817"/>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727D0524-A34C-4900-845A-4E9C83E337B2}" type="datetimeFigureOut">
              <a:rPr lang="en-US" smtClean="0"/>
              <a:t>6/22/2022</a:t>
            </a:fld>
            <a:endParaRPr lang="en-US"/>
          </a:p>
        </p:txBody>
      </p:sp>
      <p:sp>
        <p:nvSpPr>
          <p:cNvPr id="5" name="Footer Placeholder 4"/>
          <p:cNvSpPr>
            <a:spLocks noGrp="1"/>
          </p:cNvSpPr>
          <p:nvPr>
            <p:ph type="ftr" sz="quarter" idx="11"/>
          </p:nvPr>
        </p:nvSpPr>
        <p:spPr/>
        <p:txBody>
          <a:bodyPr/>
          <a:lstStyle/>
          <a:p>
            <a:endParaRPr lang="en-US"/>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2D60242A-277F-4FDB-BCE8-613D7EDF74E6}" type="slidenum">
              <a:rPr lang="en-US" smtClean="0"/>
              <a:t>‹#›</a:t>
            </a:fld>
            <a:endParaRPr lang="en-US"/>
          </a:p>
        </p:txBody>
      </p:sp>
    </p:spTree>
    <p:extLst>
      <p:ext uri="{BB962C8B-B14F-4D97-AF65-F5344CB8AC3E}">
        <p14:creationId xmlns:p14="http://schemas.microsoft.com/office/powerpoint/2010/main" val="224636951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grpSp>
        <p:nvGrpSpPr>
          <p:cNvPr id="23" name="Group 22"/>
          <p:cNvGrpSpPr/>
          <p:nvPr/>
        </p:nvGrpSpPr>
        <p:grpSpPr>
          <a:xfrm>
            <a:off x="1" y="228600"/>
            <a:ext cx="2851516" cy="6638628"/>
            <a:chOff x="2487613" y="285750"/>
            <a:chExt cx="2428875" cy="5654676"/>
          </a:xfrm>
        </p:grpSpPr>
        <p:sp>
          <p:nvSpPr>
            <p:cNvPr id="24" name="Freeform 11"/>
            <p:cNvSpPr/>
            <p:nvPr/>
          </p:nvSpPr>
          <p:spPr bwMode="auto">
            <a:xfrm>
              <a:off x="2487613" y="2284413"/>
              <a:ext cx="85725" cy="533400"/>
            </a:xfrm>
            <a:custGeom>
              <a:avLst/>
              <a:gdLst/>
              <a:ahLst/>
              <a:cxnLst/>
              <a:rect l="0" t="0" r="r" b="b"/>
              <a:pathLst>
                <a:path w="22" h="136">
                  <a:moveTo>
                    <a:pt x="22" y="136"/>
                  </a:moveTo>
                  <a:cubicBezTo>
                    <a:pt x="20" y="117"/>
                    <a:pt x="19" y="99"/>
                    <a:pt x="17" y="80"/>
                  </a:cubicBezTo>
                  <a:cubicBezTo>
                    <a:pt x="11" y="54"/>
                    <a:pt x="6" y="27"/>
                    <a:pt x="0" y="0"/>
                  </a:cubicBezTo>
                  <a:cubicBezTo>
                    <a:pt x="0" y="35"/>
                    <a:pt x="0" y="35"/>
                    <a:pt x="0" y="35"/>
                  </a:cubicBezTo>
                  <a:cubicBezTo>
                    <a:pt x="6" y="64"/>
                    <a:pt x="13" y="94"/>
                    <a:pt x="20" y="124"/>
                  </a:cubicBezTo>
                  <a:cubicBezTo>
                    <a:pt x="20" y="128"/>
                    <a:pt x="21" y="132"/>
                    <a:pt x="22" y="136"/>
                  </a:cubicBezTo>
                  <a:close/>
                </a:path>
              </a:pathLst>
            </a:custGeom>
            <a:solidFill>
              <a:schemeClr val="tx2">
                <a:alpha val="20000"/>
              </a:schemeClr>
            </a:solidFill>
            <a:ln>
              <a:noFill/>
            </a:ln>
          </p:spPr>
        </p:sp>
        <p:sp>
          <p:nvSpPr>
            <p:cNvPr id="25" name="Freeform 12"/>
            <p:cNvSpPr/>
            <p:nvPr/>
          </p:nvSpPr>
          <p:spPr bwMode="auto">
            <a:xfrm>
              <a:off x="2597151" y="2779713"/>
              <a:ext cx="550863" cy="1978025"/>
            </a:xfrm>
            <a:custGeom>
              <a:avLst/>
              <a:gdLst/>
              <a:ahLst/>
              <a:cxnLst/>
              <a:rect l="0" t="0" r="r" b="b"/>
              <a:pathLst>
                <a:path w="140" h="504">
                  <a:moveTo>
                    <a:pt x="86" y="350"/>
                  </a:moveTo>
                  <a:cubicBezTo>
                    <a:pt x="103" y="402"/>
                    <a:pt x="120" y="453"/>
                    <a:pt x="139" y="504"/>
                  </a:cubicBezTo>
                  <a:cubicBezTo>
                    <a:pt x="139" y="495"/>
                    <a:pt x="139" y="487"/>
                    <a:pt x="140" y="478"/>
                  </a:cubicBezTo>
                  <a:cubicBezTo>
                    <a:pt x="124" y="435"/>
                    <a:pt x="109" y="391"/>
                    <a:pt x="95" y="347"/>
                  </a:cubicBezTo>
                  <a:cubicBezTo>
                    <a:pt x="58" y="233"/>
                    <a:pt x="27" y="117"/>
                    <a:pt x="0" y="0"/>
                  </a:cubicBezTo>
                  <a:cubicBezTo>
                    <a:pt x="2" y="20"/>
                    <a:pt x="4" y="41"/>
                    <a:pt x="6" y="61"/>
                  </a:cubicBezTo>
                  <a:cubicBezTo>
                    <a:pt x="30" y="158"/>
                    <a:pt x="56" y="255"/>
                    <a:pt x="86" y="350"/>
                  </a:cubicBezTo>
                  <a:close/>
                </a:path>
              </a:pathLst>
            </a:custGeom>
            <a:solidFill>
              <a:schemeClr val="tx2">
                <a:alpha val="20000"/>
              </a:schemeClr>
            </a:solidFill>
            <a:ln>
              <a:noFill/>
            </a:ln>
          </p:spPr>
        </p:sp>
        <p:sp>
          <p:nvSpPr>
            <p:cNvPr id="26" name="Freeform 13"/>
            <p:cNvSpPr/>
            <p:nvPr/>
          </p:nvSpPr>
          <p:spPr bwMode="auto">
            <a:xfrm>
              <a:off x="3175001" y="4730750"/>
              <a:ext cx="519113" cy="1209675"/>
            </a:xfrm>
            <a:custGeom>
              <a:avLst/>
              <a:gdLst/>
              <a:ahLst/>
              <a:cxnLst/>
              <a:rect l="0" t="0" r="r" b="b"/>
              <a:pathLst>
                <a:path w="132" h="308">
                  <a:moveTo>
                    <a:pt x="8" y="22"/>
                  </a:moveTo>
                  <a:cubicBezTo>
                    <a:pt x="5" y="15"/>
                    <a:pt x="2" y="8"/>
                    <a:pt x="0" y="0"/>
                  </a:cubicBezTo>
                  <a:cubicBezTo>
                    <a:pt x="0" y="10"/>
                    <a:pt x="0" y="19"/>
                    <a:pt x="0" y="29"/>
                  </a:cubicBezTo>
                  <a:cubicBezTo>
                    <a:pt x="21" y="85"/>
                    <a:pt x="44" y="140"/>
                    <a:pt x="68" y="194"/>
                  </a:cubicBezTo>
                  <a:cubicBezTo>
                    <a:pt x="85" y="232"/>
                    <a:pt x="104" y="270"/>
                    <a:pt x="123" y="308"/>
                  </a:cubicBezTo>
                  <a:cubicBezTo>
                    <a:pt x="132" y="308"/>
                    <a:pt x="132" y="308"/>
                    <a:pt x="132" y="308"/>
                  </a:cubicBezTo>
                  <a:cubicBezTo>
                    <a:pt x="113" y="269"/>
                    <a:pt x="94" y="230"/>
                    <a:pt x="77" y="190"/>
                  </a:cubicBezTo>
                  <a:cubicBezTo>
                    <a:pt x="52" y="135"/>
                    <a:pt x="29" y="79"/>
                    <a:pt x="8" y="22"/>
                  </a:cubicBezTo>
                  <a:close/>
                </a:path>
              </a:pathLst>
            </a:custGeom>
            <a:solidFill>
              <a:schemeClr val="tx2">
                <a:alpha val="20000"/>
              </a:schemeClr>
            </a:solidFill>
            <a:ln>
              <a:noFill/>
            </a:ln>
          </p:spPr>
        </p:sp>
        <p:sp>
          <p:nvSpPr>
            <p:cNvPr id="27" name="Freeform 14"/>
            <p:cNvSpPr/>
            <p:nvPr/>
          </p:nvSpPr>
          <p:spPr bwMode="auto">
            <a:xfrm>
              <a:off x="3305176" y="5630863"/>
              <a:ext cx="146050" cy="309563"/>
            </a:xfrm>
            <a:custGeom>
              <a:avLst/>
              <a:gdLst/>
              <a:ahLst/>
              <a:cxnLst/>
              <a:rect l="0" t="0" r="r" b="b"/>
              <a:pathLst>
                <a:path w="37" h="79">
                  <a:moveTo>
                    <a:pt x="28" y="79"/>
                  </a:moveTo>
                  <a:cubicBezTo>
                    <a:pt x="37" y="79"/>
                    <a:pt x="37" y="79"/>
                    <a:pt x="37" y="79"/>
                  </a:cubicBezTo>
                  <a:cubicBezTo>
                    <a:pt x="24" y="53"/>
                    <a:pt x="12" y="27"/>
                    <a:pt x="0" y="0"/>
                  </a:cubicBezTo>
                  <a:cubicBezTo>
                    <a:pt x="8" y="27"/>
                    <a:pt x="17" y="53"/>
                    <a:pt x="28" y="79"/>
                  </a:cubicBezTo>
                  <a:close/>
                </a:path>
              </a:pathLst>
            </a:custGeom>
            <a:solidFill>
              <a:schemeClr val="tx2">
                <a:alpha val="20000"/>
              </a:schemeClr>
            </a:solidFill>
            <a:ln>
              <a:noFill/>
            </a:ln>
          </p:spPr>
        </p:sp>
        <p:sp>
          <p:nvSpPr>
            <p:cNvPr id="28" name="Freeform 15"/>
            <p:cNvSpPr/>
            <p:nvPr/>
          </p:nvSpPr>
          <p:spPr bwMode="auto">
            <a:xfrm>
              <a:off x="2573338" y="2817813"/>
              <a:ext cx="700088" cy="2835275"/>
            </a:xfrm>
            <a:custGeom>
              <a:avLst/>
              <a:gdLst/>
              <a:ahLst/>
              <a:cxnLst/>
              <a:rect l="0" t="0" r="r" b="b"/>
              <a:pathLst>
                <a:path w="178" h="722">
                  <a:moveTo>
                    <a:pt x="162" y="660"/>
                  </a:moveTo>
                  <a:cubicBezTo>
                    <a:pt x="145" y="618"/>
                    <a:pt x="130" y="576"/>
                    <a:pt x="116" y="534"/>
                  </a:cubicBezTo>
                  <a:cubicBezTo>
                    <a:pt x="84" y="437"/>
                    <a:pt x="59" y="337"/>
                    <a:pt x="40" y="236"/>
                  </a:cubicBezTo>
                  <a:cubicBezTo>
                    <a:pt x="29" y="175"/>
                    <a:pt x="20" y="113"/>
                    <a:pt x="12" y="51"/>
                  </a:cubicBezTo>
                  <a:cubicBezTo>
                    <a:pt x="8" y="34"/>
                    <a:pt x="4" y="17"/>
                    <a:pt x="0" y="0"/>
                  </a:cubicBezTo>
                  <a:cubicBezTo>
                    <a:pt x="8" y="79"/>
                    <a:pt x="19" y="159"/>
                    <a:pt x="33" y="237"/>
                  </a:cubicBezTo>
                  <a:cubicBezTo>
                    <a:pt x="51" y="339"/>
                    <a:pt x="76" y="439"/>
                    <a:pt x="107" y="537"/>
                  </a:cubicBezTo>
                  <a:cubicBezTo>
                    <a:pt x="123" y="586"/>
                    <a:pt x="141" y="634"/>
                    <a:pt x="160" y="681"/>
                  </a:cubicBezTo>
                  <a:cubicBezTo>
                    <a:pt x="166" y="695"/>
                    <a:pt x="172" y="708"/>
                    <a:pt x="178" y="722"/>
                  </a:cubicBezTo>
                  <a:cubicBezTo>
                    <a:pt x="176" y="717"/>
                    <a:pt x="175" y="713"/>
                    <a:pt x="174" y="708"/>
                  </a:cubicBezTo>
                  <a:cubicBezTo>
                    <a:pt x="169" y="692"/>
                    <a:pt x="165" y="676"/>
                    <a:pt x="162" y="660"/>
                  </a:cubicBezTo>
                  <a:close/>
                </a:path>
              </a:pathLst>
            </a:custGeom>
            <a:solidFill>
              <a:schemeClr val="tx2">
                <a:alpha val="20000"/>
              </a:schemeClr>
            </a:solidFill>
            <a:ln>
              <a:noFill/>
            </a:ln>
          </p:spPr>
        </p:sp>
        <p:sp>
          <p:nvSpPr>
            <p:cNvPr id="29" name="Freeform 16"/>
            <p:cNvSpPr/>
            <p:nvPr/>
          </p:nvSpPr>
          <p:spPr bwMode="auto">
            <a:xfrm>
              <a:off x="2506663" y="285750"/>
              <a:ext cx="90488" cy="2493963"/>
            </a:xfrm>
            <a:custGeom>
              <a:avLst/>
              <a:gdLst/>
              <a:ahLst/>
              <a:cxnLst/>
              <a:rect l="0" t="0" r="r" b="b"/>
              <a:pathLst>
                <a:path w="23" h="635">
                  <a:moveTo>
                    <a:pt x="11" y="577"/>
                  </a:moveTo>
                  <a:cubicBezTo>
                    <a:pt x="12" y="581"/>
                    <a:pt x="12" y="585"/>
                    <a:pt x="12" y="589"/>
                  </a:cubicBezTo>
                  <a:cubicBezTo>
                    <a:pt x="15" y="603"/>
                    <a:pt x="19" y="617"/>
                    <a:pt x="22" y="632"/>
                  </a:cubicBezTo>
                  <a:cubicBezTo>
                    <a:pt x="22" y="633"/>
                    <a:pt x="22" y="634"/>
                    <a:pt x="23" y="635"/>
                  </a:cubicBezTo>
                  <a:cubicBezTo>
                    <a:pt x="21" y="615"/>
                    <a:pt x="19" y="596"/>
                    <a:pt x="17" y="576"/>
                  </a:cubicBezTo>
                  <a:cubicBezTo>
                    <a:pt x="9" y="474"/>
                    <a:pt x="5" y="372"/>
                    <a:pt x="5" y="269"/>
                  </a:cubicBezTo>
                  <a:cubicBezTo>
                    <a:pt x="6" y="179"/>
                    <a:pt x="9" y="90"/>
                    <a:pt x="15" y="0"/>
                  </a:cubicBezTo>
                  <a:cubicBezTo>
                    <a:pt x="12" y="0"/>
                    <a:pt x="12" y="0"/>
                    <a:pt x="12" y="0"/>
                  </a:cubicBezTo>
                  <a:cubicBezTo>
                    <a:pt x="5" y="89"/>
                    <a:pt x="2" y="179"/>
                    <a:pt x="1" y="269"/>
                  </a:cubicBezTo>
                  <a:cubicBezTo>
                    <a:pt x="0" y="372"/>
                    <a:pt x="3" y="474"/>
                    <a:pt x="11" y="577"/>
                  </a:cubicBezTo>
                  <a:close/>
                </a:path>
              </a:pathLst>
            </a:custGeom>
            <a:solidFill>
              <a:schemeClr val="tx2">
                <a:alpha val="20000"/>
              </a:schemeClr>
            </a:solidFill>
            <a:ln>
              <a:noFill/>
            </a:ln>
          </p:spPr>
        </p:sp>
        <p:sp>
          <p:nvSpPr>
            <p:cNvPr id="30" name="Freeform 17"/>
            <p:cNvSpPr/>
            <p:nvPr/>
          </p:nvSpPr>
          <p:spPr bwMode="auto">
            <a:xfrm>
              <a:off x="2554288" y="2598738"/>
              <a:ext cx="66675" cy="420688"/>
            </a:xfrm>
            <a:custGeom>
              <a:avLst/>
              <a:gdLst/>
              <a:ahLst/>
              <a:cxnLst/>
              <a:rect l="0" t="0" r="r" b="b"/>
              <a:pathLst>
                <a:path w="17" h="107">
                  <a:moveTo>
                    <a:pt x="0" y="0"/>
                  </a:moveTo>
                  <a:cubicBezTo>
                    <a:pt x="2" y="19"/>
                    <a:pt x="3" y="37"/>
                    <a:pt x="5" y="56"/>
                  </a:cubicBezTo>
                  <a:cubicBezTo>
                    <a:pt x="9" y="73"/>
                    <a:pt x="13" y="90"/>
                    <a:pt x="17" y="107"/>
                  </a:cubicBezTo>
                  <a:cubicBezTo>
                    <a:pt x="15" y="87"/>
                    <a:pt x="13" y="66"/>
                    <a:pt x="11" y="46"/>
                  </a:cubicBezTo>
                  <a:cubicBezTo>
                    <a:pt x="10" y="45"/>
                    <a:pt x="10" y="44"/>
                    <a:pt x="10" y="43"/>
                  </a:cubicBezTo>
                  <a:cubicBezTo>
                    <a:pt x="7" y="28"/>
                    <a:pt x="3" y="14"/>
                    <a:pt x="0" y="0"/>
                  </a:cubicBezTo>
                  <a:close/>
                </a:path>
              </a:pathLst>
            </a:custGeom>
            <a:solidFill>
              <a:schemeClr val="tx2">
                <a:alpha val="20000"/>
              </a:schemeClr>
            </a:solidFill>
            <a:ln>
              <a:noFill/>
            </a:ln>
          </p:spPr>
        </p:sp>
        <p:sp>
          <p:nvSpPr>
            <p:cNvPr id="31" name="Freeform 18"/>
            <p:cNvSpPr/>
            <p:nvPr/>
          </p:nvSpPr>
          <p:spPr bwMode="auto">
            <a:xfrm>
              <a:off x="3143251" y="4757738"/>
              <a:ext cx="161925" cy="873125"/>
            </a:xfrm>
            <a:custGeom>
              <a:avLst/>
              <a:gdLst/>
              <a:ahLst/>
              <a:cxnLst/>
              <a:rect l="0" t="0" r="r" b="b"/>
              <a:pathLst>
                <a:path w="41" h="222">
                  <a:moveTo>
                    <a:pt x="0" y="0"/>
                  </a:moveTo>
                  <a:cubicBezTo>
                    <a:pt x="0" y="31"/>
                    <a:pt x="2" y="62"/>
                    <a:pt x="5" y="93"/>
                  </a:cubicBezTo>
                  <a:cubicBezTo>
                    <a:pt x="8" y="117"/>
                    <a:pt x="12" y="142"/>
                    <a:pt x="17" y="166"/>
                  </a:cubicBezTo>
                  <a:cubicBezTo>
                    <a:pt x="19" y="172"/>
                    <a:pt x="22" y="178"/>
                    <a:pt x="24" y="184"/>
                  </a:cubicBezTo>
                  <a:cubicBezTo>
                    <a:pt x="30" y="197"/>
                    <a:pt x="35" y="209"/>
                    <a:pt x="41" y="222"/>
                  </a:cubicBezTo>
                  <a:cubicBezTo>
                    <a:pt x="40" y="219"/>
                    <a:pt x="39" y="215"/>
                    <a:pt x="38" y="212"/>
                  </a:cubicBezTo>
                  <a:cubicBezTo>
                    <a:pt x="26" y="172"/>
                    <a:pt x="18" y="132"/>
                    <a:pt x="13" y="92"/>
                  </a:cubicBezTo>
                  <a:cubicBezTo>
                    <a:pt x="11" y="68"/>
                    <a:pt x="9" y="45"/>
                    <a:pt x="8" y="22"/>
                  </a:cubicBezTo>
                  <a:cubicBezTo>
                    <a:pt x="8" y="21"/>
                    <a:pt x="7" y="20"/>
                    <a:pt x="7" y="18"/>
                  </a:cubicBezTo>
                  <a:cubicBezTo>
                    <a:pt x="5" y="12"/>
                    <a:pt x="2" y="6"/>
                    <a:pt x="0" y="0"/>
                  </a:cubicBezTo>
                  <a:close/>
                </a:path>
              </a:pathLst>
            </a:custGeom>
            <a:solidFill>
              <a:schemeClr val="tx2">
                <a:alpha val="20000"/>
              </a:schemeClr>
            </a:solidFill>
            <a:ln>
              <a:noFill/>
            </a:ln>
          </p:spPr>
        </p:sp>
        <p:sp>
          <p:nvSpPr>
            <p:cNvPr id="32" name="Freeform 19"/>
            <p:cNvSpPr/>
            <p:nvPr/>
          </p:nvSpPr>
          <p:spPr bwMode="auto">
            <a:xfrm>
              <a:off x="3148013" y="1282700"/>
              <a:ext cx="1768475" cy="3448050"/>
            </a:xfrm>
            <a:custGeom>
              <a:avLst/>
              <a:gdLst/>
              <a:ahLst/>
              <a:cxnLst/>
              <a:rect l="0" t="0" r="r" b="b"/>
              <a:pathLst>
                <a:path w="450" h="878">
                  <a:moveTo>
                    <a:pt x="7" y="854"/>
                  </a:moveTo>
                  <a:cubicBezTo>
                    <a:pt x="10" y="772"/>
                    <a:pt x="26" y="691"/>
                    <a:pt x="50" y="613"/>
                  </a:cubicBezTo>
                  <a:cubicBezTo>
                    <a:pt x="75" y="535"/>
                    <a:pt x="109" y="460"/>
                    <a:pt x="149" y="388"/>
                  </a:cubicBezTo>
                  <a:cubicBezTo>
                    <a:pt x="189" y="316"/>
                    <a:pt x="235" y="248"/>
                    <a:pt x="285" y="183"/>
                  </a:cubicBezTo>
                  <a:cubicBezTo>
                    <a:pt x="310" y="151"/>
                    <a:pt x="337" y="119"/>
                    <a:pt x="364" y="89"/>
                  </a:cubicBezTo>
                  <a:cubicBezTo>
                    <a:pt x="378" y="74"/>
                    <a:pt x="392" y="58"/>
                    <a:pt x="406" y="44"/>
                  </a:cubicBezTo>
                  <a:cubicBezTo>
                    <a:pt x="421" y="29"/>
                    <a:pt x="435" y="15"/>
                    <a:pt x="450" y="1"/>
                  </a:cubicBezTo>
                  <a:cubicBezTo>
                    <a:pt x="450" y="0"/>
                    <a:pt x="450" y="0"/>
                    <a:pt x="450" y="0"/>
                  </a:cubicBezTo>
                  <a:cubicBezTo>
                    <a:pt x="434" y="14"/>
                    <a:pt x="420" y="28"/>
                    <a:pt x="405" y="43"/>
                  </a:cubicBezTo>
                  <a:cubicBezTo>
                    <a:pt x="391" y="57"/>
                    <a:pt x="377" y="72"/>
                    <a:pt x="363" y="88"/>
                  </a:cubicBezTo>
                  <a:cubicBezTo>
                    <a:pt x="335" y="118"/>
                    <a:pt x="308" y="149"/>
                    <a:pt x="283" y="181"/>
                  </a:cubicBezTo>
                  <a:cubicBezTo>
                    <a:pt x="232" y="246"/>
                    <a:pt x="185" y="314"/>
                    <a:pt x="145" y="386"/>
                  </a:cubicBezTo>
                  <a:cubicBezTo>
                    <a:pt x="104" y="457"/>
                    <a:pt x="70" y="533"/>
                    <a:pt x="45" y="611"/>
                  </a:cubicBezTo>
                  <a:cubicBezTo>
                    <a:pt x="19" y="690"/>
                    <a:pt x="3" y="771"/>
                    <a:pt x="0" y="854"/>
                  </a:cubicBezTo>
                  <a:cubicBezTo>
                    <a:pt x="0" y="856"/>
                    <a:pt x="0" y="857"/>
                    <a:pt x="0" y="859"/>
                  </a:cubicBezTo>
                  <a:cubicBezTo>
                    <a:pt x="2" y="865"/>
                    <a:pt x="4" y="872"/>
                    <a:pt x="7" y="878"/>
                  </a:cubicBezTo>
                  <a:cubicBezTo>
                    <a:pt x="7" y="870"/>
                    <a:pt x="7" y="862"/>
                    <a:pt x="7" y="854"/>
                  </a:cubicBezTo>
                  <a:close/>
                </a:path>
              </a:pathLst>
            </a:custGeom>
            <a:solidFill>
              <a:schemeClr val="tx2">
                <a:alpha val="20000"/>
              </a:schemeClr>
            </a:solidFill>
            <a:ln>
              <a:noFill/>
            </a:ln>
          </p:spPr>
        </p:sp>
        <p:sp>
          <p:nvSpPr>
            <p:cNvPr id="33" name="Freeform 20"/>
            <p:cNvSpPr/>
            <p:nvPr/>
          </p:nvSpPr>
          <p:spPr bwMode="auto">
            <a:xfrm>
              <a:off x="3273426" y="5653088"/>
              <a:ext cx="138113" cy="287338"/>
            </a:xfrm>
            <a:custGeom>
              <a:avLst/>
              <a:gdLst/>
              <a:ahLst/>
              <a:cxnLst/>
              <a:rect l="0" t="0" r="r" b="b"/>
              <a:pathLst>
                <a:path w="35" h="73">
                  <a:moveTo>
                    <a:pt x="0" y="0"/>
                  </a:moveTo>
                  <a:cubicBezTo>
                    <a:pt x="7" y="24"/>
                    <a:pt x="16" y="49"/>
                    <a:pt x="26" y="73"/>
                  </a:cubicBezTo>
                  <a:cubicBezTo>
                    <a:pt x="35" y="73"/>
                    <a:pt x="35" y="73"/>
                    <a:pt x="35" y="73"/>
                  </a:cubicBezTo>
                  <a:cubicBezTo>
                    <a:pt x="23" y="49"/>
                    <a:pt x="11" y="24"/>
                    <a:pt x="0" y="0"/>
                  </a:cubicBezTo>
                  <a:close/>
                </a:path>
              </a:pathLst>
            </a:custGeom>
            <a:solidFill>
              <a:schemeClr val="tx2">
                <a:alpha val="20000"/>
              </a:schemeClr>
            </a:solidFill>
            <a:ln>
              <a:noFill/>
            </a:ln>
          </p:spPr>
        </p:sp>
        <p:sp>
          <p:nvSpPr>
            <p:cNvPr id="34" name="Freeform 21"/>
            <p:cNvSpPr/>
            <p:nvPr/>
          </p:nvSpPr>
          <p:spPr bwMode="auto">
            <a:xfrm>
              <a:off x="3143251" y="4656138"/>
              <a:ext cx="31750" cy="188913"/>
            </a:xfrm>
            <a:custGeom>
              <a:avLst/>
              <a:gdLst/>
              <a:ahLst/>
              <a:cxnLst/>
              <a:rect l="0" t="0" r="r" b="b"/>
              <a:pathLst>
                <a:path w="8" h="48">
                  <a:moveTo>
                    <a:pt x="7" y="44"/>
                  </a:moveTo>
                  <a:cubicBezTo>
                    <a:pt x="7" y="46"/>
                    <a:pt x="8" y="47"/>
                    <a:pt x="8" y="48"/>
                  </a:cubicBezTo>
                  <a:cubicBezTo>
                    <a:pt x="8" y="38"/>
                    <a:pt x="8" y="29"/>
                    <a:pt x="8" y="19"/>
                  </a:cubicBezTo>
                  <a:cubicBezTo>
                    <a:pt x="5" y="13"/>
                    <a:pt x="3" y="6"/>
                    <a:pt x="1" y="0"/>
                  </a:cubicBezTo>
                  <a:cubicBezTo>
                    <a:pt x="0" y="9"/>
                    <a:pt x="0" y="17"/>
                    <a:pt x="0" y="26"/>
                  </a:cubicBezTo>
                  <a:cubicBezTo>
                    <a:pt x="2" y="32"/>
                    <a:pt x="5" y="38"/>
                    <a:pt x="7" y="44"/>
                  </a:cubicBezTo>
                  <a:close/>
                </a:path>
              </a:pathLst>
            </a:custGeom>
            <a:solidFill>
              <a:schemeClr val="tx2">
                <a:alpha val="20000"/>
              </a:schemeClr>
            </a:solidFill>
            <a:ln>
              <a:noFill/>
            </a:ln>
          </p:spPr>
        </p:sp>
        <p:sp>
          <p:nvSpPr>
            <p:cNvPr id="35" name="Freeform 22"/>
            <p:cNvSpPr/>
            <p:nvPr/>
          </p:nvSpPr>
          <p:spPr bwMode="auto">
            <a:xfrm>
              <a:off x="3211513" y="5410200"/>
              <a:ext cx="203200" cy="530225"/>
            </a:xfrm>
            <a:custGeom>
              <a:avLst/>
              <a:gdLst/>
              <a:ahLst/>
              <a:cxnLst/>
              <a:rect l="0" t="0" r="r" b="b"/>
              <a:pathLst>
                <a:path w="52" h="135">
                  <a:moveTo>
                    <a:pt x="7" y="18"/>
                  </a:moveTo>
                  <a:cubicBezTo>
                    <a:pt x="5" y="12"/>
                    <a:pt x="2" y="6"/>
                    <a:pt x="0" y="0"/>
                  </a:cubicBezTo>
                  <a:cubicBezTo>
                    <a:pt x="3" y="16"/>
                    <a:pt x="7" y="32"/>
                    <a:pt x="12" y="48"/>
                  </a:cubicBezTo>
                  <a:cubicBezTo>
                    <a:pt x="13" y="53"/>
                    <a:pt x="14" y="57"/>
                    <a:pt x="16" y="62"/>
                  </a:cubicBezTo>
                  <a:cubicBezTo>
                    <a:pt x="27" y="86"/>
                    <a:pt x="39" y="111"/>
                    <a:pt x="51" y="135"/>
                  </a:cubicBezTo>
                  <a:cubicBezTo>
                    <a:pt x="52" y="135"/>
                    <a:pt x="52" y="135"/>
                    <a:pt x="52" y="135"/>
                  </a:cubicBezTo>
                  <a:cubicBezTo>
                    <a:pt x="41" y="109"/>
                    <a:pt x="32" y="83"/>
                    <a:pt x="24" y="56"/>
                  </a:cubicBezTo>
                  <a:cubicBezTo>
                    <a:pt x="18" y="43"/>
                    <a:pt x="13" y="31"/>
                    <a:pt x="7" y="18"/>
                  </a:cubicBezTo>
                  <a:close/>
                </a:path>
              </a:pathLst>
            </a:custGeom>
            <a:solidFill>
              <a:schemeClr val="tx2">
                <a:alpha val="20000"/>
              </a:schemeClr>
            </a:solidFill>
            <a:ln>
              <a:noFill/>
            </a:ln>
          </p:spPr>
        </p:sp>
      </p:grpSp>
      <p:grpSp>
        <p:nvGrpSpPr>
          <p:cNvPr id="10" name="Group 9"/>
          <p:cNvGrpSpPr/>
          <p:nvPr/>
        </p:nvGrpSpPr>
        <p:grpSpPr>
          <a:xfrm>
            <a:off x="27221" y="-786"/>
            <a:ext cx="2356674" cy="6854039"/>
            <a:chOff x="6627813" y="194833"/>
            <a:chExt cx="1952625" cy="5678918"/>
          </a:xfrm>
        </p:grpSpPr>
        <p:sp>
          <p:nvSpPr>
            <p:cNvPr id="11" name="Freeform 27"/>
            <p:cNvSpPr/>
            <p:nvPr/>
          </p:nvSpPr>
          <p:spPr bwMode="auto">
            <a:xfrm>
              <a:off x="6627813" y="194833"/>
              <a:ext cx="409575" cy="3646488"/>
            </a:xfrm>
            <a:custGeom>
              <a:avLst/>
              <a:gdLst/>
              <a:ahLst/>
              <a:cxnLst/>
              <a:rect l="0" t="0" r="r" b="b"/>
              <a:pathLst>
                <a:path w="103" h="920">
                  <a:moveTo>
                    <a:pt x="7" y="210"/>
                  </a:moveTo>
                  <a:cubicBezTo>
                    <a:pt x="11" y="288"/>
                    <a:pt x="17" y="367"/>
                    <a:pt x="26" y="445"/>
                  </a:cubicBezTo>
                  <a:cubicBezTo>
                    <a:pt x="34" y="523"/>
                    <a:pt x="44" y="601"/>
                    <a:pt x="57" y="679"/>
                  </a:cubicBezTo>
                  <a:cubicBezTo>
                    <a:pt x="69" y="757"/>
                    <a:pt x="84" y="834"/>
                    <a:pt x="101" y="911"/>
                  </a:cubicBezTo>
                  <a:cubicBezTo>
                    <a:pt x="102" y="914"/>
                    <a:pt x="103" y="917"/>
                    <a:pt x="103" y="920"/>
                  </a:cubicBezTo>
                  <a:cubicBezTo>
                    <a:pt x="102" y="905"/>
                    <a:pt x="100" y="889"/>
                    <a:pt x="99" y="874"/>
                  </a:cubicBezTo>
                  <a:cubicBezTo>
                    <a:pt x="99" y="871"/>
                    <a:pt x="99" y="868"/>
                    <a:pt x="99" y="866"/>
                  </a:cubicBezTo>
                  <a:cubicBezTo>
                    <a:pt x="85" y="803"/>
                    <a:pt x="73" y="741"/>
                    <a:pt x="63" y="678"/>
                  </a:cubicBezTo>
                  <a:cubicBezTo>
                    <a:pt x="50" y="600"/>
                    <a:pt x="39" y="523"/>
                    <a:pt x="30" y="444"/>
                  </a:cubicBezTo>
                  <a:cubicBezTo>
                    <a:pt x="21" y="366"/>
                    <a:pt x="14" y="288"/>
                    <a:pt x="9" y="209"/>
                  </a:cubicBezTo>
                  <a:cubicBezTo>
                    <a:pt x="7" y="170"/>
                    <a:pt x="5" y="131"/>
                    <a:pt x="3" y="92"/>
                  </a:cubicBezTo>
                  <a:cubicBezTo>
                    <a:pt x="2" y="61"/>
                    <a:pt x="1" y="31"/>
                    <a:pt x="1" y="0"/>
                  </a:cubicBezTo>
                  <a:cubicBezTo>
                    <a:pt x="0" y="0"/>
                    <a:pt x="0" y="0"/>
                    <a:pt x="0" y="0"/>
                  </a:cubicBezTo>
                  <a:cubicBezTo>
                    <a:pt x="0" y="31"/>
                    <a:pt x="1" y="61"/>
                    <a:pt x="1" y="92"/>
                  </a:cubicBezTo>
                  <a:cubicBezTo>
                    <a:pt x="3" y="131"/>
                    <a:pt x="4" y="170"/>
                    <a:pt x="7" y="210"/>
                  </a:cubicBezTo>
                  <a:close/>
                </a:path>
              </a:pathLst>
            </a:custGeom>
            <a:solidFill>
              <a:schemeClr val="tx2"/>
            </a:solidFill>
            <a:ln>
              <a:noFill/>
            </a:ln>
          </p:spPr>
        </p:sp>
        <p:sp>
          <p:nvSpPr>
            <p:cNvPr id="12" name="Freeform 28"/>
            <p:cNvSpPr/>
            <p:nvPr/>
          </p:nvSpPr>
          <p:spPr bwMode="auto">
            <a:xfrm>
              <a:off x="7061201" y="3771900"/>
              <a:ext cx="350838" cy="1309688"/>
            </a:xfrm>
            <a:custGeom>
              <a:avLst/>
              <a:gdLst/>
              <a:ahLst/>
              <a:cxnLst/>
              <a:rect l="0" t="0" r="r" b="b"/>
              <a:pathLst>
                <a:path w="88" h="330">
                  <a:moveTo>
                    <a:pt x="53" y="229"/>
                  </a:moveTo>
                  <a:cubicBezTo>
                    <a:pt x="64" y="263"/>
                    <a:pt x="75" y="297"/>
                    <a:pt x="88" y="330"/>
                  </a:cubicBezTo>
                  <a:cubicBezTo>
                    <a:pt x="88" y="323"/>
                    <a:pt x="88" y="315"/>
                    <a:pt x="88" y="308"/>
                  </a:cubicBezTo>
                  <a:cubicBezTo>
                    <a:pt x="88" y="307"/>
                    <a:pt x="88" y="305"/>
                    <a:pt x="88" y="304"/>
                  </a:cubicBezTo>
                  <a:cubicBezTo>
                    <a:pt x="79" y="278"/>
                    <a:pt x="70" y="252"/>
                    <a:pt x="62" y="226"/>
                  </a:cubicBezTo>
                  <a:cubicBezTo>
                    <a:pt x="38" y="152"/>
                    <a:pt x="17" y="76"/>
                    <a:pt x="0" y="0"/>
                  </a:cubicBezTo>
                  <a:cubicBezTo>
                    <a:pt x="2" y="21"/>
                    <a:pt x="4" y="42"/>
                    <a:pt x="7" y="63"/>
                  </a:cubicBezTo>
                  <a:cubicBezTo>
                    <a:pt x="21" y="119"/>
                    <a:pt x="36" y="174"/>
                    <a:pt x="53" y="229"/>
                  </a:cubicBezTo>
                  <a:close/>
                </a:path>
              </a:pathLst>
            </a:custGeom>
            <a:solidFill>
              <a:schemeClr val="tx2"/>
            </a:solidFill>
            <a:ln>
              <a:noFill/>
            </a:ln>
          </p:spPr>
        </p:sp>
        <p:sp>
          <p:nvSpPr>
            <p:cNvPr id="13" name="Freeform 29"/>
            <p:cNvSpPr/>
            <p:nvPr/>
          </p:nvSpPr>
          <p:spPr bwMode="auto">
            <a:xfrm>
              <a:off x="7439026" y="5053013"/>
              <a:ext cx="357188" cy="820738"/>
            </a:xfrm>
            <a:custGeom>
              <a:avLst/>
              <a:gdLst/>
              <a:ahLst/>
              <a:cxnLst/>
              <a:rect l="0" t="0" r="r" b="b"/>
              <a:pathLst>
                <a:path w="90" h="207">
                  <a:moveTo>
                    <a:pt x="6" y="15"/>
                  </a:moveTo>
                  <a:cubicBezTo>
                    <a:pt x="4" y="10"/>
                    <a:pt x="2" y="5"/>
                    <a:pt x="0" y="0"/>
                  </a:cubicBezTo>
                  <a:cubicBezTo>
                    <a:pt x="0" y="9"/>
                    <a:pt x="0" y="19"/>
                    <a:pt x="1" y="29"/>
                  </a:cubicBezTo>
                  <a:cubicBezTo>
                    <a:pt x="14" y="62"/>
                    <a:pt x="27" y="95"/>
                    <a:pt x="42" y="127"/>
                  </a:cubicBezTo>
                  <a:cubicBezTo>
                    <a:pt x="54" y="154"/>
                    <a:pt x="67" y="181"/>
                    <a:pt x="80" y="207"/>
                  </a:cubicBezTo>
                  <a:cubicBezTo>
                    <a:pt x="90" y="207"/>
                    <a:pt x="90" y="207"/>
                    <a:pt x="90" y="207"/>
                  </a:cubicBezTo>
                  <a:cubicBezTo>
                    <a:pt x="76" y="180"/>
                    <a:pt x="63" y="152"/>
                    <a:pt x="50" y="123"/>
                  </a:cubicBezTo>
                  <a:cubicBezTo>
                    <a:pt x="34" y="88"/>
                    <a:pt x="20" y="51"/>
                    <a:pt x="6" y="15"/>
                  </a:cubicBezTo>
                  <a:close/>
                </a:path>
              </a:pathLst>
            </a:custGeom>
            <a:solidFill>
              <a:schemeClr val="tx2"/>
            </a:solidFill>
            <a:ln>
              <a:noFill/>
            </a:ln>
          </p:spPr>
        </p:sp>
        <p:sp>
          <p:nvSpPr>
            <p:cNvPr id="14" name="Freeform 30"/>
            <p:cNvSpPr/>
            <p:nvPr/>
          </p:nvSpPr>
          <p:spPr bwMode="auto">
            <a:xfrm>
              <a:off x="7037388" y="3811588"/>
              <a:ext cx="457200" cy="1852613"/>
            </a:xfrm>
            <a:custGeom>
              <a:avLst/>
              <a:gdLst/>
              <a:ahLst/>
              <a:cxnLst/>
              <a:rect l="0" t="0" r="r" b="b"/>
              <a:pathLst>
                <a:path w="115" h="467">
                  <a:moveTo>
                    <a:pt x="101" y="409"/>
                  </a:moveTo>
                  <a:cubicBezTo>
                    <a:pt x="93" y="388"/>
                    <a:pt x="85" y="366"/>
                    <a:pt x="78" y="344"/>
                  </a:cubicBezTo>
                  <a:cubicBezTo>
                    <a:pt x="57" y="281"/>
                    <a:pt x="41" y="216"/>
                    <a:pt x="29" y="151"/>
                  </a:cubicBezTo>
                  <a:cubicBezTo>
                    <a:pt x="22" y="119"/>
                    <a:pt x="17" y="86"/>
                    <a:pt x="13" y="53"/>
                  </a:cubicBezTo>
                  <a:cubicBezTo>
                    <a:pt x="9" y="35"/>
                    <a:pt x="4" y="18"/>
                    <a:pt x="0" y="0"/>
                  </a:cubicBezTo>
                  <a:cubicBezTo>
                    <a:pt x="5" y="51"/>
                    <a:pt x="12" y="102"/>
                    <a:pt x="21" y="152"/>
                  </a:cubicBezTo>
                  <a:cubicBezTo>
                    <a:pt x="33" y="218"/>
                    <a:pt x="49" y="283"/>
                    <a:pt x="69" y="347"/>
                  </a:cubicBezTo>
                  <a:cubicBezTo>
                    <a:pt x="79" y="378"/>
                    <a:pt x="90" y="410"/>
                    <a:pt x="103" y="441"/>
                  </a:cubicBezTo>
                  <a:cubicBezTo>
                    <a:pt x="107" y="449"/>
                    <a:pt x="111" y="458"/>
                    <a:pt x="115" y="467"/>
                  </a:cubicBezTo>
                  <a:cubicBezTo>
                    <a:pt x="114" y="464"/>
                    <a:pt x="113" y="461"/>
                    <a:pt x="112" y="458"/>
                  </a:cubicBezTo>
                  <a:cubicBezTo>
                    <a:pt x="108" y="442"/>
                    <a:pt x="104" y="425"/>
                    <a:pt x="101" y="409"/>
                  </a:cubicBezTo>
                  <a:close/>
                </a:path>
              </a:pathLst>
            </a:custGeom>
            <a:solidFill>
              <a:schemeClr val="tx2"/>
            </a:solidFill>
            <a:ln>
              <a:noFill/>
            </a:ln>
          </p:spPr>
        </p:sp>
        <p:sp>
          <p:nvSpPr>
            <p:cNvPr id="15" name="Freeform 31"/>
            <p:cNvSpPr/>
            <p:nvPr/>
          </p:nvSpPr>
          <p:spPr bwMode="auto">
            <a:xfrm>
              <a:off x="6992938" y="1263650"/>
              <a:ext cx="144463" cy="2508250"/>
            </a:xfrm>
            <a:custGeom>
              <a:avLst/>
              <a:gdLst/>
              <a:ahLst/>
              <a:cxnLst/>
              <a:rect l="0" t="0" r="r" b="b"/>
              <a:pathLst>
                <a:path w="36" h="633">
                  <a:moveTo>
                    <a:pt x="17" y="633"/>
                  </a:moveTo>
                  <a:cubicBezTo>
                    <a:pt x="15" y="621"/>
                    <a:pt x="14" y="609"/>
                    <a:pt x="13" y="597"/>
                  </a:cubicBezTo>
                  <a:cubicBezTo>
                    <a:pt x="8" y="530"/>
                    <a:pt x="5" y="464"/>
                    <a:pt x="5" y="398"/>
                  </a:cubicBezTo>
                  <a:cubicBezTo>
                    <a:pt x="5" y="331"/>
                    <a:pt x="8" y="265"/>
                    <a:pt x="13" y="198"/>
                  </a:cubicBezTo>
                  <a:cubicBezTo>
                    <a:pt x="15" y="165"/>
                    <a:pt x="18" y="132"/>
                    <a:pt x="22" y="99"/>
                  </a:cubicBezTo>
                  <a:cubicBezTo>
                    <a:pt x="26" y="66"/>
                    <a:pt x="30" y="33"/>
                    <a:pt x="36" y="0"/>
                  </a:cubicBezTo>
                  <a:cubicBezTo>
                    <a:pt x="35" y="0"/>
                    <a:pt x="35" y="0"/>
                    <a:pt x="35" y="0"/>
                  </a:cubicBezTo>
                  <a:cubicBezTo>
                    <a:pt x="29" y="33"/>
                    <a:pt x="24" y="66"/>
                    <a:pt x="20" y="99"/>
                  </a:cubicBezTo>
                  <a:cubicBezTo>
                    <a:pt x="16" y="132"/>
                    <a:pt x="13" y="165"/>
                    <a:pt x="10" y="198"/>
                  </a:cubicBezTo>
                  <a:cubicBezTo>
                    <a:pt x="4" y="264"/>
                    <a:pt x="1" y="331"/>
                    <a:pt x="1" y="398"/>
                  </a:cubicBezTo>
                  <a:cubicBezTo>
                    <a:pt x="0" y="461"/>
                    <a:pt x="2" y="525"/>
                    <a:pt x="7" y="589"/>
                  </a:cubicBezTo>
                  <a:cubicBezTo>
                    <a:pt x="10" y="603"/>
                    <a:pt x="13" y="618"/>
                    <a:pt x="16" y="632"/>
                  </a:cubicBezTo>
                  <a:cubicBezTo>
                    <a:pt x="16" y="632"/>
                    <a:pt x="17" y="633"/>
                    <a:pt x="17" y="633"/>
                  </a:cubicBezTo>
                  <a:close/>
                </a:path>
              </a:pathLst>
            </a:custGeom>
            <a:solidFill>
              <a:schemeClr val="tx2"/>
            </a:solidFill>
            <a:ln>
              <a:noFill/>
            </a:ln>
          </p:spPr>
        </p:sp>
        <p:sp>
          <p:nvSpPr>
            <p:cNvPr id="16" name="Freeform 32"/>
            <p:cNvSpPr/>
            <p:nvPr/>
          </p:nvSpPr>
          <p:spPr bwMode="auto">
            <a:xfrm>
              <a:off x="7526338" y="5640388"/>
              <a:ext cx="111125" cy="233363"/>
            </a:xfrm>
            <a:custGeom>
              <a:avLst/>
              <a:gdLst/>
              <a:ahLst/>
              <a:cxnLst/>
              <a:rect l="0" t="0" r="r" b="b"/>
              <a:pathLst>
                <a:path w="28" h="59">
                  <a:moveTo>
                    <a:pt x="22" y="59"/>
                  </a:moveTo>
                  <a:cubicBezTo>
                    <a:pt x="28" y="59"/>
                    <a:pt x="28" y="59"/>
                    <a:pt x="28" y="59"/>
                  </a:cubicBezTo>
                  <a:cubicBezTo>
                    <a:pt x="18" y="40"/>
                    <a:pt x="9" y="20"/>
                    <a:pt x="0" y="0"/>
                  </a:cubicBezTo>
                  <a:cubicBezTo>
                    <a:pt x="6" y="20"/>
                    <a:pt x="13" y="40"/>
                    <a:pt x="22" y="59"/>
                  </a:cubicBezTo>
                  <a:close/>
                </a:path>
              </a:pathLst>
            </a:custGeom>
            <a:solidFill>
              <a:schemeClr val="tx2"/>
            </a:solidFill>
            <a:ln>
              <a:noFill/>
            </a:ln>
          </p:spPr>
        </p:sp>
        <p:sp>
          <p:nvSpPr>
            <p:cNvPr id="17" name="Freeform 33"/>
            <p:cNvSpPr/>
            <p:nvPr/>
          </p:nvSpPr>
          <p:spPr bwMode="auto">
            <a:xfrm>
              <a:off x="7021513" y="3598863"/>
              <a:ext cx="68263" cy="423863"/>
            </a:xfrm>
            <a:custGeom>
              <a:avLst/>
              <a:gdLst/>
              <a:ahLst/>
              <a:cxnLst/>
              <a:rect l="0" t="0" r="r" b="b"/>
              <a:pathLst>
                <a:path w="17" h="107">
                  <a:moveTo>
                    <a:pt x="4" y="54"/>
                  </a:moveTo>
                  <a:cubicBezTo>
                    <a:pt x="8" y="72"/>
                    <a:pt x="13" y="89"/>
                    <a:pt x="17" y="107"/>
                  </a:cubicBezTo>
                  <a:cubicBezTo>
                    <a:pt x="14" y="86"/>
                    <a:pt x="12" y="65"/>
                    <a:pt x="10" y="44"/>
                  </a:cubicBezTo>
                  <a:cubicBezTo>
                    <a:pt x="10" y="44"/>
                    <a:pt x="9" y="43"/>
                    <a:pt x="9" y="43"/>
                  </a:cubicBezTo>
                  <a:cubicBezTo>
                    <a:pt x="6" y="29"/>
                    <a:pt x="3" y="14"/>
                    <a:pt x="0" y="0"/>
                  </a:cubicBezTo>
                  <a:cubicBezTo>
                    <a:pt x="0" y="2"/>
                    <a:pt x="0" y="5"/>
                    <a:pt x="0" y="8"/>
                  </a:cubicBezTo>
                  <a:cubicBezTo>
                    <a:pt x="1" y="23"/>
                    <a:pt x="3" y="39"/>
                    <a:pt x="4" y="54"/>
                  </a:cubicBezTo>
                  <a:close/>
                </a:path>
              </a:pathLst>
            </a:custGeom>
            <a:solidFill>
              <a:schemeClr val="tx2"/>
            </a:solidFill>
            <a:ln>
              <a:noFill/>
            </a:ln>
          </p:spPr>
        </p:sp>
        <p:sp>
          <p:nvSpPr>
            <p:cNvPr id="18" name="Freeform 34"/>
            <p:cNvSpPr/>
            <p:nvPr/>
          </p:nvSpPr>
          <p:spPr bwMode="auto">
            <a:xfrm>
              <a:off x="7412038" y="2801938"/>
              <a:ext cx="1168400" cy="2251075"/>
            </a:xfrm>
            <a:custGeom>
              <a:avLst/>
              <a:gdLst/>
              <a:ahLst/>
              <a:cxnLst/>
              <a:rect l="0" t="0" r="r" b="b"/>
              <a:pathLst>
                <a:path w="294" h="568">
                  <a:moveTo>
                    <a:pt x="8" y="553"/>
                  </a:moveTo>
                  <a:cubicBezTo>
                    <a:pt x="9" y="501"/>
                    <a:pt x="19" y="448"/>
                    <a:pt x="35" y="397"/>
                  </a:cubicBezTo>
                  <a:cubicBezTo>
                    <a:pt x="51" y="347"/>
                    <a:pt x="73" y="298"/>
                    <a:pt x="99" y="252"/>
                  </a:cubicBezTo>
                  <a:cubicBezTo>
                    <a:pt x="124" y="205"/>
                    <a:pt x="154" y="161"/>
                    <a:pt x="187" y="119"/>
                  </a:cubicBezTo>
                  <a:cubicBezTo>
                    <a:pt x="203" y="98"/>
                    <a:pt x="220" y="77"/>
                    <a:pt x="238" y="58"/>
                  </a:cubicBezTo>
                  <a:cubicBezTo>
                    <a:pt x="247" y="48"/>
                    <a:pt x="256" y="38"/>
                    <a:pt x="265" y="28"/>
                  </a:cubicBezTo>
                  <a:cubicBezTo>
                    <a:pt x="274" y="19"/>
                    <a:pt x="284" y="9"/>
                    <a:pt x="294" y="0"/>
                  </a:cubicBezTo>
                  <a:cubicBezTo>
                    <a:pt x="293" y="0"/>
                    <a:pt x="293" y="0"/>
                    <a:pt x="293" y="0"/>
                  </a:cubicBezTo>
                  <a:cubicBezTo>
                    <a:pt x="283" y="9"/>
                    <a:pt x="273" y="18"/>
                    <a:pt x="264" y="27"/>
                  </a:cubicBezTo>
                  <a:cubicBezTo>
                    <a:pt x="255" y="37"/>
                    <a:pt x="246" y="47"/>
                    <a:pt x="237" y="56"/>
                  </a:cubicBezTo>
                  <a:cubicBezTo>
                    <a:pt x="218" y="76"/>
                    <a:pt x="201" y="96"/>
                    <a:pt x="185" y="117"/>
                  </a:cubicBezTo>
                  <a:cubicBezTo>
                    <a:pt x="151" y="159"/>
                    <a:pt x="121" y="203"/>
                    <a:pt x="95" y="249"/>
                  </a:cubicBezTo>
                  <a:cubicBezTo>
                    <a:pt x="68" y="296"/>
                    <a:pt x="46" y="345"/>
                    <a:pt x="30" y="396"/>
                  </a:cubicBezTo>
                  <a:cubicBezTo>
                    <a:pt x="13" y="445"/>
                    <a:pt x="3" y="497"/>
                    <a:pt x="0" y="549"/>
                  </a:cubicBezTo>
                  <a:cubicBezTo>
                    <a:pt x="3" y="555"/>
                    <a:pt x="5" y="561"/>
                    <a:pt x="7" y="568"/>
                  </a:cubicBezTo>
                  <a:cubicBezTo>
                    <a:pt x="7" y="563"/>
                    <a:pt x="7" y="558"/>
                    <a:pt x="8" y="553"/>
                  </a:cubicBezTo>
                  <a:close/>
                </a:path>
              </a:pathLst>
            </a:custGeom>
            <a:solidFill>
              <a:schemeClr val="tx2"/>
            </a:solidFill>
            <a:ln>
              <a:noFill/>
            </a:ln>
          </p:spPr>
        </p:sp>
        <p:sp>
          <p:nvSpPr>
            <p:cNvPr id="19" name="Freeform 35"/>
            <p:cNvSpPr/>
            <p:nvPr/>
          </p:nvSpPr>
          <p:spPr bwMode="auto">
            <a:xfrm>
              <a:off x="7494588" y="5664200"/>
              <a:ext cx="100013" cy="209550"/>
            </a:xfrm>
            <a:custGeom>
              <a:avLst/>
              <a:gdLst/>
              <a:ahLst/>
              <a:cxnLst/>
              <a:rect l="0" t="0" r="r" b="b"/>
              <a:pathLst>
                <a:path w="25" h="53">
                  <a:moveTo>
                    <a:pt x="0" y="0"/>
                  </a:moveTo>
                  <a:cubicBezTo>
                    <a:pt x="5" y="18"/>
                    <a:pt x="12" y="36"/>
                    <a:pt x="19" y="53"/>
                  </a:cubicBezTo>
                  <a:cubicBezTo>
                    <a:pt x="25" y="53"/>
                    <a:pt x="25" y="53"/>
                    <a:pt x="25" y="53"/>
                  </a:cubicBezTo>
                  <a:cubicBezTo>
                    <a:pt x="16" y="36"/>
                    <a:pt x="8" y="18"/>
                    <a:pt x="0" y="0"/>
                  </a:cubicBezTo>
                  <a:close/>
                </a:path>
              </a:pathLst>
            </a:custGeom>
            <a:solidFill>
              <a:schemeClr val="tx2"/>
            </a:solidFill>
            <a:ln>
              <a:noFill/>
            </a:ln>
          </p:spPr>
        </p:sp>
        <p:sp>
          <p:nvSpPr>
            <p:cNvPr id="20" name="Freeform 36"/>
            <p:cNvSpPr/>
            <p:nvPr/>
          </p:nvSpPr>
          <p:spPr bwMode="auto">
            <a:xfrm>
              <a:off x="7412038" y="5081588"/>
              <a:ext cx="114300" cy="558800"/>
            </a:xfrm>
            <a:custGeom>
              <a:avLst/>
              <a:gdLst/>
              <a:ahLst/>
              <a:cxnLst/>
              <a:rect l="0" t="0" r="r" b="b"/>
              <a:pathLst>
                <a:path w="29" h="141">
                  <a:moveTo>
                    <a:pt x="0" y="0"/>
                  </a:moveTo>
                  <a:cubicBezTo>
                    <a:pt x="0" y="30"/>
                    <a:pt x="2" y="60"/>
                    <a:pt x="7" y="89"/>
                  </a:cubicBezTo>
                  <a:cubicBezTo>
                    <a:pt x="11" y="98"/>
                    <a:pt x="14" y="108"/>
                    <a:pt x="18" y="117"/>
                  </a:cubicBezTo>
                  <a:cubicBezTo>
                    <a:pt x="22" y="125"/>
                    <a:pt x="25" y="133"/>
                    <a:pt x="29" y="141"/>
                  </a:cubicBezTo>
                  <a:cubicBezTo>
                    <a:pt x="28" y="139"/>
                    <a:pt x="28" y="137"/>
                    <a:pt x="27" y="135"/>
                  </a:cubicBezTo>
                  <a:cubicBezTo>
                    <a:pt x="16" y="98"/>
                    <a:pt x="10" y="60"/>
                    <a:pt x="8" y="22"/>
                  </a:cubicBezTo>
                  <a:cubicBezTo>
                    <a:pt x="7" y="18"/>
                    <a:pt x="5" y="15"/>
                    <a:pt x="4" y="11"/>
                  </a:cubicBezTo>
                  <a:cubicBezTo>
                    <a:pt x="2" y="7"/>
                    <a:pt x="1" y="3"/>
                    <a:pt x="0" y="0"/>
                  </a:cubicBezTo>
                  <a:close/>
                </a:path>
              </a:pathLst>
            </a:custGeom>
            <a:solidFill>
              <a:schemeClr val="tx2"/>
            </a:solidFill>
            <a:ln>
              <a:noFill/>
            </a:ln>
          </p:spPr>
        </p:sp>
        <p:sp>
          <p:nvSpPr>
            <p:cNvPr id="21" name="Freeform 37"/>
            <p:cNvSpPr/>
            <p:nvPr/>
          </p:nvSpPr>
          <p:spPr bwMode="auto">
            <a:xfrm>
              <a:off x="7412038" y="4978400"/>
              <a:ext cx="31750" cy="188913"/>
            </a:xfrm>
            <a:custGeom>
              <a:avLst/>
              <a:gdLst/>
              <a:ahLst/>
              <a:cxnLst/>
              <a:rect l="0" t="0" r="r" b="b"/>
              <a:pathLst>
                <a:path w="8" h="48">
                  <a:moveTo>
                    <a:pt x="0" y="26"/>
                  </a:moveTo>
                  <a:cubicBezTo>
                    <a:pt x="1" y="29"/>
                    <a:pt x="2" y="33"/>
                    <a:pt x="4" y="37"/>
                  </a:cubicBezTo>
                  <a:cubicBezTo>
                    <a:pt x="5" y="41"/>
                    <a:pt x="7" y="44"/>
                    <a:pt x="8" y="48"/>
                  </a:cubicBezTo>
                  <a:cubicBezTo>
                    <a:pt x="7" y="38"/>
                    <a:pt x="7" y="28"/>
                    <a:pt x="7" y="19"/>
                  </a:cubicBezTo>
                  <a:cubicBezTo>
                    <a:pt x="5" y="12"/>
                    <a:pt x="3" y="6"/>
                    <a:pt x="0" y="0"/>
                  </a:cubicBezTo>
                  <a:cubicBezTo>
                    <a:pt x="0" y="1"/>
                    <a:pt x="0" y="3"/>
                    <a:pt x="0" y="4"/>
                  </a:cubicBezTo>
                  <a:cubicBezTo>
                    <a:pt x="0" y="11"/>
                    <a:pt x="0" y="19"/>
                    <a:pt x="0" y="26"/>
                  </a:cubicBezTo>
                  <a:close/>
                </a:path>
              </a:pathLst>
            </a:custGeom>
            <a:solidFill>
              <a:schemeClr val="tx2"/>
            </a:solidFill>
            <a:ln>
              <a:noFill/>
            </a:ln>
          </p:spPr>
        </p:sp>
        <p:sp>
          <p:nvSpPr>
            <p:cNvPr id="22" name="Freeform 38"/>
            <p:cNvSpPr/>
            <p:nvPr/>
          </p:nvSpPr>
          <p:spPr bwMode="auto">
            <a:xfrm>
              <a:off x="7439026" y="5434013"/>
              <a:ext cx="174625" cy="439738"/>
            </a:xfrm>
            <a:custGeom>
              <a:avLst/>
              <a:gdLst/>
              <a:ahLst/>
              <a:cxnLst/>
              <a:rect l="0" t="0" r="r" b="b"/>
              <a:pathLst>
                <a:path w="44" h="111">
                  <a:moveTo>
                    <a:pt x="11" y="28"/>
                  </a:moveTo>
                  <a:cubicBezTo>
                    <a:pt x="7" y="19"/>
                    <a:pt x="4" y="9"/>
                    <a:pt x="0" y="0"/>
                  </a:cubicBezTo>
                  <a:cubicBezTo>
                    <a:pt x="3" y="16"/>
                    <a:pt x="7" y="33"/>
                    <a:pt x="11" y="49"/>
                  </a:cubicBezTo>
                  <a:cubicBezTo>
                    <a:pt x="12" y="52"/>
                    <a:pt x="13" y="55"/>
                    <a:pt x="14" y="58"/>
                  </a:cubicBezTo>
                  <a:cubicBezTo>
                    <a:pt x="22" y="76"/>
                    <a:pt x="30" y="94"/>
                    <a:pt x="39" y="111"/>
                  </a:cubicBezTo>
                  <a:cubicBezTo>
                    <a:pt x="44" y="111"/>
                    <a:pt x="44" y="111"/>
                    <a:pt x="44" y="111"/>
                  </a:cubicBezTo>
                  <a:cubicBezTo>
                    <a:pt x="35" y="92"/>
                    <a:pt x="28" y="72"/>
                    <a:pt x="22" y="52"/>
                  </a:cubicBezTo>
                  <a:cubicBezTo>
                    <a:pt x="18" y="44"/>
                    <a:pt x="15" y="36"/>
                    <a:pt x="11" y="28"/>
                  </a:cubicBezTo>
                  <a:close/>
                </a:path>
              </a:pathLst>
            </a:custGeom>
            <a:solidFill>
              <a:schemeClr val="tx2"/>
            </a:solidFill>
            <a:ln>
              <a:noFill/>
            </a:ln>
          </p:spPr>
        </p:sp>
      </p:grpSp>
      <p:sp>
        <p:nvSpPr>
          <p:cNvPr id="7" name="Rectangle 6"/>
          <p:cNvSpPr/>
          <p:nvPr/>
        </p:nvSpPr>
        <p:spPr>
          <a:xfrm>
            <a:off x="0" y="0"/>
            <a:ext cx="182880" cy="685800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sp>
      <p:sp>
        <p:nvSpPr>
          <p:cNvPr id="2" name="Title Placeholder 1"/>
          <p:cNvSpPr>
            <a:spLocks noGrp="1"/>
          </p:cNvSpPr>
          <p:nvPr>
            <p:ph type="title"/>
          </p:nvPr>
        </p:nvSpPr>
        <p:spPr>
          <a:xfrm>
            <a:off x="2592924" y="624110"/>
            <a:ext cx="8911687" cy="128089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2589212" y="2133600"/>
            <a:ext cx="8915400" cy="38862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0361612" y="6130437"/>
            <a:ext cx="1146283" cy="370396"/>
          </a:xfrm>
          <a:prstGeom prst="rect">
            <a:avLst/>
          </a:prstGeom>
        </p:spPr>
        <p:txBody>
          <a:bodyPr vert="horz" lIns="91440" tIns="45720" rIns="91440" bIns="45720" rtlCol="0" anchor="ctr"/>
          <a:lstStyle>
            <a:lvl1pPr algn="r">
              <a:defRPr sz="900">
                <a:solidFill>
                  <a:schemeClr val="tx1">
                    <a:tint val="75000"/>
                  </a:schemeClr>
                </a:solidFill>
              </a:defRPr>
            </a:lvl1pPr>
          </a:lstStyle>
          <a:p>
            <a:fld id="{727D0524-A34C-4900-845A-4E9C83E337B2}" type="datetimeFigureOut">
              <a:rPr lang="en-US" smtClean="0"/>
              <a:t>6/22/2022</a:t>
            </a:fld>
            <a:endParaRPr lang="en-US"/>
          </a:p>
        </p:txBody>
      </p:sp>
      <p:sp>
        <p:nvSpPr>
          <p:cNvPr id="5" name="Footer Placeholder 4"/>
          <p:cNvSpPr>
            <a:spLocks noGrp="1"/>
          </p:cNvSpPr>
          <p:nvPr>
            <p:ph type="ftr" sz="quarter" idx="3"/>
          </p:nvPr>
        </p:nvSpPr>
        <p:spPr>
          <a:xfrm>
            <a:off x="2589212" y="6135808"/>
            <a:ext cx="7619999"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531812" y="787782"/>
            <a:ext cx="779767" cy="365125"/>
          </a:xfrm>
          <a:prstGeom prst="rect">
            <a:avLst/>
          </a:prstGeom>
        </p:spPr>
        <p:txBody>
          <a:bodyPr vert="horz" lIns="91440" tIns="45720" rIns="91440" bIns="45720" rtlCol="0" anchor="ctr"/>
          <a:lstStyle>
            <a:lvl1pPr algn="r">
              <a:defRPr sz="2000">
                <a:solidFill>
                  <a:srgbClr val="FEFFFF"/>
                </a:solidFill>
              </a:defRPr>
            </a:lvl1pPr>
          </a:lstStyle>
          <a:p>
            <a:fld id="{2D60242A-277F-4FDB-BCE8-613D7EDF74E6}" type="slidenum">
              <a:rPr lang="en-US" smtClean="0"/>
              <a:t>‹#›</a:t>
            </a:fld>
            <a:endParaRPr lang="en-US"/>
          </a:p>
        </p:txBody>
      </p:sp>
    </p:spTree>
    <p:extLst>
      <p:ext uri="{BB962C8B-B14F-4D97-AF65-F5344CB8AC3E}">
        <p14:creationId xmlns:p14="http://schemas.microsoft.com/office/powerpoint/2010/main" val="3699888556"/>
      </p:ext>
    </p:extLst>
  </p:cSld>
  <p:clrMap bg1="lt1" tx1="dk1" bg2="lt2" tx2="dk2" accent1="accent1" accent2="accent2" accent3="accent3" accent4="accent4" accent5="accent5" accent6="accent6" hlink="hlink" folHlink="folHlink"/>
  <p:sldLayoutIdLst>
    <p:sldLayoutId id="2147483708" r:id="rId1"/>
    <p:sldLayoutId id="2147483709" r:id="rId2"/>
    <p:sldLayoutId id="2147483710" r:id="rId3"/>
    <p:sldLayoutId id="2147483711" r:id="rId4"/>
    <p:sldLayoutId id="2147483712" r:id="rId5"/>
    <p:sldLayoutId id="2147483713" r:id="rId6"/>
    <p:sldLayoutId id="2147483714" r:id="rId7"/>
    <p:sldLayoutId id="2147483715" r:id="rId8"/>
    <p:sldLayoutId id="2147483716" r:id="rId9"/>
    <p:sldLayoutId id="2147483717" r:id="rId10"/>
    <p:sldLayoutId id="2147483718" r:id="rId11"/>
    <p:sldLayoutId id="2147483719" r:id="rId12"/>
    <p:sldLayoutId id="2147483720" r:id="rId13"/>
    <p:sldLayoutId id="2147483721" r:id="rId14"/>
    <p:sldLayoutId id="2147483722" r:id="rId15"/>
    <p:sldLayoutId id="2147483723" r:id="rId16"/>
  </p:sldLayoutIdLst>
  <p:txStyles>
    <p:titleStyle>
      <a:lvl1pPr algn="l" defTabSz="457200" rtl="0" eaLnBrk="1" latinLnBrk="0" hangingPunct="1">
        <a:spcBef>
          <a:spcPct val="0"/>
        </a:spcBef>
        <a:buNone/>
        <a:defRPr sz="3600" kern="1200">
          <a:solidFill>
            <a:schemeClr val="tx1">
              <a:lumMod val="85000"/>
              <a:lumOff val="1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2" Type="http://schemas.openxmlformats.org/officeDocument/2006/relationships/image" Target="../media/image3.emf"/><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AE5616A-176D-41C7-8FC0-815DC3364E50}"/>
              </a:ext>
            </a:extLst>
          </p:cNvPr>
          <p:cNvSpPr>
            <a:spLocks noGrp="1"/>
          </p:cNvSpPr>
          <p:nvPr>
            <p:ph type="ctrTitle"/>
          </p:nvPr>
        </p:nvSpPr>
        <p:spPr/>
        <p:txBody>
          <a:bodyPr>
            <a:noAutofit/>
          </a:bodyPr>
          <a:lstStyle/>
          <a:p>
            <a:r>
              <a:rPr kumimoji="0" lang="en-GB" sz="4800" b="1" i="0" u="none" strike="noStrike" kern="12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rPr>
              <a:t>END USER COMPUTING.</a:t>
            </a:r>
            <a:br>
              <a:rPr kumimoji="0" lang="en-US" sz="4800" b="1" i="0" u="none" strike="noStrike" kern="12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rPr>
            </a:br>
            <a:r>
              <a:rPr kumimoji="0" lang="en-US" sz="4800" b="1" i="0" u="none" strike="noStrike" kern="12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rPr>
              <a:t> </a:t>
            </a:r>
            <a:br>
              <a:rPr kumimoji="0" lang="en-US" sz="4800" b="1" i="0" u="none" strike="noStrike" kern="12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rPr>
            </a:br>
            <a:r>
              <a:rPr kumimoji="0" lang="en-GB" sz="4800" b="1" i="0" u="none" strike="noStrike" kern="12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rPr>
              <a:t>BICT 1101</a:t>
            </a:r>
            <a:endParaRPr lang="en-US" sz="4800" b="1" dirty="0">
              <a:latin typeface="Times New Roman" panose="02020603050405020304" pitchFamily="18" charset="0"/>
              <a:cs typeface="Times New Roman" panose="02020603050405020304" pitchFamily="18" charset="0"/>
            </a:endParaRPr>
          </a:p>
        </p:txBody>
      </p:sp>
      <p:sp>
        <p:nvSpPr>
          <p:cNvPr id="3" name="Subtitle 2">
            <a:extLst>
              <a:ext uri="{FF2B5EF4-FFF2-40B4-BE49-F238E27FC236}">
                <a16:creationId xmlns:a16="http://schemas.microsoft.com/office/drawing/2014/main" id="{A594158F-1A6E-4430-854C-952EAA8BC32C}"/>
              </a:ext>
            </a:extLst>
          </p:cNvPr>
          <p:cNvSpPr>
            <a:spLocks noGrp="1"/>
          </p:cNvSpPr>
          <p:nvPr>
            <p:ph type="subTitle" idx="1"/>
          </p:nvPr>
        </p:nvSpPr>
        <p:spPr/>
        <p:txBody>
          <a:body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endParaRPr kumimoji="0" lang="en-US" sz="1800" b="1" i="0" u="none" strike="noStrike" kern="1200" cap="none" spc="0" normalizeH="0" baseline="0" noProof="0" dirty="0">
              <a:ln>
                <a:noFill/>
              </a:ln>
              <a:solidFill>
                <a:srgbClr val="000000"/>
              </a:solidFill>
              <a:effectLst/>
              <a:uLnTx/>
              <a:uFillTx/>
              <a:latin typeface="Times New Roman" panose="02020603050405020304" pitchFamily="18" charset="0"/>
              <a:ea typeface="+mn-ea"/>
              <a:cs typeface="+mn-cs"/>
            </a:endParaRP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sz="4000" b="1" i="0" u="none" strike="noStrike" kern="1200" cap="none" spc="0" normalizeH="0" baseline="0" noProof="0" dirty="0">
                <a:ln>
                  <a:noFill/>
                </a:ln>
                <a:solidFill>
                  <a:srgbClr val="000000"/>
                </a:solidFill>
                <a:effectLst/>
                <a:uLnTx/>
                <a:uFillTx/>
                <a:latin typeface="Times New Roman" panose="02020603050405020304" pitchFamily="18" charset="0"/>
                <a:ea typeface="+mn-ea"/>
                <a:cs typeface="+mn-cs"/>
              </a:rPr>
              <a:t>Lecture 2: Word Processing (Contd..)</a:t>
            </a:r>
            <a:endParaRPr lang="en-US" sz="4000" dirty="0"/>
          </a:p>
        </p:txBody>
      </p:sp>
    </p:spTree>
    <p:extLst>
      <p:ext uri="{BB962C8B-B14F-4D97-AF65-F5344CB8AC3E}">
        <p14:creationId xmlns:p14="http://schemas.microsoft.com/office/powerpoint/2010/main" val="165397411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D2308C-AC38-4781-933F-F0C960B26474}"/>
              </a:ext>
            </a:extLst>
          </p:cNvPr>
          <p:cNvSpPr>
            <a:spLocks noGrp="1"/>
          </p:cNvSpPr>
          <p:nvPr>
            <p:ph type="title"/>
          </p:nvPr>
        </p:nvSpPr>
        <p:spPr>
          <a:xfrm>
            <a:off x="1616149" y="188175"/>
            <a:ext cx="9888463" cy="758603"/>
          </a:xfrm>
        </p:spPr>
        <p:txBody>
          <a:bodyPr/>
          <a:lstStyle/>
          <a:p>
            <a:r>
              <a:rPr lang="en-US" dirty="0"/>
              <a:t>TABLES (CREATING A TABLE)</a:t>
            </a:r>
          </a:p>
        </p:txBody>
      </p:sp>
      <p:sp>
        <p:nvSpPr>
          <p:cNvPr id="3" name="Content Placeholder 2">
            <a:extLst>
              <a:ext uri="{FF2B5EF4-FFF2-40B4-BE49-F238E27FC236}">
                <a16:creationId xmlns:a16="http://schemas.microsoft.com/office/drawing/2014/main" id="{3361A75A-06B0-428B-99B6-B53E5D03D6A6}"/>
              </a:ext>
            </a:extLst>
          </p:cNvPr>
          <p:cNvSpPr>
            <a:spLocks noGrp="1"/>
          </p:cNvSpPr>
          <p:nvPr>
            <p:ph idx="1"/>
          </p:nvPr>
        </p:nvSpPr>
        <p:spPr>
          <a:xfrm>
            <a:off x="1616149" y="946778"/>
            <a:ext cx="9888463" cy="4964444"/>
          </a:xfrm>
        </p:spPr>
        <p:txBody>
          <a:bodyPr>
            <a:normAutofit/>
          </a:bodyPr>
          <a:lstStyle/>
          <a:p>
            <a:pPr>
              <a:lnSpc>
                <a:spcPct val="150000"/>
              </a:lnSpc>
            </a:pPr>
            <a:r>
              <a:rPr lang="en-US" sz="2400" dirty="0"/>
              <a:t>A table, is an arrangement of data made up of </a:t>
            </a:r>
            <a:r>
              <a:rPr lang="en-US" sz="2400" b="1" dirty="0"/>
              <a:t>horizontal  rows </a:t>
            </a:r>
            <a:r>
              <a:rPr lang="en-US" sz="2400" dirty="0"/>
              <a:t>and </a:t>
            </a:r>
            <a:r>
              <a:rPr lang="en-US" sz="2400" b="1" dirty="0"/>
              <a:t>vertical columns</a:t>
            </a:r>
            <a:r>
              <a:rPr lang="en-US" sz="2400" dirty="0"/>
              <a:t>.</a:t>
            </a:r>
          </a:p>
          <a:p>
            <a:pPr>
              <a:lnSpc>
                <a:spcPct val="150000"/>
              </a:lnSpc>
            </a:pPr>
            <a:r>
              <a:rPr lang="en-US" sz="2400" dirty="0"/>
              <a:t> </a:t>
            </a:r>
            <a:r>
              <a:rPr lang="en-US" sz="2400" b="1" dirty="0"/>
              <a:t>Cells</a:t>
            </a:r>
            <a:r>
              <a:rPr lang="en-US" sz="2400" dirty="0"/>
              <a:t> are the rectangles that are formed when rows and columns intersect. </a:t>
            </a:r>
          </a:p>
          <a:p>
            <a:pPr>
              <a:lnSpc>
                <a:spcPct val="150000"/>
              </a:lnSpc>
            </a:pPr>
            <a:r>
              <a:rPr lang="en-US" sz="2400" dirty="0"/>
              <a:t>Tables are ideal for organizing any kind information in an orderly manner. </a:t>
            </a:r>
          </a:p>
          <a:p>
            <a:pPr lvl="1">
              <a:lnSpc>
                <a:spcPct val="150000"/>
              </a:lnSpc>
            </a:pPr>
            <a:r>
              <a:rPr lang="en-US" sz="2400" dirty="0"/>
              <a:t>Calendars, invoices, and contact lists are all some of the examples of how tables are used every day. </a:t>
            </a:r>
          </a:p>
        </p:txBody>
      </p:sp>
    </p:spTree>
    <p:extLst>
      <p:ext uri="{BB962C8B-B14F-4D97-AF65-F5344CB8AC3E}">
        <p14:creationId xmlns:p14="http://schemas.microsoft.com/office/powerpoint/2010/main" val="239259926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C573FA-2948-4933-BD18-9113ACA4B56D}"/>
              </a:ext>
            </a:extLst>
          </p:cNvPr>
          <p:cNvSpPr>
            <a:spLocks noGrp="1"/>
          </p:cNvSpPr>
          <p:nvPr>
            <p:ph type="title"/>
          </p:nvPr>
        </p:nvSpPr>
        <p:spPr>
          <a:xfrm>
            <a:off x="1637414" y="177542"/>
            <a:ext cx="9867198" cy="853816"/>
          </a:xfrm>
        </p:spPr>
        <p:txBody>
          <a:bodyPr/>
          <a:lstStyle/>
          <a:p>
            <a:r>
              <a:rPr kumimoji="0" lang="en-US" sz="3600" b="0" i="0" u="none" strike="noStrike" kern="1200" cap="none" spc="0" normalizeH="0" baseline="0" noProof="0" dirty="0">
                <a:ln>
                  <a:noFill/>
                </a:ln>
                <a:solidFill>
                  <a:prstClr val="black">
                    <a:lumMod val="85000"/>
                    <a:lumOff val="15000"/>
                  </a:prstClr>
                </a:solidFill>
                <a:effectLst/>
                <a:uLnTx/>
                <a:uFillTx/>
                <a:latin typeface="Century Gothic" panose="020B0502020202020204"/>
                <a:ea typeface="+mj-ea"/>
                <a:cs typeface="+mj-cs"/>
              </a:rPr>
              <a:t>TABLES (CREATING A TABLE)</a:t>
            </a:r>
            <a:endParaRPr lang="en-US" dirty="0"/>
          </a:p>
        </p:txBody>
      </p:sp>
      <p:sp>
        <p:nvSpPr>
          <p:cNvPr id="3" name="Content Placeholder 2">
            <a:extLst>
              <a:ext uri="{FF2B5EF4-FFF2-40B4-BE49-F238E27FC236}">
                <a16:creationId xmlns:a16="http://schemas.microsoft.com/office/drawing/2014/main" id="{4D564EE0-E137-45E1-8BFA-FCD51CF498C4}"/>
              </a:ext>
            </a:extLst>
          </p:cNvPr>
          <p:cNvSpPr>
            <a:spLocks noGrp="1"/>
          </p:cNvSpPr>
          <p:nvPr>
            <p:ph idx="1"/>
          </p:nvPr>
        </p:nvSpPr>
        <p:spPr>
          <a:xfrm>
            <a:off x="1637414" y="1031358"/>
            <a:ext cx="9867198" cy="4879864"/>
          </a:xfrm>
        </p:spPr>
        <p:txBody>
          <a:bodyPr/>
          <a:lstStyle/>
          <a:p>
            <a:pPr marL="342900" marR="0" lvl="0" indent="-342900" algn="l" defTabSz="457200" rtl="0" eaLnBrk="1" fontAlgn="auto" latinLnBrk="0" hangingPunct="1">
              <a:lnSpc>
                <a:spcPct val="150000"/>
              </a:lnSpc>
              <a:spcBef>
                <a:spcPts val="1000"/>
              </a:spcBef>
              <a:spcAft>
                <a:spcPts val="0"/>
              </a:spcAft>
              <a:buClr>
                <a:srgbClr val="A53010"/>
              </a:buClr>
              <a:buSzTx/>
              <a:buFont typeface="Wingdings 3" charset="2"/>
              <a:buChar char=""/>
              <a:tabLst/>
              <a:defRPr/>
            </a:pPr>
            <a:r>
              <a:rPr kumimoji="0" lang="en-US" sz="2400" b="0" i="0" u="none" strike="noStrike" kern="1200" cap="none" spc="0" normalizeH="0" baseline="0" noProof="0" dirty="0">
                <a:ln>
                  <a:noFill/>
                </a:ln>
                <a:solidFill>
                  <a:prstClr val="black">
                    <a:lumMod val="75000"/>
                    <a:lumOff val="25000"/>
                  </a:prstClr>
                </a:solidFill>
                <a:effectLst/>
                <a:uLnTx/>
                <a:uFillTx/>
                <a:latin typeface="Century Gothic" panose="020B0502020202020204"/>
                <a:ea typeface="+mn-ea"/>
                <a:cs typeface="+mn-cs"/>
              </a:rPr>
              <a:t>You can create a Table to enhance the presentation of data, to organize information.</a:t>
            </a:r>
          </a:p>
          <a:p>
            <a:pPr marL="342900" marR="0" lvl="0" indent="-342900" algn="l" defTabSz="457200" rtl="0" eaLnBrk="1" fontAlgn="auto" latinLnBrk="0" hangingPunct="1">
              <a:lnSpc>
                <a:spcPct val="150000"/>
              </a:lnSpc>
              <a:spcBef>
                <a:spcPts val="1000"/>
              </a:spcBef>
              <a:spcAft>
                <a:spcPts val="0"/>
              </a:spcAft>
              <a:buClr>
                <a:srgbClr val="A53010"/>
              </a:buClr>
              <a:buSzTx/>
              <a:buFont typeface="Wingdings 3" charset="2"/>
              <a:buChar char=""/>
              <a:tabLst/>
              <a:defRPr/>
            </a:pPr>
            <a:r>
              <a:rPr kumimoji="0" lang="en-US" sz="2400" b="0" i="0" u="none" strike="noStrike" kern="1200" cap="none" spc="0" normalizeH="0" baseline="0" noProof="0" dirty="0">
                <a:ln>
                  <a:noFill/>
                </a:ln>
                <a:solidFill>
                  <a:prstClr val="black">
                    <a:lumMod val="75000"/>
                    <a:lumOff val="25000"/>
                  </a:prstClr>
                </a:solidFill>
                <a:effectLst/>
                <a:uLnTx/>
                <a:uFillTx/>
                <a:latin typeface="Century Gothic" panose="020B0502020202020204"/>
                <a:ea typeface="+mn-ea"/>
                <a:cs typeface="+mn-cs"/>
              </a:rPr>
              <a:t>Word provides several options for creating tables, including:</a:t>
            </a:r>
          </a:p>
          <a:p>
            <a:pPr lvl="1">
              <a:lnSpc>
                <a:spcPct val="150000"/>
              </a:lnSpc>
              <a:buClr>
                <a:srgbClr val="A53010"/>
              </a:buClr>
              <a:buFont typeface="Wingdings" panose="05000000000000000000" pitchFamily="2" charset="2"/>
              <a:buChar char="Ø"/>
              <a:defRPr/>
            </a:pPr>
            <a:r>
              <a:rPr kumimoji="0" lang="en-US" sz="2400" b="0" i="0" u="none" strike="noStrike" kern="1200" cap="none" spc="0" normalizeH="0" baseline="0" noProof="0" dirty="0">
                <a:ln>
                  <a:noFill/>
                </a:ln>
                <a:solidFill>
                  <a:prstClr val="black">
                    <a:lumMod val="75000"/>
                    <a:lumOff val="25000"/>
                  </a:prstClr>
                </a:solidFill>
                <a:effectLst/>
                <a:uLnTx/>
                <a:uFillTx/>
                <a:latin typeface="Century Gothic" panose="020B0502020202020204"/>
                <a:ea typeface="+mn-ea"/>
                <a:cs typeface="+mn-cs"/>
              </a:rPr>
              <a:t>the </a:t>
            </a:r>
            <a:r>
              <a:rPr kumimoji="0" lang="en-US" sz="2400" b="1" i="0" u="none" strike="noStrike" kern="1200" cap="none" spc="0" normalizeH="0" baseline="0" noProof="0" dirty="0">
                <a:ln>
                  <a:noFill/>
                </a:ln>
                <a:solidFill>
                  <a:prstClr val="black">
                    <a:lumMod val="75000"/>
                    <a:lumOff val="25000"/>
                  </a:prstClr>
                </a:solidFill>
                <a:effectLst/>
                <a:uLnTx/>
                <a:uFillTx/>
                <a:latin typeface="Century Gothic" panose="020B0502020202020204"/>
                <a:ea typeface="+mn-ea"/>
                <a:cs typeface="+mn-cs"/>
              </a:rPr>
              <a:t>dragging method</a:t>
            </a:r>
            <a:r>
              <a:rPr kumimoji="0" lang="en-US" sz="2400" b="0" i="0" u="none" strike="noStrike" kern="1200" cap="none" spc="0" normalizeH="0" baseline="0" noProof="0" dirty="0">
                <a:ln>
                  <a:noFill/>
                </a:ln>
                <a:solidFill>
                  <a:prstClr val="black">
                    <a:lumMod val="75000"/>
                    <a:lumOff val="25000"/>
                  </a:prstClr>
                </a:solidFill>
                <a:effectLst/>
                <a:uLnTx/>
                <a:uFillTx/>
                <a:latin typeface="Century Gothic" panose="020B0502020202020204"/>
                <a:ea typeface="+mn-ea"/>
                <a:cs typeface="+mn-cs"/>
              </a:rPr>
              <a:t> </a:t>
            </a:r>
          </a:p>
          <a:p>
            <a:pPr lvl="1">
              <a:lnSpc>
                <a:spcPct val="150000"/>
              </a:lnSpc>
              <a:buClr>
                <a:srgbClr val="A53010"/>
              </a:buClr>
              <a:buFont typeface="Wingdings" panose="05000000000000000000" pitchFamily="2" charset="2"/>
              <a:buChar char="Ø"/>
              <a:defRPr/>
            </a:pPr>
            <a:r>
              <a:rPr kumimoji="0" lang="en-US" sz="2400" b="0" i="0" u="none" strike="noStrike" kern="1200" cap="none" spc="0" normalizeH="0" baseline="0" noProof="0" dirty="0">
                <a:ln>
                  <a:noFill/>
                </a:ln>
                <a:solidFill>
                  <a:prstClr val="black">
                    <a:lumMod val="75000"/>
                    <a:lumOff val="25000"/>
                  </a:prstClr>
                </a:solidFill>
                <a:effectLst/>
                <a:uLnTx/>
                <a:uFillTx/>
                <a:latin typeface="Century Gothic" panose="020B0502020202020204"/>
                <a:ea typeface="+mn-ea"/>
                <a:cs typeface="+mn-cs"/>
              </a:rPr>
              <a:t>the </a:t>
            </a:r>
            <a:r>
              <a:rPr kumimoji="0" lang="en-US" sz="2400" b="1" i="0" u="none" strike="noStrike" kern="1200" cap="none" spc="0" normalizeH="0" baseline="0" noProof="0" dirty="0">
                <a:ln>
                  <a:noFill/>
                </a:ln>
                <a:solidFill>
                  <a:prstClr val="black">
                    <a:lumMod val="75000"/>
                    <a:lumOff val="25000"/>
                  </a:prstClr>
                </a:solidFill>
                <a:effectLst/>
                <a:uLnTx/>
                <a:uFillTx/>
                <a:latin typeface="Century Gothic" panose="020B0502020202020204"/>
                <a:ea typeface="+mn-ea"/>
                <a:cs typeface="+mn-cs"/>
              </a:rPr>
              <a:t>Insert Table dialog box</a:t>
            </a:r>
            <a:endParaRPr lang="en-US" sz="2400" dirty="0">
              <a:solidFill>
                <a:prstClr val="black">
                  <a:lumMod val="75000"/>
                  <a:lumOff val="25000"/>
                </a:prstClr>
              </a:solidFill>
              <a:latin typeface="Century Gothic" panose="020B0502020202020204"/>
            </a:endParaRPr>
          </a:p>
          <a:p>
            <a:pPr lvl="1">
              <a:lnSpc>
                <a:spcPct val="150000"/>
              </a:lnSpc>
              <a:buClr>
                <a:srgbClr val="A53010"/>
              </a:buClr>
              <a:buFont typeface="Wingdings" panose="05000000000000000000" pitchFamily="2" charset="2"/>
              <a:buChar char="Ø"/>
              <a:defRPr/>
            </a:pPr>
            <a:r>
              <a:rPr lang="en-US" sz="2400" dirty="0">
                <a:solidFill>
                  <a:prstClr val="black">
                    <a:lumMod val="75000"/>
                    <a:lumOff val="25000"/>
                  </a:prstClr>
                </a:solidFill>
                <a:latin typeface="Century Gothic" panose="020B0502020202020204"/>
              </a:rPr>
              <a:t>the </a:t>
            </a:r>
            <a:r>
              <a:rPr kumimoji="0" lang="en-US" sz="2400" b="1" i="0" u="none" strike="noStrike" kern="1200" cap="none" spc="0" normalizeH="0" baseline="0" noProof="0" dirty="0">
                <a:ln>
                  <a:noFill/>
                </a:ln>
                <a:solidFill>
                  <a:prstClr val="black">
                    <a:lumMod val="75000"/>
                    <a:lumOff val="25000"/>
                  </a:prstClr>
                </a:solidFill>
                <a:effectLst/>
                <a:uLnTx/>
                <a:uFillTx/>
                <a:latin typeface="Century Gothic" panose="020B0502020202020204"/>
                <a:ea typeface="+mn-ea"/>
                <a:cs typeface="+mn-cs"/>
              </a:rPr>
              <a:t>table drawing tools</a:t>
            </a:r>
            <a:endParaRPr lang="en-US" sz="2400" dirty="0">
              <a:solidFill>
                <a:prstClr val="black">
                  <a:lumMod val="75000"/>
                  <a:lumOff val="25000"/>
                </a:prstClr>
              </a:solidFill>
              <a:latin typeface="Century Gothic" panose="020B0502020202020204"/>
            </a:endParaRPr>
          </a:p>
          <a:p>
            <a:pPr lvl="1">
              <a:lnSpc>
                <a:spcPct val="150000"/>
              </a:lnSpc>
              <a:buClr>
                <a:srgbClr val="A53010"/>
              </a:buClr>
              <a:buFont typeface="Wingdings" panose="05000000000000000000" pitchFamily="2" charset="2"/>
              <a:buChar char="Ø"/>
              <a:defRPr/>
            </a:pPr>
            <a:r>
              <a:rPr kumimoji="0" lang="en-US" sz="2400" b="0" i="0" u="none" strike="noStrike" kern="1200" cap="none" spc="0" normalizeH="0" baseline="0" noProof="0" dirty="0">
                <a:ln>
                  <a:noFill/>
                </a:ln>
                <a:solidFill>
                  <a:prstClr val="black">
                    <a:lumMod val="75000"/>
                    <a:lumOff val="25000"/>
                  </a:prstClr>
                </a:solidFill>
                <a:effectLst/>
                <a:uLnTx/>
                <a:uFillTx/>
                <a:latin typeface="Century Gothic" panose="020B0502020202020204"/>
                <a:ea typeface="+mn-ea"/>
                <a:cs typeface="+mn-cs"/>
              </a:rPr>
              <a:t>the </a:t>
            </a:r>
            <a:r>
              <a:rPr kumimoji="0" lang="en-US" sz="2400" b="1" i="0" u="none" strike="noStrike" kern="1200" cap="none" spc="0" normalizeH="0" baseline="0" noProof="0" dirty="0">
                <a:ln>
                  <a:noFill/>
                </a:ln>
                <a:solidFill>
                  <a:prstClr val="black">
                    <a:lumMod val="75000"/>
                    <a:lumOff val="25000"/>
                  </a:prstClr>
                </a:solidFill>
                <a:effectLst/>
                <a:uLnTx/>
                <a:uFillTx/>
                <a:latin typeface="Century Gothic" panose="020B0502020202020204"/>
                <a:ea typeface="+mn-ea"/>
                <a:cs typeface="+mn-cs"/>
              </a:rPr>
              <a:t>Quick Table method</a:t>
            </a:r>
            <a:endParaRPr kumimoji="0" lang="en-US" sz="2400" b="0" i="0" u="none" strike="noStrike" kern="1200" cap="none" spc="0" normalizeH="0" baseline="0" noProof="0" dirty="0">
              <a:ln>
                <a:noFill/>
              </a:ln>
              <a:solidFill>
                <a:prstClr val="black">
                  <a:lumMod val="75000"/>
                  <a:lumOff val="25000"/>
                </a:prstClr>
              </a:solidFill>
              <a:effectLst/>
              <a:uLnTx/>
              <a:uFillTx/>
              <a:latin typeface="Century Gothic" panose="020B0502020202020204"/>
              <a:ea typeface="+mn-ea"/>
              <a:cs typeface="+mn-cs"/>
            </a:endParaRPr>
          </a:p>
          <a:p>
            <a:endParaRPr lang="en-US" dirty="0"/>
          </a:p>
        </p:txBody>
      </p:sp>
    </p:spTree>
    <p:extLst>
      <p:ext uri="{BB962C8B-B14F-4D97-AF65-F5344CB8AC3E}">
        <p14:creationId xmlns:p14="http://schemas.microsoft.com/office/powerpoint/2010/main" val="183528430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A6E8FE-A9A0-4E31-9A9A-17A59D768BC3}"/>
              </a:ext>
            </a:extLst>
          </p:cNvPr>
          <p:cNvSpPr>
            <a:spLocks noGrp="1"/>
          </p:cNvSpPr>
          <p:nvPr>
            <p:ph type="title"/>
          </p:nvPr>
        </p:nvSpPr>
        <p:spPr>
          <a:xfrm>
            <a:off x="1612034" y="156278"/>
            <a:ext cx="9877831" cy="853815"/>
          </a:xfrm>
        </p:spPr>
        <p:txBody>
          <a:bodyPr/>
          <a:lstStyle/>
          <a:p>
            <a:r>
              <a:rPr lang="en-US" dirty="0"/>
              <a:t>TABLE CREATED IN WORD</a:t>
            </a:r>
          </a:p>
        </p:txBody>
      </p:sp>
      <p:pic>
        <p:nvPicPr>
          <p:cNvPr id="5" name="Content Placeholder 4">
            <a:extLst>
              <a:ext uri="{FF2B5EF4-FFF2-40B4-BE49-F238E27FC236}">
                <a16:creationId xmlns:a16="http://schemas.microsoft.com/office/drawing/2014/main" id="{C2EBD383-678A-4E62-AC4D-1200245AF957}"/>
              </a:ext>
            </a:extLst>
          </p:cNvPr>
          <p:cNvPicPr>
            <a:picLocks noGrp="1" noChangeAspect="1"/>
          </p:cNvPicPr>
          <p:nvPr>
            <p:ph idx="1"/>
          </p:nvPr>
        </p:nvPicPr>
        <p:blipFill>
          <a:blip r:embed="rId2"/>
          <a:stretch>
            <a:fillRect/>
          </a:stretch>
        </p:blipFill>
        <p:spPr>
          <a:xfrm>
            <a:off x="2050666" y="1010094"/>
            <a:ext cx="7916048" cy="4135912"/>
          </a:xfrm>
        </p:spPr>
      </p:pic>
    </p:spTree>
    <p:extLst>
      <p:ext uri="{BB962C8B-B14F-4D97-AF65-F5344CB8AC3E}">
        <p14:creationId xmlns:p14="http://schemas.microsoft.com/office/powerpoint/2010/main" val="97338400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A0DD88-5C73-4A60-BB98-1C43A9AE0652}"/>
              </a:ext>
            </a:extLst>
          </p:cNvPr>
          <p:cNvSpPr>
            <a:spLocks noGrp="1"/>
          </p:cNvSpPr>
          <p:nvPr>
            <p:ph type="title"/>
          </p:nvPr>
        </p:nvSpPr>
        <p:spPr>
          <a:xfrm>
            <a:off x="1626781" y="306333"/>
            <a:ext cx="9877831" cy="778188"/>
          </a:xfrm>
        </p:spPr>
        <p:txBody>
          <a:bodyPr/>
          <a:lstStyle/>
          <a:p>
            <a:r>
              <a:rPr lang="en-US" dirty="0"/>
              <a:t>INSERTING TABLE</a:t>
            </a:r>
          </a:p>
        </p:txBody>
      </p:sp>
      <p:sp>
        <p:nvSpPr>
          <p:cNvPr id="3" name="Content Placeholder 2">
            <a:extLst>
              <a:ext uri="{FF2B5EF4-FFF2-40B4-BE49-F238E27FC236}">
                <a16:creationId xmlns:a16="http://schemas.microsoft.com/office/drawing/2014/main" id="{6B1E5D43-4C2D-4FF1-B0CC-BDADF9F21689}"/>
              </a:ext>
            </a:extLst>
          </p:cNvPr>
          <p:cNvSpPr>
            <a:spLocks noGrp="1"/>
          </p:cNvSpPr>
          <p:nvPr>
            <p:ph idx="1"/>
          </p:nvPr>
        </p:nvSpPr>
        <p:spPr>
          <a:xfrm>
            <a:off x="1626781" y="1084521"/>
            <a:ext cx="9877831" cy="4826701"/>
          </a:xfrm>
        </p:spPr>
        <p:txBody>
          <a:bodyPr>
            <a:noAutofit/>
          </a:bodyPr>
          <a:lstStyle/>
          <a:p>
            <a:r>
              <a:rPr lang="en-US" sz="2400" dirty="0"/>
              <a:t>To insert a table into your document, place the insertion point where you want to insert the table.</a:t>
            </a:r>
          </a:p>
          <a:p>
            <a:r>
              <a:rPr lang="en-US" sz="2400" dirty="0"/>
              <a:t>Then, click the </a:t>
            </a:r>
            <a:r>
              <a:rPr lang="en-US" sz="2400" b="1" dirty="0"/>
              <a:t>INSERT</a:t>
            </a:r>
            <a:r>
              <a:rPr lang="en-US" sz="2400" dirty="0"/>
              <a:t> tab on the ribbon and click the drop-down menu on the </a:t>
            </a:r>
            <a:r>
              <a:rPr lang="en-US" sz="2400" b="1" dirty="0"/>
              <a:t>TABLES</a:t>
            </a:r>
            <a:r>
              <a:rPr lang="en-US" sz="2400" dirty="0"/>
              <a:t> command group select </a:t>
            </a:r>
            <a:r>
              <a:rPr lang="en-US" sz="2400" b="1" dirty="0"/>
              <a:t>INSERT TABLE</a:t>
            </a:r>
            <a:r>
              <a:rPr lang="en-US" sz="2400" dirty="0"/>
              <a:t>. </a:t>
            </a:r>
          </a:p>
          <a:p>
            <a:r>
              <a:rPr lang="en-US" sz="2400" dirty="0"/>
              <a:t>Use the mouse to select the desired number of columns and rows in the dialogue box. </a:t>
            </a:r>
          </a:p>
          <a:p>
            <a:r>
              <a:rPr lang="en-US" sz="2400" dirty="0"/>
              <a:t>Word will create a table that fills the area inside the margins with the width of the columns adjusting automatically according to the amount of space available. </a:t>
            </a:r>
          </a:p>
        </p:txBody>
      </p:sp>
    </p:spTree>
    <p:extLst>
      <p:ext uri="{BB962C8B-B14F-4D97-AF65-F5344CB8AC3E}">
        <p14:creationId xmlns:p14="http://schemas.microsoft.com/office/powerpoint/2010/main" val="269000530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197F3D-8AFB-4613-A340-FA39621238E5}"/>
              </a:ext>
            </a:extLst>
          </p:cNvPr>
          <p:cNvSpPr>
            <a:spLocks noGrp="1"/>
          </p:cNvSpPr>
          <p:nvPr>
            <p:ph type="title"/>
          </p:nvPr>
        </p:nvSpPr>
        <p:spPr>
          <a:xfrm>
            <a:off x="1573619" y="306333"/>
            <a:ext cx="9930993" cy="735658"/>
          </a:xfrm>
        </p:spPr>
        <p:txBody>
          <a:bodyPr/>
          <a:lstStyle/>
          <a:p>
            <a:r>
              <a:rPr lang="en-US" dirty="0"/>
              <a:t>CREATING A TABLE BY DRAGGING</a:t>
            </a:r>
          </a:p>
        </p:txBody>
      </p:sp>
      <p:sp>
        <p:nvSpPr>
          <p:cNvPr id="3" name="Content Placeholder 2">
            <a:extLst>
              <a:ext uri="{FF2B5EF4-FFF2-40B4-BE49-F238E27FC236}">
                <a16:creationId xmlns:a16="http://schemas.microsoft.com/office/drawing/2014/main" id="{EDB60781-2224-403F-993F-6F6A5B9D38EE}"/>
              </a:ext>
            </a:extLst>
          </p:cNvPr>
          <p:cNvSpPr>
            <a:spLocks noGrp="1"/>
          </p:cNvSpPr>
          <p:nvPr>
            <p:ph idx="1"/>
          </p:nvPr>
        </p:nvSpPr>
        <p:spPr>
          <a:xfrm>
            <a:off x="1573619" y="1041991"/>
            <a:ext cx="9930993" cy="5018567"/>
          </a:xfrm>
        </p:spPr>
        <p:txBody>
          <a:bodyPr>
            <a:noAutofit/>
          </a:bodyPr>
          <a:lstStyle/>
          <a:p>
            <a:pPr marL="0" marR="0" lvl="0" indent="0" algn="l" defTabSz="457200" rtl="0" eaLnBrk="1" fontAlgn="auto" latinLnBrk="0" hangingPunct="1">
              <a:lnSpc>
                <a:spcPct val="150000"/>
              </a:lnSpc>
              <a:spcBef>
                <a:spcPts val="1000"/>
              </a:spcBef>
              <a:spcAft>
                <a:spcPts val="0"/>
              </a:spcAft>
              <a:buClr>
                <a:srgbClr val="A53010"/>
              </a:buClr>
              <a:buSzTx/>
              <a:buFont typeface="Wingdings 3" charset="2"/>
              <a:buNone/>
              <a:tabLst/>
              <a:defRPr/>
            </a:pPr>
            <a:r>
              <a:rPr kumimoji="0" lang="en-US" sz="2400" b="1" i="0" u="none" strike="noStrike" kern="1200" cap="none" spc="0" normalizeH="0" baseline="0" noProof="0" dirty="0">
                <a:ln>
                  <a:noFill/>
                </a:ln>
                <a:solidFill>
                  <a:srgbClr val="FF0000"/>
                </a:solidFill>
                <a:effectLst/>
                <a:uLnTx/>
                <a:uFillTx/>
                <a:latin typeface="Century Gothic" panose="020B0502020202020204"/>
                <a:ea typeface="+mn-ea"/>
                <a:cs typeface="+mn-cs"/>
              </a:rPr>
              <a:t>EXERCISE: INSERTING A TABLE (DRAGGING)</a:t>
            </a:r>
          </a:p>
          <a:p>
            <a:pPr marL="742950" marR="0" lvl="1" indent="-285750" algn="l" defTabSz="457200" rtl="0" eaLnBrk="1" fontAlgn="auto" latinLnBrk="0" hangingPunct="1">
              <a:lnSpc>
                <a:spcPct val="150000"/>
              </a:lnSpc>
              <a:spcBef>
                <a:spcPts val="1000"/>
              </a:spcBef>
              <a:spcAft>
                <a:spcPts val="0"/>
              </a:spcAft>
              <a:buClr>
                <a:srgbClr val="A53010"/>
              </a:buClr>
              <a:buSzTx/>
              <a:buFont typeface="Wingdings 3" charset="2"/>
              <a:buChar char=""/>
              <a:tabLst/>
              <a:defRPr/>
            </a:pPr>
            <a:r>
              <a:rPr kumimoji="0" lang="en-US" sz="2400" b="0" i="0" u="none" strike="noStrike" kern="1200" cap="none" spc="0" normalizeH="0" baseline="0" noProof="0" dirty="0">
                <a:ln>
                  <a:noFill/>
                </a:ln>
                <a:solidFill>
                  <a:schemeClr val="tx1"/>
                </a:solidFill>
                <a:effectLst/>
                <a:uLnTx/>
                <a:uFillTx/>
                <a:latin typeface="Century Gothic" panose="020B0502020202020204"/>
                <a:ea typeface="+mn-ea"/>
                <a:cs typeface="+mn-cs"/>
              </a:rPr>
              <a:t>Open a blank document.</a:t>
            </a:r>
          </a:p>
          <a:p>
            <a:pPr marL="742950" marR="0" lvl="1" indent="-285750" algn="l" defTabSz="457200" rtl="0" eaLnBrk="1" fontAlgn="auto" latinLnBrk="0" hangingPunct="1">
              <a:lnSpc>
                <a:spcPct val="150000"/>
              </a:lnSpc>
              <a:spcBef>
                <a:spcPts val="1000"/>
              </a:spcBef>
              <a:spcAft>
                <a:spcPts val="0"/>
              </a:spcAft>
              <a:buClr>
                <a:srgbClr val="A53010"/>
              </a:buClr>
              <a:buSzTx/>
              <a:buFont typeface="Wingdings 3" charset="2"/>
              <a:buChar char=""/>
              <a:tabLst/>
              <a:defRPr/>
            </a:pPr>
            <a:r>
              <a:rPr kumimoji="0" lang="en-US" sz="2400" b="0" i="0" u="none" strike="noStrike" kern="1200" cap="none" spc="0" normalizeH="0" baseline="0" noProof="0" dirty="0">
                <a:ln>
                  <a:noFill/>
                </a:ln>
                <a:solidFill>
                  <a:schemeClr val="tx1"/>
                </a:solidFill>
                <a:effectLst/>
                <a:uLnTx/>
                <a:uFillTx/>
                <a:latin typeface="Century Gothic" panose="020B0502020202020204"/>
                <a:ea typeface="+mn-ea"/>
                <a:cs typeface="+mn-cs"/>
              </a:rPr>
              <a:t>Then, click the </a:t>
            </a:r>
            <a:r>
              <a:rPr kumimoji="0" lang="en-US" sz="2400" b="1" i="0" u="none" strike="noStrike" kern="1200" cap="none" spc="0" normalizeH="0" baseline="0" noProof="0" dirty="0">
                <a:ln>
                  <a:noFill/>
                </a:ln>
                <a:solidFill>
                  <a:schemeClr val="tx1"/>
                </a:solidFill>
                <a:effectLst/>
                <a:uLnTx/>
                <a:uFillTx/>
                <a:latin typeface="Century Gothic" panose="020B0502020202020204"/>
                <a:ea typeface="+mn-ea"/>
                <a:cs typeface="+mn-cs"/>
              </a:rPr>
              <a:t>INSERT</a:t>
            </a:r>
            <a:r>
              <a:rPr kumimoji="0" lang="en-US" sz="2400" b="0" i="0" u="none" strike="noStrike" kern="1200" cap="none" spc="0" normalizeH="0" baseline="0" noProof="0" dirty="0">
                <a:ln>
                  <a:noFill/>
                </a:ln>
                <a:solidFill>
                  <a:schemeClr val="tx1"/>
                </a:solidFill>
                <a:effectLst/>
                <a:uLnTx/>
                <a:uFillTx/>
                <a:latin typeface="Century Gothic" panose="020B0502020202020204"/>
                <a:ea typeface="+mn-ea"/>
                <a:cs typeface="+mn-cs"/>
              </a:rPr>
              <a:t> tab on the ribbon.</a:t>
            </a:r>
          </a:p>
          <a:p>
            <a:pPr marL="742950" marR="0" lvl="1" indent="-285750" algn="l" defTabSz="457200" rtl="0" eaLnBrk="1" fontAlgn="auto" latinLnBrk="0" hangingPunct="1">
              <a:lnSpc>
                <a:spcPct val="150000"/>
              </a:lnSpc>
              <a:spcBef>
                <a:spcPts val="1000"/>
              </a:spcBef>
              <a:spcAft>
                <a:spcPts val="0"/>
              </a:spcAft>
              <a:buClr>
                <a:srgbClr val="A53010"/>
              </a:buClr>
              <a:buSzTx/>
              <a:buFont typeface="Wingdings 3" charset="2"/>
              <a:buChar char=""/>
              <a:tabLst/>
              <a:defRPr/>
            </a:pPr>
            <a:r>
              <a:rPr kumimoji="0" lang="en-US" sz="2400" b="0" i="0" u="none" strike="noStrike" kern="1200" cap="none" spc="0" normalizeH="0" baseline="0" noProof="0" dirty="0">
                <a:ln>
                  <a:noFill/>
                </a:ln>
                <a:solidFill>
                  <a:schemeClr val="tx1"/>
                </a:solidFill>
                <a:effectLst/>
                <a:uLnTx/>
                <a:uFillTx/>
                <a:latin typeface="Century Gothic" panose="020B0502020202020204"/>
                <a:ea typeface="+mn-ea"/>
                <a:cs typeface="+mn-cs"/>
              </a:rPr>
              <a:t>Click the drop-down menu on the </a:t>
            </a:r>
            <a:r>
              <a:rPr kumimoji="0" lang="en-US" sz="2400" b="1" i="0" u="none" strike="noStrike" kern="1200" cap="none" spc="0" normalizeH="0" baseline="0" noProof="0" dirty="0">
                <a:ln>
                  <a:noFill/>
                </a:ln>
                <a:solidFill>
                  <a:schemeClr val="tx1"/>
                </a:solidFill>
                <a:effectLst/>
                <a:uLnTx/>
                <a:uFillTx/>
                <a:latin typeface="Century Gothic" panose="020B0502020202020204"/>
                <a:ea typeface="+mn-ea"/>
                <a:cs typeface="+mn-cs"/>
              </a:rPr>
              <a:t>TABLES</a:t>
            </a:r>
            <a:r>
              <a:rPr kumimoji="0" lang="en-US" sz="2400" b="0" i="0" u="none" strike="noStrike" kern="1200" cap="none" spc="0" normalizeH="0" baseline="0" noProof="0" dirty="0">
                <a:ln>
                  <a:noFill/>
                </a:ln>
                <a:solidFill>
                  <a:schemeClr val="tx1"/>
                </a:solidFill>
                <a:effectLst/>
                <a:uLnTx/>
                <a:uFillTx/>
                <a:latin typeface="Century Gothic" panose="020B0502020202020204"/>
                <a:ea typeface="+mn-ea"/>
                <a:cs typeface="+mn-cs"/>
              </a:rPr>
              <a:t> command group.</a:t>
            </a:r>
          </a:p>
          <a:p>
            <a:pPr marL="742950" marR="0" lvl="1" indent="-285750" algn="l" defTabSz="457200" rtl="0" eaLnBrk="1" fontAlgn="auto" latinLnBrk="0" hangingPunct="1">
              <a:lnSpc>
                <a:spcPct val="150000"/>
              </a:lnSpc>
              <a:spcBef>
                <a:spcPts val="1000"/>
              </a:spcBef>
              <a:spcAft>
                <a:spcPts val="0"/>
              </a:spcAft>
              <a:buClr>
                <a:srgbClr val="A53010"/>
              </a:buClr>
              <a:buSzTx/>
              <a:buFont typeface="Wingdings 3" charset="2"/>
              <a:buChar char=""/>
              <a:tabLst/>
              <a:defRPr/>
            </a:pPr>
            <a:r>
              <a:rPr kumimoji="0" lang="en-US" sz="2400" b="0" i="0" u="none" strike="noStrike" kern="1200" cap="none" spc="0" normalizeH="0" baseline="0" noProof="0" dirty="0">
                <a:ln>
                  <a:noFill/>
                </a:ln>
                <a:solidFill>
                  <a:schemeClr val="tx1"/>
                </a:solidFill>
                <a:effectLst/>
                <a:uLnTx/>
                <a:uFillTx/>
                <a:latin typeface="Century Gothic" panose="020B0502020202020204"/>
                <a:ea typeface="+mn-ea"/>
                <a:cs typeface="+mn-cs"/>
              </a:rPr>
              <a:t>Use the mouse to shade 8 columns and 7 rows, and then click the left mouse button to insert the table.</a:t>
            </a:r>
          </a:p>
          <a:p>
            <a:pPr marL="0" indent="0">
              <a:lnSpc>
                <a:spcPct val="150000"/>
              </a:lnSpc>
              <a:buNone/>
            </a:pPr>
            <a:r>
              <a:rPr lang="en-US" sz="2400" b="1" dirty="0">
                <a:solidFill>
                  <a:srgbClr val="00B0F0"/>
                </a:solidFill>
              </a:rPr>
              <a:t>NOTE: </a:t>
            </a:r>
            <a:r>
              <a:rPr lang="en-US" sz="2400" dirty="0">
                <a:solidFill>
                  <a:srgbClr val="00B0F0"/>
                </a:solidFill>
              </a:rPr>
              <a:t>Practice to Draw a Table using the “Draw Table” option during your own free time.</a:t>
            </a:r>
          </a:p>
        </p:txBody>
      </p:sp>
    </p:spTree>
    <p:extLst>
      <p:ext uri="{BB962C8B-B14F-4D97-AF65-F5344CB8AC3E}">
        <p14:creationId xmlns:p14="http://schemas.microsoft.com/office/powerpoint/2010/main" val="53981920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058A2E-2AAF-409E-A35E-A232CE4D3F9D}"/>
              </a:ext>
            </a:extLst>
          </p:cNvPr>
          <p:cNvSpPr>
            <a:spLocks noGrp="1"/>
          </p:cNvSpPr>
          <p:nvPr>
            <p:ph type="title"/>
          </p:nvPr>
        </p:nvSpPr>
        <p:spPr>
          <a:xfrm>
            <a:off x="1648047" y="198808"/>
            <a:ext cx="9856565" cy="673062"/>
          </a:xfrm>
        </p:spPr>
        <p:txBody>
          <a:bodyPr/>
          <a:lstStyle/>
          <a:p>
            <a:r>
              <a:rPr lang="en-US" dirty="0"/>
              <a:t>TABLE TOOLS TAB</a:t>
            </a:r>
          </a:p>
        </p:txBody>
      </p:sp>
      <p:sp>
        <p:nvSpPr>
          <p:cNvPr id="3" name="Content Placeholder 2">
            <a:extLst>
              <a:ext uri="{FF2B5EF4-FFF2-40B4-BE49-F238E27FC236}">
                <a16:creationId xmlns:a16="http://schemas.microsoft.com/office/drawing/2014/main" id="{BC3AEB66-C8FF-40CC-87FF-A6FEA0E2A057}"/>
              </a:ext>
            </a:extLst>
          </p:cNvPr>
          <p:cNvSpPr>
            <a:spLocks noGrp="1"/>
          </p:cNvSpPr>
          <p:nvPr>
            <p:ph idx="1"/>
          </p:nvPr>
        </p:nvSpPr>
        <p:spPr>
          <a:xfrm>
            <a:off x="1648047" y="871870"/>
            <a:ext cx="9856565" cy="5039352"/>
          </a:xfrm>
        </p:spPr>
        <p:txBody>
          <a:bodyPr>
            <a:normAutofit/>
          </a:bodyPr>
          <a:lstStyle/>
          <a:p>
            <a:pPr>
              <a:lnSpc>
                <a:spcPct val="150000"/>
              </a:lnSpc>
            </a:pPr>
            <a:r>
              <a:rPr lang="en-US" sz="2400" dirty="0"/>
              <a:t>After inserting a table, Word displays </a:t>
            </a:r>
            <a:r>
              <a:rPr lang="en-US" sz="2400" b="1" dirty="0"/>
              <a:t>Table Tools Tab (Design Tab) </a:t>
            </a:r>
            <a:r>
              <a:rPr lang="en-US" sz="2400" dirty="0"/>
              <a:t>in the Ribbon.</a:t>
            </a:r>
          </a:p>
          <a:p>
            <a:pPr>
              <a:lnSpc>
                <a:spcPct val="150000"/>
              </a:lnSpc>
            </a:pPr>
            <a:r>
              <a:rPr lang="en-US" sz="2400" b="1" dirty="0"/>
              <a:t>Table Tools Tab </a:t>
            </a:r>
            <a:r>
              <a:rPr lang="en-US" sz="2400" dirty="0"/>
              <a:t>appears once the table is in place and selected. </a:t>
            </a:r>
          </a:p>
          <a:p>
            <a:pPr>
              <a:lnSpc>
                <a:spcPct val="150000"/>
              </a:lnSpc>
            </a:pPr>
            <a:r>
              <a:rPr lang="en-US" sz="2400" dirty="0"/>
              <a:t>Use the </a:t>
            </a:r>
            <a:r>
              <a:rPr lang="en-US" sz="2400" b="1" dirty="0"/>
              <a:t>Table tab </a:t>
            </a:r>
            <a:r>
              <a:rPr lang="en-US" sz="2400" dirty="0"/>
              <a:t>to adjust the table and enhance it. </a:t>
            </a:r>
          </a:p>
          <a:p>
            <a:pPr>
              <a:lnSpc>
                <a:spcPct val="150000"/>
              </a:lnSpc>
            </a:pPr>
            <a:r>
              <a:rPr lang="en-US" sz="2400" dirty="0"/>
              <a:t>For example you can change the width and height of a row or column, alter the style of the table or delete grid lines.</a:t>
            </a:r>
          </a:p>
        </p:txBody>
      </p:sp>
    </p:spTree>
    <p:extLst>
      <p:ext uri="{BB962C8B-B14F-4D97-AF65-F5344CB8AC3E}">
        <p14:creationId xmlns:p14="http://schemas.microsoft.com/office/powerpoint/2010/main" val="269665009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56E253-4322-46D2-952B-F4EDC8AE769F}"/>
              </a:ext>
            </a:extLst>
          </p:cNvPr>
          <p:cNvSpPr>
            <a:spLocks noGrp="1"/>
          </p:cNvSpPr>
          <p:nvPr>
            <p:ph type="title"/>
          </p:nvPr>
        </p:nvSpPr>
        <p:spPr>
          <a:xfrm>
            <a:off x="1637414" y="306333"/>
            <a:ext cx="9867198" cy="756923"/>
          </a:xfrm>
        </p:spPr>
        <p:txBody>
          <a:bodyPr/>
          <a:lstStyle/>
          <a:p>
            <a:r>
              <a:rPr lang="en-US" dirty="0">
                <a:solidFill>
                  <a:prstClr val="black">
                    <a:lumMod val="85000"/>
                    <a:lumOff val="15000"/>
                  </a:prstClr>
                </a:solidFill>
                <a:latin typeface="Century Gothic" panose="020B0502020202020204"/>
              </a:rPr>
              <a:t>CONTD…</a:t>
            </a:r>
            <a:endParaRPr lang="en-US" dirty="0"/>
          </a:p>
        </p:txBody>
      </p:sp>
      <p:sp>
        <p:nvSpPr>
          <p:cNvPr id="3" name="Content Placeholder 2">
            <a:extLst>
              <a:ext uri="{FF2B5EF4-FFF2-40B4-BE49-F238E27FC236}">
                <a16:creationId xmlns:a16="http://schemas.microsoft.com/office/drawing/2014/main" id="{5D878952-CEEC-4D3B-BDBF-FAAEF8FF54F4}"/>
              </a:ext>
            </a:extLst>
          </p:cNvPr>
          <p:cNvSpPr>
            <a:spLocks noGrp="1"/>
          </p:cNvSpPr>
          <p:nvPr>
            <p:ph idx="1"/>
          </p:nvPr>
        </p:nvSpPr>
        <p:spPr>
          <a:xfrm>
            <a:off x="1637414" y="1063256"/>
            <a:ext cx="9867198" cy="4847966"/>
          </a:xfrm>
        </p:spPr>
        <p:txBody>
          <a:bodyPr>
            <a:normAutofit fontScale="92500"/>
          </a:bodyPr>
          <a:lstStyle/>
          <a:p>
            <a:pPr marL="342900" marR="0" lvl="0" indent="-342900" algn="l" defTabSz="457200" rtl="0" eaLnBrk="1" fontAlgn="auto" latinLnBrk="0" hangingPunct="1">
              <a:lnSpc>
                <a:spcPct val="150000"/>
              </a:lnSpc>
              <a:spcBef>
                <a:spcPts val="1000"/>
              </a:spcBef>
              <a:spcAft>
                <a:spcPts val="0"/>
              </a:spcAft>
              <a:buClr>
                <a:srgbClr val="A53010"/>
              </a:buClr>
              <a:buSzTx/>
              <a:buFont typeface="Wingdings 3" charset="2"/>
              <a:buChar char=""/>
              <a:tabLst/>
              <a:defRPr/>
            </a:pPr>
            <a:r>
              <a:rPr kumimoji="0" lang="en-US" sz="2400" b="0" i="0" u="none" strike="noStrike" kern="1200" cap="none" spc="0" normalizeH="0" baseline="0" noProof="0" dirty="0">
                <a:ln>
                  <a:noFill/>
                </a:ln>
                <a:solidFill>
                  <a:prstClr val="black">
                    <a:lumMod val="75000"/>
                    <a:lumOff val="25000"/>
                  </a:prstClr>
                </a:solidFill>
                <a:effectLst/>
                <a:uLnTx/>
                <a:uFillTx/>
                <a:latin typeface="Century Gothic" panose="020B0502020202020204"/>
                <a:ea typeface="+mn-ea"/>
                <a:cs typeface="+mn-cs"/>
              </a:rPr>
              <a:t>When working with tables in word, a </a:t>
            </a:r>
            <a:r>
              <a:rPr kumimoji="0" lang="en-US" sz="2400" b="1" i="0" u="none" strike="noStrike" kern="1200" cap="none" spc="0" normalizeH="0" baseline="0" noProof="0" dirty="0">
                <a:ln>
                  <a:noFill/>
                </a:ln>
                <a:solidFill>
                  <a:prstClr val="black">
                    <a:lumMod val="75000"/>
                    <a:lumOff val="25000"/>
                  </a:prstClr>
                </a:solidFill>
                <a:effectLst/>
                <a:uLnTx/>
                <a:uFillTx/>
                <a:latin typeface="Century Gothic" panose="020B0502020202020204"/>
                <a:ea typeface="+mn-ea"/>
                <a:cs typeface="+mn-cs"/>
              </a:rPr>
              <a:t>contextual Table Tools Tab </a:t>
            </a:r>
            <a:r>
              <a:rPr kumimoji="0" lang="en-US" sz="2400" i="0" u="none" strike="noStrike" kern="1200" cap="none" spc="0" normalizeH="0" baseline="0" noProof="0" dirty="0">
                <a:ln>
                  <a:noFill/>
                </a:ln>
                <a:solidFill>
                  <a:prstClr val="black">
                    <a:lumMod val="75000"/>
                    <a:lumOff val="25000"/>
                  </a:prstClr>
                </a:solidFill>
                <a:effectLst/>
                <a:uLnTx/>
                <a:uFillTx/>
                <a:latin typeface="Century Gothic" panose="020B0502020202020204"/>
                <a:ea typeface="+mn-ea"/>
                <a:cs typeface="+mn-cs"/>
              </a:rPr>
              <a:t>on the </a:t>
            </a:r>
            <a:r>
              <a:rPr kumimoji="0" lang="en-US" sz="2400" b="1" i="0" u="none" strike="noStrike" kern="1200" cap="none" spc="0" normalizeH="0" baseline="0" noProof="0" dirty="0">
                <a:ln>
                  <a:noFill/>
                </a:ln>
                <a:solidFill>
                  <a:prstClr val="black">
                    <a:lumMod val="75000"/>
                    <a:lumOff val="25000"/>
                  </a:prstClr>
                </a:solidFill>
                <a:effectLst/>
                <a:uLnTx/>
                <a:uFillTx/>
                <a:latin typeface="Century Gothic" panose="020B0502020202020204"/>
                <a:ea typeface="+mn-ea"/>
                <a:cs typeface="+mn-cs"/>
              </a:rPr>
              <a:t>Ribbon </a:t>
            </a:r>
            <a:r>
              <a:rPr kumimoji="0" lang="en-US" sz="2400" b="0" i="0" u="none" strike="noStrike" kern="1200" cap="none" spc="0" normalizeH="0" baseline="0" noProof="0" dirty="0">
                <a:ln>
                  <a:noFill/>
                </a:ln>
                <a:solidFill>
                  <a:prstClr val="black">
                    <a:lumMod val="75000"/>
                    <a:lumOff val="25000"/>
                  </a:prstClr>
                </a:solidFill>
                <a:effectLst/>
                <a:uLnTx/>
                <a:uFillTx/>
                <a:latin typeface="Century Gothic" panose="020B0502020202020204"/>
                <a:ea typeface="+mn-ea"/>
                <a:cs typeface="+mn-cs"/>
              </a:rPr>
              <a:t>is displayed that is only visible when a table is in use. </a:t>
            </a:r>
          </a:p>
          <a:p>
            <a:pPr marL="342900" marR="0" lvl="0" indent="-342900" algn="l" defTabSz="457200" rtl="0" eaLnBrk="1" fontAlgn="auto" latinLnBrk="0" hangingPunct="1">
              <a:lnSpc>
                <a:spcPct val="150000"/>
              </a:lnSpc>
              <a:spcBef>
                <a:spcPts val="1000"/>
              </a:spcBef>
              <a:spcAft>
                <a:spcPts val="0"/>
              </a:spcAft>
              <a:buClr>
                <a:srgbClr val="A53010"/>
              </a:buClr>
              <a:buSzTx/>
              <a:buFont typeface="Wingdings 3" charset="2"/>
              <a:buChar char=""/>
              <a:tabLst/>
              <a:defRPr/>
            </a:pPr>
            <a:r>
              <a:rPr kumimoji="0" lang="en-US" sz="2400" b="0" i="0" u="none" strike="noStrike" kern="1200" cap="none" spc="0" normalizeH="0" baseline="0" noProof="0" dirty="0">
                <a:ln>
                  <a:noFill/>
                </a:ln>
                <a:solidFill>
                  <a:prstClr val="black">
                    <a:lumMod val="75000"/>
                    <a:lumOff val="25000"/>
                  </a:prstClr>
                </a:solidFill>
                <a:effectLst/>
                <a:uLnTx/>
                <a:uFillTx/>
                <a:latin typeface="Century Gothic" panose="020B0502020202020204"/>
                <a:ea typeface="+mn-ea"/>
                <a:cs typeface="+mn-cs"/>
              </a:rPr>
              <a:t>The </a:t>
            </a:r>
            <a:r>
              <a:rPr kumimoji="0" lang="en-US" sz="2400" b="1" i="0" u="none" strike="noStrike" kern="1200" cap="none" spc="0" normalizeH="0" baseline="0" noProof="0" dirty="0">
                <a:ln>
                  <a:noFill/>
                </a:ln>
                <a:solidFill>
                  <a:prstClr val="black">
                    <a:lumMod val="75000"/>
                    <a:lumOff val="25000"/>
                  </a:prstClr>
                </a:solidFill>
                <a:effectLst/>
                <a:uLnTx/>
                <a:uFillTx/>
                <a:latin typeface="Century Gothic" panose="020B0502020202020204"/>
                <a:ea typeface="+mn-ea"/>
                <a:cs typeface="+mn-cs"/>
              </a:rPr>
              <a:t>Table Tools </a:t>
            </a:r>
            <a:r>
              <a:rPr kumimoji="0" lang="en-US" sz="2400" b="0" i="0" u="none" strike="noStrike" kern="1200" cap="none" spc="0" normalizeH="0" baseline="0" noProof="0" dirty="0">
                <a:ln>
                  <a:noFill/>
                </a:ln>
                <a:solidFill>
                  <a:prstClr val="black">
                    <a:lumMod val="75000"/>
                    <a:lumOff val="25000"/>
                  </a:prstClr>
                </a:solidFill>
                <a:effectLst/>
                <a:uLnTx/>
                <a:uFillTx/>
                <a:latin typeface="Century Gothic" panose="020B0502020202020204"/>
                <a:ea typeface="+mn-ea"/>
                <a:cs typeface="+mn-cs"/>
              </a:rPr>
              <a:t>has two tabs: the </a:t>
            </a:r>
            <a:r>
              <a:rPr kumimoji="0" lang="en-US" sz="2400" b="1" i="0" u="none" strike="noStrike" kern="1200" cap="none" spc="0" normalizeH="0" baseline="0" noProof="0" dirty="0">
                <a:ln>
                  <a:noFill/>
                </a:ln>
                <a:solidFill>
                  <a:prstClr val="black">
                    <a:lumMod val="75000"/>
                    <a:lumOff val="25000"/>
                  </a:prstClr>
                </a:solidFill>
                <a:effectLst/>
                <a:uLnTx/>
                <a:uFillTx/>
                <a:latin typeface="Century Gothic" panose="020B0502020202020204"/>
                <a:ea typeface="+mn-ea"/>
                <a:cs typeface="+mn-cs"/>
              </a:rPr>
              <a:t>Design tab </a:t>
            </a:r>
            <a:r>
              <a:rPr kumimoji="0" lang="en-US" sz="2400" b="0" i="0" u="none" strike="noStrike" kern="1200" cap="none" spc="0" normalizeH="0" baseline="0" noProof="0" dirty="0">
                <a:ln>
                  <a:noFill/>
                </a:ln>
                <a:solidFill>
                  <a:prstClr val="black">
                    <a:lumMod val="75000"/>
                    <a:lumOff val="25000"/>
                  </a:prstClr>
                </a:solidFill>
                <a:effectLst/>
                <a:uLnTx/>
                <a:uFillTx/>
                <a:latin typeface="Century Gothic" panose="020B0502020202020204"/>
                <a:ea typeface="+mn-ea"/>
                <a:cs typeface="+mn-cs"/>
              </a:rPr>
              <a:t>and the </a:t>
            </a:r>
            <a:r>
              <a:rPr kumimoji="0" lang="en-US" sz="2400" b="1" i="0" u="none" strike="noStrike" kern="1200" cap="none" spc="0" normalizeH="0" baseline="0" noProof="0" dirty="0">
                <a:ln>
                  <a:noFill/>
                </a:ln>
                <a:solidFill>
                  <a:prstClr val="black">
                    <a:lumMod val="75000"/>
                    <a:lumOff val="25000"/>
                  </a:prstClr>
                </a:solidFill>
                <a:effectLst/>
                <a:uLnTx/>
                <a:uFillTx/>
                <a:latin typeface="Century Gothic" panose="020B0502020202020204"/>
                <a:ea typeface="+mn-ea"/>
                <a:cs typeface="+mn-cs"/>
              </a:rPr>
              <a:t>Layout tab</a:t>
            </a:r>
            <a:r>
              <a:rPr kumimoji="0" lang="en-US" sz="2400" b="0" i="0" u="none" strike="noStrike" kern="1200" cap="none" spc="0" normalizeH="0" baseline="0" noProof="0" dirty="0">
                <a:ln>
                  <a:noFill/>
                </a:ln>
                <a:solidFill>
                  <a:prstClr val="black">
                    <a:lumMod val="75000"/>
                    <a:lumOff val="25000"/>
                  </a:prstClr>
                </a:solidFill>
                <a:effectLst/>
                <a:uLnTx/>
                <a:uFillTx/>
                <a:latin typeface="Century Gothic" panose="020B0502020202020204"/>
                <a:ea typeface="+mn-ea"/>
                <a:cs typeface="+mn-cs"/>
              </a:rPr>
              <a:t>. </a:t>
            </a:r>
          </a:p>
          <a:p>
            <a:pPr marL="342900" marR="0" lvl="0" indent="-342900" algn="l" defTabSz="457200" rtl="0" eaLnBrk="1" fontAlgn="auto" latinLnBrk="0" hangingPunct="1">
              <a:lnSpc>
                <a:spcPct val="150000"/>
              </a:lnSpc>
              <a:spcBef>
                <a:spcPts val="1000"/>
              </a:spcBef>
              <a:spcAft>
                <a:spcPts val="0"/>
              </a:spcAft>
              <a:buClr>
                <a:srgbClr val="A53010"/>
              </a:buClr>
              <a:buSzTx/>
              <a:buFont typeface="Wingdings 3" charset="2"/>
              <a:buChar char=""/>
              <a:tabLst/>
              <a:defRPr/>
            </a:pPr>
            <a:r>
              <a:rPr kumimoji="0" lang="en-US" sz="2400" b="0" i="0" u="none" strike="noStrike" kern="1200" cap="none" spc="0" normalizeH="0" baseline="0" noProof="0" dirty="0">
                <a:ln>
                  <a:noFill/>
                </a:ln>
                <a:solidFill>
                  <a:prstClr val="black">
                    <a:lumMod val="75000"/>
                    <a:lumOff val="25000"/>
                  </a:prstClr>
                </a:solidFill>
                <a:effectLst/>
                <a:uLnTx/>
                <a:uFillTx/>
                <a:latin typeface="Century Gothic" panose="020B0502020202020204"/>
                <a:ea typeface="+mn-ea"/>
                <a:cs typeface="+mn-cs"/>
              </a:rPr>
              <a:t>The </a:t>
            </a:r>
            <a:r>
              <a:rPr kumimoji="0" lang="en-US" sz="2400" b="1" i="0" u="none" strike="noStrike" kern="1200" cap="none" spc="0" normalizeH="0" baseline="0" noProof="0" dirty="0">
                <a:ln>
                  <a:noFill/>
                </a:ln>
                <a:solidFill>
                  <a:prstClr val="black">
                    <a:lumMod val="75000"/>
                    <a:lumOff val="25000"/>
                  </a:prstClr>
                </a:solidFill>
                <a:effectLst/>
                <a:uLnTx/>
                <a:uFillTx/>
                <a:latin typeface="Century Gothic" panose="020B0502020202020204"/>
                <a:ea typeface="+mn-ea"/>
                <a:cs typeface="+mn-cs"/>
              </a:rPr>
              <a:t>Layout tab</a:t>
            </a:r>
            <a:r>
              <a:rPr kumimoji="0" lang="en-US" sz="2400" b="0" i="0" u="none" strike="noStrike" kern="1200" cap="none" spc="0" normalizeH="0" baseline="0" noProof="0" dirty="0">
                <a:ln>
                  <a:noFill/>
                </a:ln>
                <a:solidFill>
                  <a:prstClr val="black">
                    <a:lumMod val="75000"/>
                    <a:lumOff val="25000"/>
                  </a:prstClr>
                </a:solidFill>
                <a:effectLst/>
                <a:uLnTx/>
                <a:uFillTx/>
                <a:latin typeface="Century Gothic" panose="020B0502020202020204"/>
                <a:ea typeface="+mn-ea"/>
                <a:cs typeface="+mn-cs"/>
              </a:rPr>
              <a:t>, includes commands for changing the entire format of a table as well as commands for changing the appearance of individual table components, such as </a:t>
            </a:r>
            <a:r>
              <a:rPr kumimoji="0" lang="en-US" sz="2400" b="1" i="0" u="none" strike="noStrike" kern="1200" cap="none" spc="0" normalizeH="0" baseline="0" noProof="0" dirty="0">
                <a:ln>
                  <a:noFill/>
                </a:ln>
                <a:solidFill>
                  <a:prstClr val="black">
                    <a:lumMod val="75000"/>
                    <a:lumOff val="25000"/>
                  </a:prstClr>
                </a:solidFill>
                <a:effectLst/>
                <a:uLnTx/>
                <a:uFillTx/>
                <a:latin typeface="Century Gothic" panose="020B0502020202020204"/>
                <a:ea typeface="+mn-ea"/>
                <a:cs typeface="+mn-cs"/>
              </a:rPr>
              <a:t>cells</a:t>
            </a:r>
            <a:r>
              <a:rPr kumimoji="0" lang="en-US" sz="2400" b="0" i="0" u="none" strike="noStrike" kern="1200" cap="none" spc="0" normalizeH="0" baseline="0" noProof="0" dirty="0">
                <a:ln>
                  <a:noFill/>
                </a:ln>
                <a:solidFill>
                  <a:prstClr val="black">
                    <a:lumMod val="75000"/>
                    <a:lumOff val="25000"/>
                  </a:prstClr>
                </a:solidFill>
                <a:effectLst/>
                <a:uLnTx/>
                <a:uFillTx/>
                <a:latin typeface="Century Gothic" panose="020B0502020202020204"/>
                <a:ea typeface="+mn-ea"/>
                <a:cs typeface="+mn-cs"/>
              </a:rPr>
              <a:t>, </a:t>
            </a:r>
            <a:r>
              <a:rPr kumimoji="0" lang="en-US" sz="2400" b="1" i="0" u="none" strike="noStrike" kern="1200" cap="none" spc="0" normalizeH="0" baseline="0" noProof="0" dirty="0">
                <a:ln>
                  <a:noFill/>
                </a:ln>
                <a:solidFill>
                  <a:prstClr val="black">
                    <a:lumMod val="75000"/>
                    <a:lumOff val="25000"/>
                  </a:prstClr>
                </a:solidFill>
                <a:effectLst/>
                <a:uLnTx/>
                <a:uFillTx/>
                <a:latin typeface="Century Gothic" panose="020B0502020202020204"/>
                <a:ea typeface="+mn-ea"/>
                <a:cs typeface="+mn-cs"/>
              </a:rPr>
              <a:t>columns</a:t>
            </a:r>
            <a:r>
              <a:rPr kumimoji="0" lang="en-US" sz="2400" b="0" i="0" u="none" strike="noStrike" kern="1200" cap="none" spc="0" normalizeH="0" baseline="0" noProof="0" dirty="0">
                <a:ln>
                  <a:noFill/>
                </a:ln>
                <a:solidFill>
                  <a:prstClr val="black">
                    <a:lumMod val="75000"/>
                    <a:lumOff val="25000"/>
                  </a:prstClr>
                </a:solidFill>
                <a:effectLst/>
                <a:uLnTx/>
                <a:uFillTx/>
                <a:latin typeface="Century Gothic" panose="020B0502020202020204"/>
                <a:ea typeface="+mn-ea"/>
                <a:cs typeface="+mn-cs"/>
              </a:rPr>
              <a:t>, </a:t>
            </a:r>
            <a:r>
              <a:rPr kumimoji="0" lang="en-US" sz="2400" b="1" i="0" u="none" strike="noStrike" kern="1200" cap="none" spc="0" normalizeH="0" baseline="0" noProof="0" dirty="0">
                <a:ln>
                  <a:noFill/>
                </a:ln>
                <a:solidFill>
                  <a:prstClr val="black">
                    <a:lumMod val="75000"/>
                    <a:lumOff val="25000"/>
                  </a:prstClr>
                </a:solidFill>
                <a:effectLst/>
                <a:uLnTx/>
                <a:uFillTx/>
                <a:latin typeface="Century Gothic" panose="020B0502020202020204"/>
                <a:ea typeface="+mn-ea"/>
                <a:cs typeface="+mn-cs"/>
              </a:rPr>
              <a:t>rows</a:t>
            </a:r>
            <a:r>
              <a:rPr kumimoji="0" lang="en-US" sz="2400" b="0" i="0" u="none" strike="noStrike" kern="1200" cap="none" spc="0" normalizeH="0" baseline="0" noProof="0" dirty="0">
                <a:ln>
                  <a:noFill/>
                </a:ln>
                <a:solidFill>
                  <a:prstClr val="black">
                    <a:lumMod val="75000"/>
                    <a:lumOff val="25000"/>
                  </a:prstClr>
                </a:solidFill>
                <a:effectLst/>
                <a:uLnTx/>
                <a:uFillTx/>
                <a:latin typeface="Century Gothic" panose="020B0502020202020204"/>
                <a:ea typeface="+mn-ea"/>
                <a:cs typeface="+mn-cs"/>
              </a:rPr>
              <a:t>, and </a:t>
            </a:r>
            <a:r>
              <a:rPr kumimoji="0" lang="en-US" sz="2400" b="1" i="0" u="none" strike="noStrike" kern="1200" cap="none" spc="0" normalizeH="0" baseline="0" noProof="0" dirty="0">
                <a:ln>
                  <a:noFill/>
                </a:ln>
                <a:solidFill>
                  <a:prstClr val="black">
                    <a:lumMod val="75000"/>
                    <a:lumOff val="25000"/>
                  </a:prstClr>
                </a:solidFill>
                <a:effectLst/>
                <a:uLnTx/>
                <a:uFillTx/>
                <a:latin typeface="Century Gothic" panose="020B0502020202020204"/>
                <a:ea typeface="+mn-ea"/>
                <a:cs typeface="+mn-cs"/>
              </a:rPr>
              <a:t>formulas</a:t>
            </a:r>
            <a:r>
              <a:rPr kumimoji="0" lang="en-US" sz="2400" b="0" i="0" u="none" strike="noStrike" kern="1200" cap="none" spc="0" normalizeH="0" baseline="0" noProof="0" dirty="0">
                <a:ln>
                  <a:noFill/>
                </a:ln>
                <a:solidFill>
                  <a:prstClr val="black">
                    <a:lumMod val="75000"/>
                    <a:lumOff val="25000"/>
                  </a:prstClr>
                </a:solidFill>
                <a:effectLst/>
                <a:uLnTx/>
                <a:uFillTx/>
                <a:latin typeface="Century Gothic" panose="020B0502020202020204"/>
                <a:ea typeface="+mn-ea"/>
                <a:cs typeface="+mn-cs"/>
              </a:rPr>
              <a:t>. </a:t>
            </a:r>
          </a:p>
          <a:p>
            <a:endParaRPr lang="en-US" dirty="0"/>
          </a:p>
        </p:txBody>
      </p:sp>
    </p:spTree>
    <p:extLst>
      <p:ext uri="{BB962C8B-B14F-4D97-AF65-F5344CB8AC3E}">
        <p14:creationId xmlns:p14="http://schemas.microsoft.com/office/powerpoint/2010/main" val="244397493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934AF71-A50C-41ED-AEE3-5A047AF48B65}"/>
              </a:ext>
            </a:extLst>
          </p:cNvPr>
          <p:cNvSpPr>
            <a:spLocks noGrp="1"/>
          </p:cNvSpPr>
          <p:nvPr>
            <p:ph type="title"/>
          </p:nvPr>
        </p:nvSpPr>
        <p:spPr>
          <a:xfrm>
            <a:off x="1616149" y="210640"/>
            <a:ext cx="9888463" cy="736138"/>
          </a:xfrm>
        </p:spPr>
        <p:txBody>
          <a:bodyPr/>
          <a:lstStyle/>
          <a:p>
            <a:r>
              <a:rPr lang="en-US" dirty="0"/>
              <a:t>INSERT A ROW OR COLUMN</a:t>
            </a:r>
          </a:p>
        </p:txBody>
      </p:sp>
      <p:sp>
        <p:nvSpPr>
          <p:cNvPr id="3" name="Content Placeholder 2">
            <a:extLst>
              <a:ext uri="{FF2B5EF4-FFF2-40B4-BE49-F238E27FC236}">
                <a16:creationId xmlns:a16="http://schemas.microsoft.com/office/drawing/2014/main" id="{B2C80173-5E80-42D9-A1CB-368ECEDE915D}"/>
              </a:ext>
            </a:extLst>
          </p:cNvPr>
          <p:cNvSpPr>
            <a:spLocks noGrp="1"/>
          </p:cNvSpPr>
          <p:nvPr>
            <p:ph idx="1"/>
          </p:nvPr>
        </p:nvSpPr>
        <p:spPr>
          <a:xfrm>
            <a:off x="1616149" y="946778"/>
            <a:ext cx="9888463" cy="4964444"/>
          </a:xfrm>
        </p:spPr>
        <p:txBody>
          <a:bodyPr>
            <a:normAutofit lnSpcReduction="10000"/>
          </a:bodyPr>
          <a:lstStyle/>
          <a:p>
            <a:pPr>
              <a:lnSpc>
                <a:spcPct val="150000"/>
              </a:lnSpc>
            </a:pPr>
            <a:r>
              <a:rPr lang="en-US" sz="2000" dirty="0"/>
              <a:t>You can insert additional row or column to a table easily. Row or Column insertion can be done by:</a:t>
            </a:r>
          </a:p>
          <a:p>
            <a:pPr lvl="1">
              <a:lnSpc>
                <a:spcPct val="150000"/>
              </a:lnSpc>
            </a:pPr>
            <a:r>
              <a:rPr lang="en-US" sz="2000" b="1" dirty="0"/>
              <a:t>Right clicking </a:t>
            </a:r>
            <a:r>
              <a:rPr lang="en-US" sz="2000" dirty="0"/>
              <a:t>in a </a:t>
            </a:r>
            <a:r>
              <a:rPr lang="en-US" sz="2000" b="1" dirty="0"/>
              <a:t>row</a:t>
            </a:r>
          </a:p>
          <a:p>
            <a:pPr lvl="1">
              <a:lnSpc>
                <a:spcPct val="150000"/>
              </a:lnSpc>
            </a:pPr>
            <a:r>
              <a:rPr lang="en-US" sz="2000" dirty="0"/>
              <a:t>From the menu select </a:t>
            </a:r>
            <a:r>
              <a:rPr lang="en-US" sz="2000" b="1" dirty="0"/>
              <a:t>Insert</a:t>
            </a:r>
            <a:r>
              <a:rPr lang="en-US" sz="2000" dirty="0"/>
              <a:t> and select </a:t>
            </a:r>
            <a:r>
              <a:rPr lang="en-US" sz="2000" b="1" dirty="0"/>
              <a:t>Insert rows/columns </a:t>
            </a:r>
            <a:r>
              <a:rPr lang="en-US" sz="2000" dirty="0"/>
              <a:t>either </a:t>
            </a:r>
            <a:r>
              <a:rPr lang="en-US" sz="2000" b="1" dirty="0"/>
              <a:t>above</a:t>
            </a:r>
            <a:r>
              <a:rPr lang="en-US" sz="2000" dirty="0"/>
              <a:t> or </a:t>
            </a:r>
            <a:r>
              <a:rPr lang="en-US" sz="2000" b="1" dirty="0"/>
              <a:t>below</a:t>
            </a:r>
            <a:r>
              <a:rPr lang="en-US" sz="2000" dirty="0"/>
              <a:t> the selected row or </a:t>
            </a:r>
            <a:r>
              <a:rPr lang="en-US" sz="2000" b="1" dirty="0"/>
              <a:t>to the left/to the right </a:t>
            </a:r>
            <a:r>
              <a:rPr lang="en-US" sz="2000" dirty="0"/>
              <a:t>of the selected column</a:t>
            </a:r>
            <a:r>
              <a:rPr lang="en-US" sz="2000" b="1" dirty="0"/>
              <a:t>.</a:t>
            </a:r>
          </a:p>
          <a:p>
            <a:pPr marL="342900" marR="0" lvl="0" indent="-342900" algn="l" defTabSz="457200" rtl="0" eaLnBrk="1" fontAlgn="auto" latinLnBrk="0" hangingPunct="1">
              <a:lnSpc>
                <a:spcPct val="150000"/>
              </a:lnSpc>
              <a:spcBef>
                <a:spcPts val="1000"/>
              </a:spcBef>
              <a:spcAft>
                <a:spcPts val="0"/>
              </a:spcAft>
              <a:buClr>
                <a:srgbClr val="A53010"/>
              </a:buClr>
              <a:buSzTx/>
              <a:buFont typeface="Wingdings 3" charset="2"/>
              <a:buChar char=""/>
              <a:tabLst/>
              <a:defRPr/>
            </a:pPr>
            <a:r>
              <a:rPr kumimoji="0" lang="en-US" sz="2000" b="0" i="0" u="none" strike="noStrike" kern="1200" cap="none" spc="0" normalizeH="0" baseline="0" noProof="0" dirty="0">
                <a:ln>
                  <a:noFill/>
                </a:ln>
                <a:solidFill>
                  <a:prstClr val="black">
                    <a:lumMod val="75000"/>
                    <a:lumOff val="25000"/>
                  </a:prstClr>
                </a:solidFill>
                <a:effectLst/>
                <a:uLnTx/>
                <a:uFillTx/>
                <a:latin typeface="Century Gothic" panose="020B0502020202020204"/>
                <a:ea typeface="+mn-ea"/>
                <a:cs typeface="+mn-cs"/>
              </a:rPr>
              <a:t>A row/column can also be inserted through the </a:t>
            </a:r>
            <a:r>
              <a:rPr kumimoji="0" lang="en-US" sz="2000" b="1" i="0" u="none" strike="noStrike" kern="1200" cap="none" spc="0" normalizeH="0" baseline="0" noProof="0" dirty="0">
                <a:ln>
                  <a:noFill/>
                </a:ln>
                <a:solidFill>
                  <a:prstClr val="black">
                    <a:lumMod val="75000"/>
                    <a:lumOff val="25000"/>
                  </a:prstClr>
                </a:solidFill>
                <a:effectLst/>
                <a:uLnTx/>
                <a:uFillTx/>
                <a:latin typeface="Century Gothic" panose="020B0502020202020204"/>
                <a:ea typeface="+mn-ea"/>
                <a:cs typeface="+mn-cs"/>
              </a:rPr>
              <a:t>Table Tool Layout </a:t>
            </a:r>
            <a:r>
              <a:rPr kumimoji="0" lang="en-US" sz="2000" b="0" i="0" u="none" strike="noStrike" kern="1200" cap="none" spc="0" normalizeH="0" baseline="0" noProof="0" dirty="0">
                <a:ln>
                  <a:noFill/>
                </a:ln>
                <a:solidFill>
                  <a:prstClr val="black">
                    <a:lumMod val="75000"/>
                    <a:lumOff val="25000"/>
                  </a:prstClr>
                </a:solidFill>
                <a:effectLst/>
                <a:uLnTx/>
                <a:uFillTx/>
                <a:latin typeface="Century Gothic" panose="020B0502020202020204"/>
                <a:ea typeface="+mn-ea"/>
                <a:cs typeface="+mn-cs"/>
              </a:rPr>
              <a:t>Tab, then </a:t>
            </a:r>
            <a:r>
              <a:rPr kumimoji="0" lang="en-US" sz="2000" b="1" i="0" u="none" strike="noStrike" kern="1200" cap="none" spc="0" normalizeH="0" baseline="0" noProof="0" dirty="0">
                <a:ln>
                  <a:noFill/>
                </a:ln>
                <a:solidFill>
                  <a:prstClr val="black">
                    <a:lumMod val="75000"/>
                    <a:lumOff val="25000"/>
                  </a:prstClr>
                </a:solidFill>
                <a:effectLst/>
                <a:uLnTx/>
                <a:uFillTx/>
                <a:latin typeface="Century Gothic" panose="020B0502020202020204"/>
                <a:ea typeface="+mn-ea"/>
                <a:cs typeface="+mn-cs"/>
              </a:rPr>
              <a:t>rows and columns command </a:t>
            </a:r>
            <a:r>
              <a:rPr kumimoji="0" lang="en-US" sz="2000" i="0" u="none" strike="noStrike" kern="1200" cap="none" spc="0" normalizeH="0" baseline="0" noProof="0" dirty="0">
                <a:ln>
                  <a:noFill/>
                </a:ln>
                <a:solidFill>
                  <a:prstClr val="black">
                    <a:lumMod val="75000"/>
                    <a:lumOff val="25000"/>
                  </a:prstClr>
                </a:solidFill>
                <a:effectLst/>
                <a:uLnTx/>
                <a:uFillTx/>
                <a:latin typeface="Century Gothic" panose="020B0502020202020204"/>
                <a:ea typeface="+mn-ea"/>
                <a:cs typeface="+mn-cs"/>
              </a:rPr>
              <a:t>group</a:t>
            </a:r>
            <a:r>
              <a:rPr kumimoji="0" lang="en-US" sz="2000" b="0" i="0" u="none" strike="noStrike" kern="1200" cap="none" spc="0" normalizeH="0" baseline="0" noProof="0" dirty="0">
                <a:ln>
                  <a:noFill/>
                </a:ln>
                <a:solidFill>
                  <a:prstClr val="black">
                    <a:lumMod val="75000"/>
                    <a:lumOff val="25000"/>
                  </a:prstClr>
                </a:solidFill>
                <a:effectLst/>
                <a:uLnTx/>
                <a:uFillTx/>
                <a:latin typeface="Century Gothic" panose="020B0502020202020204"/>
                <a:ea typeface="+mn-ea"/>
                <a:cs typeface="+mn-cs"/>
              </a:rPr>
              <a:t>, select the appropriate insertion method; in this case, click </a:t>
            </a:r>
            <a:r>
              <a:rPr kumimoji="0" lang="en-US" sz="2000" b="1" i="0" u="none" strike="noStrike" kern="1200" cap="none" spc="0" normalizeH="0" baseline="0" noProof="0" dirty="0">
                <a:ln>
                  <a:noFill/>
                </a:ln>
                <a:solidFill>
                  <a:prstClr val="black">
                    <a:lumMod val="75000"/>
                    <a:lumOff val="25000"/>
                  </a:prstClr>
                </a:solidFill>
                <a:effectLst/>
                <a:uLnTx/>
                <a:uFillTx/>
                <a:latin typeface="Century Gothic" panose="020B0502020202020204"/>
                <a:ea typeface="+mn-ea"/>
                <a:cs typeface="+mn-cs"/>
              </a:rPr>
              <a:t>INSERT BELOW</a:t>
            </a:r>
            <a:r>
              <a:rPr kumimoji="0" lang="en-US" sz="2000" b="0" i="0" u="none" strike="noStrike" kern="1200" cap="none" spc="0" normalizeH="0" baseline="0" noProof="0" dirty="0">
                <a:ln>
                  <a:noFill/>
                </a:ln>
                <a:solidFill>
                  <a:prstClr val="black">
                    <a:lumMod val="75000"/>
                    <a:lumOff val="25000"/>
                  </a:prstClr>
                </a:solidFill>
                <a:effectLst/>
                <a:uLnTx/>
                <a:uFillTx/>
                <a:latin typeface="Century Gothic" panose="020B0502020202020204"/>
                <a:ea typeface="+mn-ea"/>
                <a:cs typeface="+mn-cs"/>
              </a:rPr>
              <a:t>.</a:t>
            </a:r>
          </a:p>
          <a:p>
            <a:pPr lvl="1" indent="-342900">
              <a:lnSpc>
                <a:spcPct val="150000"/>
              </a:lnSpc>
              <a:buClr>
                <a:srgbClr val="A53010"/>
              </a:buClr>
              <a:defRPr/>
            </a:pPr>
            <a:r>
              <a:rPr kumimoji="0" lang="en-US" sz="2000" b="0" i="0" u="none" strike="noStrike" kern="1200" cap="none" spc="0" normalizeH="0" baseline="0" noProof="0" dirty="0">
                <a:ln>
                  <a:noFill/>
                </a:ln>
                <a:solidFill>
                  <a:prstClr val="black">
                    <a:lumMod val="75000"/>
                    <a:lumOff val="25000"/>
                  </a:prstClr>
                </a:solidFill>
                <a:effectLst/>
                <a:uLnTx/>
                <a:uFillTx/>
                <a:latin typeface="Century Gothic" panose="020B0502020202020204"/>
                <a:ea typeface="+mn-ea"/>
                <a:cs typeface="+mn-cs"/>
              </a:rPr>
              <a:t>Notice a new row has been added beneath the current row.</a:t>
            </a:r>
          </a:p>
          <a:p>
            <a:pPr marL="0" marR="0" lvl="0" indent="0" algn="l" defTabSz="457200" rtl="0" eaLnBrk="1" fontAlgn="auto" latinLnBrk="0" hangingPunct="1">
              <a:lnSpc>
                <a:spcPct val="100000"/>
              </a:lnSpc>
              <a:spcBef>
                <a:spcPts val="1000"/>
              </a:spcBef>
              <a:spcAft>
                <a:spcPts val="0"/>
              </a:spcAft>
              <a:buClr>
                <a:srgbClr val="A53010"/>
              </a:buClr>
              <a:buSzTx/>
              <a:buNone/>
              <a:tabLst/>
              <a:defRPr/>
            </a:pPr>
            <a:endParaRPr kumimoji="0" lang="en-US" sz="1800" b="0" i="0" u="none" strike="noStrike" kern="1200" cap="none" spc="0" normalizeH="0" baseline="0" noProof="0" dirty="0">
              <a:ln>
                <a:noFill/>
              </a:ln>
              <a:solidFill>
                <a:prstClr val="black">
                  <a:lumMod val="75000"/>
                  <a:lumOff val="25000"/>
                </a:prstClr>
              </a:solidFill>
              <a:effectLst/>
              <a:uLnTx/>
              <a:uFillTx/>
              <a:latin typeface="Century Gothic" panose="020B0502020202020204"/>
              <a:ea typeface="+mn-ea"/>
              <a:cs typeface="+mn-cs"/>
            </a:endParaRPr>
          </a:p>
          <a:p>
            <a:pPr marL="457200" lvl="1" indent="0">
              <a:buNone/>
            </a:pPr>
            <a:endParaRPr lang="en-US" b="1" dirty="0"/>
          </a:p>
        </p:txBody>
      </p:sp>
    </p:spTree>
    <p:extLst>
      <p:ext uri="{BB962C8B-B14F-4D97-AF65-F5344CB8AC3E}">
        <p14:creationId xmlns:p14="http://schemas.microsoft.com/office/powerpoint/2010/main" val="301056961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B2E329-4B03-4E59-A64A-4E35434D6BBF}"/>
              </a:ext>
            </a:extLst>
          </p:cNvPr>
          <p:cNvSpPr>
            <a:spLocks noGrp="1"/>
          </p:cNvSpPr>
          <p:nvPr>
            <p:ph type="title"/>
          </p:nvPr>
        </p:nvSpPr>
        <p:spPr>
          <a:xfrm>
            <a:off x="1637414" y="306333"/>
            <a:ext cx="9867198" cy="756923"/>
          </a:xfrm>
        </p:spPr>
        <p:txBody>
          <a:bodyPr/>
          <a:lstStyle/>
          <a:p>
            <a:r>
              <a:rPr kumimoji="0" lang="en-US" sz="3600" b="0" i="0" u="none" strike="noStrike" kern="1200" cap="none" spc="0" normalizeH="0" baseline="0" noProof="0" dirty="0">
                <a:ln>
                  <a:noFill/>
                </a:ln>
                <a:solidFill>
                  <a:prstClr val="black">
                    <a:lumMod val="85000"/>
                    <a:lumOff val="15000"/>
                  </a:prstClr>
                </a:solidFill>
                <a:effectLst/>
                <a:uLnTx/>
                <a:uFillTx/>
                <a:latin typeface="Century Gothic" panose="020B0502020202020204"/>
                <a:ea typeface="+mj-ea"/>
                <a:cs typeface="+mj-cs"/>
              </a:rPr>
              <a:t>CONTD…</a:t>
            </a:r>
            <a:endParaRPr lang="en-US" dirty="0"/>
          </a:p>
        </p:txBody>
      </p:sp>
      <p:sp>
        <p:nvSpPr>
          <p:cNvPr id="3" name="Content Placeholder 2">
            <a:extLst>
              <a:ext uri="{FF2B5EF4-FFF2-40B4-BE49-F238E27FC236}">
                <a16:creationId xmlns:a16="http://schemas.microsoft.com/office/drawing/2014/main" id="{A84D31E0-7D33-4718-B83D-32A0D5D11734}"/>
              </a:ext>
            </a:extLst>
          </p:cNvPr>
          <p:cNvSpPr>
            <a:spLocks noGrp="1"/>
          </p:cNvSpPr>
          <p:nvPr>
            <p:ph idx="1"/>
          </p:nvPr>
        </p:nvSpPr>
        <p:spPr>
          <a:xfrm>
            <a:off x="1637414" y="1063256"/>
            <a:ext cx="9867198" cy="4847966"/>
          </a:xfrm>
        </p:spPr>
        <p:txBody>
          <a:bodyPr/>
          <a:lstStyle/>
          <a:p>
            <a:pPr marL="342900" marR="0" lvl="0" indent="-342900" algn="l" defTabSz="457200" rtl="0" eaLnBrk="1" fontAlgn="auto" latinLnBrk="0" hangingPunct="1">
              <a:lnSpc>
                <a:spcPct val="150000"/>
              </a:lnSpc>
              <a:spcBef>
                <a:spcPts val="1000"/>
              </a:spcBef>
              <a:spcAft>
                <a:spcPts val="0"/>
              </a:spcAft>
              <a:buClr>
                <a:srgbClr val="A53010"/>
              </a:buClr>
              <a:buSzTx/>
              <a:buFont typeface="Wingdings 3" charset="2"/>
              <a:buChar char=""/>
              <a:tabLst/>
              <a:defRPr/>
            </a:pPr>
            <a:r>
              <a:rPr kumimoji="0" lang="en-US" sz="2400" b="0" i="0" u="none" strike="noStrike" kern="1200" cap="none" spc="0" normalizeH="0" baseline="0" noProof="0" dirty="0">
                <a:ln>
                  <a:noFill/>
                </a:ln>
                <a:solidFill>
                  <a:prstClr val="black">
                    <a:lumMod val="75000"/>
                    <a:lumOff val="25000"/>
                  </a:prstClr>
                </a:solidFill>
                <a:effectLst/>
                <a:uLnTx/>
                <a:uFillTx/>
                <a:latin typeface="Century Gothic" panose="020B0502020202020204"/>
                <a:ea typeface="+mn-ea"/>
                <a:cs typeface="+mn-cs"/>
              </a:rPr>
              <a:t>You can add </a:t>
            </a:r>
            <a:r>
              <a:rPr kumimoji="0" lang="en-US" sz="2400" b="1" i="0" u="none" strike="noStrike" kern="1200" cap="none" spc="0" normalizeH="0" baseline="0" noProof="0" dirty="0">
                <a:ln>
                  <a:noFill/>
                </a:ln>
                <a:solidFill>
                  <a:prstClr val="black">
                    <a:lumMod val="75000"/>
                    <a:lumOff val="25000"/>
                  </a:prstClr>
                </a:solidFill>
                <a:effectLst/>
                <a:uLnTx/>
                <a:uFillTx/>
                <a:latin typeface="Century Gothic" panose="020B0502020202020204"/>
                <a:ea typeface="+mn-ea"/>
                <a:cs typeface="+mn-cs"/>
              </a:rPr>
              <a:t>multiple rows </a:t>
            </a:r>
            <a:r>
              <a:rPr kumimoji="0" lang="en-US" sz="2400" b="0" i="0" u="none" strike="noStrike" kern="1200" cap="none" spc="0" normalizeH="0" baseline="0" noProof="0" dirty="0">
                <a:ln>
                  <a:noFill/>
                </a:ln>
                <a:solidFill>
                  <a:prstClr val="black">
                    <a:lumMod val="75000"/>
                    <a:lumOff val="25000"/>
                  </a:prstClr>
                </a:solidFill>
                <a:effectLst/>
                <a:uLnTx/>
                <a:uFillTx/>
                <a:latin typeface="Century Gothic" panose="020B0502020202020204"/>
                <a:ea typeface="+mn-ea"/>
                <a:cs typeface="+mn-cs"/>
              </a:rPr>
              <a:t>or </a:t>
            </a:r>
            <a:r>
              <a:rPr kumimoji="0" lang="en-US" sz="2400" b="1" i="0" u="none" strike="noStrike" kern="1200" cap="none" spc="0" normalizeH="0" baseline="0" noProof="0" dirty="0">
                <a:ln>
                  <a:noFill/>
                </a:ln>
                <a:solidFill>
                  <a:prstClr val="black">
                    <a:lumMod val="75000"/>
                    <a:lumOff val="25000"/>
                  </a:prstClr>
                </a:solidFill>
                <a:effectLst/>
                <a:uLnTx/>
                <a:uFillTx/>
                <a:latin typeface="Century Gothic" panose="020B0502020202020204"/>
                <a:ea typeface="+mn-ea"/>
                <a:cs typeface="+mn-cs"/>
              </a:rPr>
              <a:t>columns</a:t>
            </a:r>
            <a:r>
              <a:rPr kumimoji="0" lang="en-US" sz="2400" b="0" i="0" u="none" strike="noStrike" kern="1200" cap="none" spc="0" normalizeH="0" baseline="0" noProof="0" dirty="0">
                <a:ln>
                  <a:noFill/>
                </a:ln>
                <a:solidFill>
                  <a:prstClr val="black">
                    <a:lumMod val="75000"/>
                    <a:lumOff val="25000"/>
                  </a:prstClr>
                </a:solidFill>
                <a:effectLst/>
                <a:uLnTx/>
                <a:uFillTx/>
                <a:latin typeface="Century Gothic" panose="020B0502020202020204"/>
                <a:ea typeface="+mn-ea"/>
                <a:cs typeface="+mn-cs"/>
              </a:rPr>
              <a:t> at once by selecting the desired number of rows  or columns to add, and then clicking the desired insertion method.</a:t>
            </a:r>
          </a:p>
          <a:p>
            <a:pPr marL="342900" marR="0" lvl="0" indent="-342900" algn="l" defTabSz="457200" rtl="0" eaLnBrk="1" fontAlgn="auto" latinLnBrk="0" hangingPunct="1">
              <a:lnSpc>
                <a:spcPct val="150000"/>
              </a:lnSpc>
              <a:spcBef>
                <a:spcPts val="1000"/>
              </a:spcBef>
              <a:spcAft>
                <a:spcPts val="0"/>
              </a:spcAft>
              <a:buClr>
                <a:srgbClr val="A53010"/>
              </a:buClr>
              <a:buSzTx/>
              <a:buFont typeface="Wingdings 3" charset="2"/>
              <a:buChar char=""/>
              <a:tabLst/>
              <a:defRPr/>
            </a:pPr>
            <a:r>
              <a:rPr kumimoji="0" lang="en-US" sz="2400" b="1" i="0" u="none" strike="noStrike" kern="1200" cap="none" spc="0" normalizeH="0" baseline="0" noProof="0" dirty="0">
                <a:ln>
                  <a:noFill/>
                </a:ln>
                <a:solidFill>
                  <a:prstClr val="black">
                    <a:lumMod val="75000"/>
                    <a:lumOff val="25000"/>
                  </a:prstClr>
                </a:solidFill>
                <a:effectLst/>
                <a:uLnTx/>
                <a:uFillTx/>
                <a:latin typeface="Century Gothic" panose="020B0502020202020204"/>
                <a:ea typeface="+mn-ea"/>
                <a:cs typeface="+mn-cs"/>
              </a:rPr>
              <a:t>Note: </a:t>
            </a:r>
            <a:r>
              <a:rPr kumimoji="0" lang="en-US" sz="2400" b="0" i="0" u="none" strike="noStrike" kern="1200" cap="none" spc="0" normalizeH="0" baseline="0" noProof="0" dirty="0">
                <a:ln>
                  <a:noFill/>
                </a:ln>
                <a:solidFill>
                  <a:prstClr val="black">
                    <a:lumMod val="75000"/>
                    <a:lumOff val="25000"/>
                  </a:prstClr>
                </a:solidFill>
                <a:effectLst/>
                <a:uLnTx/>
                <a:uFillTx/>
                <a:latin typeface="Century Gothic" panose="020B0502020202020204"/>
                <a:ea typeface="+mn-ea"/>
                <a:cs typeface="+mn-cs"/>
              </a:rPr>
              <a:t>The simplest way to add a new row at the bottom of the table is to move to the last column of the last row and press the </a:t>
            </a:r>
            <a:r>
              <a:rPr kumimoji="0" lang="en-US" sz="2400" b="1" i="0" u="none" strike="noStrike" kern="1200" cap="none" spc="0" normalizeH="0" baseline="0" noProof="0" dirty="0">
                <a:ln>
                  <a:noFill/>
                </a:ln>
                <a:solidFill>
                  <a:prstClr val="black">
                    <a:lumMod val="75000"/>
                    <a:lumOff val="25000"/>
                  </a:prstClr>
                </a:solidFill>
                <a:effectLst/>
                <a:uLnTx/>
                <a:uFillTx/>
                <a:latin typeface="Century Gothic" panose="020B0502020202020204"/>
                <a:ea typeface="+mn-ea"/>
                <a:cs typeface="+mn-cs"/>
              </a:rPr>
              <a:t>TAB</a:t>
            </a:r>
            <a:r>
              <a:rPr kumimoji="0" lang="en-US" sz="2400" b="0" i="0" u="none" strike="noStrike" kern="1200" cap="none" spc="0" normalizeH="0" baseline="0" noProof="0" dirty="0">
                <a:ln>
                  <a:noFill/>
                </a:ln>
                <a:solidFill>
                  <a:prstClr val="black">
                    <a:lumMod val="75000"/>
                    <a:lumOff val="25000"/>
                  </a:prstClr>
                </a:solidFill>
                <a:effectLst/>
                <a:uLnTx/>
                <a:uFillTx/>
                <a:latin typeface="Century Gothic" panose="020B0502020202020204"/>
                <a:ea typeface="+mn-ea"/>
                <a:cs typeface="+mn-cs"/>
              </a:rPr>
              <a:t> key. </a:t>
            </a:r>
          </a:p>
          <a:p>
            <a:endParaRPr lang="en-US" dirty="0"/>
          </a:p>
        </p:txBody>
      </p:sp>
    </p:spTree>
    <p:extLst>
      <p:ext uri="{BB962C8B-B14F-4D97-AF65-F5344CB8AC3E}">
        <p14:creationId xmlns:p14="http://schemas.microsoft.com/office/powerpoint/2010/main" val="63155446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AED7D8-6CC8-4649-9980-AF54A33CE3D7}"/>
              </a:ext>
            </a:extLst>
          </p:cNvPr>
          <p:cNvSpPr>
            <a:spLocks noGrp="1"/>
          </p:cNvSpPr>
          <p:nvPr>
            <p:ph type="title"/>
          </p:nvPr>
        </p:nvSpPr>
        <p:spPr>
          <a:xfrm>
            <a:off x="1626781" y="230705"/>
            <a:ext cx="9877831" cy="716073"/>
          </a:xfrm>
        </p:spPr>
        <p:txBody>
          <a:bodyPr/>
          <a:lstStyle/>
          <a:p>
            <a:r>
              <a:rPr lang="en-US" dirty="0"/>
              <a:t>DELETE TABLE, COLUMN OR ROW</a:t>
            </a:r>
          </a:p>
        </p:txBody>
      </p:sp>
      <p:sp>
        <p:nvSpPr>
          <p:cNvPr id="3" name="Content Placeholder 2">
            <a:extLst>
              <a:ext uri="{FF2B5EF4-FFF2-40B4-BE49-F238E27FC236}">
                <a16:creationId xmlns:a16="http://schemas.microsoft.com/office/drawing/2014/main" id="{FABE57F3-E9A8-48B3-A4AD-7691343A35D2}"/>
              </a:ext>
            </a:extLst>
          </p:cNvPr>
          <p:cNvSpPr>
            <a:spLocks noGrp="1"/>
          </p:cNvSpPr>
          <p:nvPr>
            <p:ph idx="1"/>
          </p:nvPr>
        </p:nvSpPr>
        <p:spPr>
          <a:xfrm>
            <a:off x="1626781" y="946777"/>
            <a:ext cx="9877831" cy="5315799"/>
          </a:xfrm>
        </p:spPr>
        <p:txBody>
          <a:bodyPr>
            <a:normAutofit fontScale="92500" lnSpcReduction="10000"/>
          </a:bodyPr>
          <a:lstStyle/>
          <a:p>
            <a:pPr marL="342900" marR="0" lvl="0" indent="-342900" algn="l" defTabSz="457200" rtl="0" eaLnBrk="1" fontAlgn="auto" latinLnBrk="0" hangingPunct="1">
              <a:lnSpc>
                <a:spcPct val="150000"/>
              </a:lnSpc>
              <a:spcBef>
                <a:spcPts val="1000"/>
              </a:spcBef>
              <a:spcAft>
                <a:spcPts val="0"/>
              </a:spcAft>
              <a:buClr>
                <a:srgbClr val="A53010"/>
              </a:buClr>
              <a:buSzTx/>
              <a:buFont typeface="Wingdings 3" charset="2"/>
              <a:buChar char=""/>
              <a:tabLst/>
              <a:defRPr/>
            </a:pPr>
            <a:r>
              <a:rPr kumimoji="0" lang="en-US" sz="2000" b="0" i="0" u="none" strike="noStrike" kern="1200" cap="none" spc="0" normalizeH="0" baseline="0" noProof="0" dirty="0">
                <a:ln>
                  <a:noFill/>
                </a:ln>
                <a:solidFill>
                  <a:prstClr val="black">
                    <a:lumMod val="75000"/>
                    <a:lumOff val="25000"/>
                  </a:prstClr>
                </a:solidFill>
                <a:effectLst/>
                <a:uLnTx/>
                <a:uFillTx/>
                <a:latin typeface="Century Gothic" panose="020B0502020202020204"/>
                <a:ea typeface="+mn-ea"/>
                <a:cs typeface="+mn-cs"/>
              </a:rPr>
              <a:t>To </a:t>
            </a:r>
            <a:r>
              <a:rPr kumimoji="0" lang="en-US" sz="2000" b="1" i="0" u="none" strike="noStrike" kern="1200" cap="none" spc="0" normalizeH="0" baseline="0" noProof="0" dirty="0">
                <a:ln>
                  <a:noFill/>
                </a:ln>
                <a:solidFill>
                  <a:prstClr val="black">
                    <a:lumMod val="75000"/>
                    <a:lumOff val="25000"/>
                  </a:prstClr>
                </a:solidFill>
                <a:effectLst/>
                <a:uLnTx/>
                <a:uFillTx/>
                <a:latin typeface="Century Gothic" panose="020B0502020202020204"/>
                <a:ea typeface="+mn-ea"/>
                <a:cs typeface="+mn-cs"/>
              </a:rPr>
              <a:t>delete</a:t>
            </a:r>
            <a:r>
              <a:rPr kumimoji="0" lang="en-US" sz="2000" b="0" i="0" u="none" strike="noStrike" kern="1200" cap="none" spc="0" normalizeH="0" baseline="0" noProof="0" dirty="0">
                <a:ln>
                  <a:noFill/>
                </a:ln>
                <a:solidFill>
                  <a:prstClr val="black">
                    <a:lumMod val="75000"/>
                    <a:lumOff val="25000"/>
                  </a:prstClr>
                </a:solidFill>
                <a:effectLst/>
                <a:uLnTx/>
                <a:uFillTx/>
                <a:latin typeface="Century Gothic" panose="020B0502020202020204"/>
                <a:ea typeface="+mn-ea"/>
                <a:cs typeface="+mn-cs"/>
              </a:rPr>
              <a:t> the table:</a:t>
            </a:r>
          </a:p>
          <a:p>
            <a:pPr marL="742950" marR="0" lvl="1" indent="-285750" algn="l" defTabSz="457200" rtl="0" eaLnBrk="1" fontAlgn="auto" latinLnBrk="0" hangingPunct="1">
              <a:lnSpc>
                <a:spcPct val="150000"/>
              </a:lnSpc>
              <a:spcBef>
                <a:spcPts val="1000"/>
              </a:spcBef>
              <a:spcAft>
                <a:spcPts val="0"/>
              </a:spcAft>
              <a:buClr>
                <a:srgbClr val="A53010"/>
              </a:buClr>
              <a:buSzTx/>
              <a:buFont typeface="Wingdings 3" charset="2"/>
              <a:buChar char=""/>
              <a:tabLst/>
              <a:defRPr/>
            </a:pPr>
            <a:r>
              <a:rPr kumimoji="0" lang="en-US" sz="2000" b="0" i="0" u="none" strike="noStrike" kern="1200" cap="none" spc="0" normalizeH="0" baseline="0" noProof="0" dirty="0">
                <a:ln>
                  <a:noFill/>
                </a:ln>
                <a:solidFill>
                  <a:prstClr val="black">
                    <a:lumMod val="75000"/>
                    <a:lumOff val="25000"/>
                  </a:prstClr>
                </a:solidFill>
                <a:effectLst/>
                <a:uLnTx/>
                <a:uFillTx/>
                <a:latin typeface="Century Gothic" panose="020B0502020202020204"/>
                <a:ea typeface="+mn-ea"/>
                <a:cs typeface="+mn-cs"/>
              </a:rPr>
              <a:t>Click the </a:t>
            </a:r>
            <a:r>
              <a:rPr kumimoji="0" lang="en-US" sz="2000" b="1" i="0" u="none" strike="noStrike" kern="1200" cap="none" spc="0" normalizeH="0" baseline="0" noProof="0" dirty="0">
                <a:ln>
                  <a:noFill/>
                </a:ln>
                <a:solidFill>
                  <a:prstClr val="black">
                    <a:lumMod val="75000"/>
                    <a:lumOff val="25000"/>
                  </a:prstClr>
                </a:solidFill>
                <a:effectLst/>
                <a:uLnTx/>
                <a:uFillTx/>
                <a:latin typeface="Century Gothic" panose="020B0502020202020204"/>
                <a:ea typeface="+mn-ea"/>
                <a:cs typeface="+mn-cs"/>
              </a:rPr>
              <a:t>four headed arrow (move handle) </a:t>
            </a:r>
            <a:r>
              <a:rPr kumimoji="0" lang="en-US" sz="2000" b="0" i="0" u="none" strike="noStrike" kern="1200" cap="none" spc="0" normalizeH="0" baseline="0" noProof="0" dirty="0">
                <a:ln>
                  <a:noFill/>
                </a:ln>
                <a:solidFill>
                  <a:prstClr val="black">
                    <a:lumMod val="75000"/>
                    <a:lumOff val="25000"/>
                  </a:prstClr>
                </a:solidFill>
                <a:effectLst/>
                <a:uLnTx/>
                <a:uFillTx/>
                <a:latin typeface="Century Gothic" panose="020B0502020202020204"/>
                <a:ea typeface="+mn-ea"/>
                <a:cs typeface="+mn-cs"/>
              </a:rPr>
              <a:t>on the top left of the table to </a:t>
            </a:r>
            <a:r>
              <a:rPr kumimoji="0" lang="en-US" sz="2000" b="1" i="0" u="none" strike="noStrike" kern="1200" cap="none" spc="0" normalizeH="0" baseline="0" noProof="0" dirty="0">
                <a:ln>
                  <a:noFill/>
                </a:ln>
                <a:solidFill>
                  <a:prstClr val="black">
                    <a:lumMod val="75000"/>
                    <a:lumOff val="25000"/>
                  </a:prstClr>
                </a:solidFill>
                <a:effectLst/>
                <a:uLnTx/>
                <a:uFillTx/>
                <a:latin typeface="Century Gothic" panose="020B0502020202020204"/>
                <a:ea typeface="+mn-ea"/>
                <a:cs typeface="+mn-cs"/>
              </a:rPr>
              <a:t>select</a:t>
            </a:r>
            <a:r>
              <a:rPr kumimoji="0" lang="en-US" sz="2000" b="0" i="0" u="none" strike="noStrike" kern="1200" cap="none" spc="0" normalizeH="0" baseline="0" noProof="0" dirty="0">
                <a:ln>
                  <a:noFill/>
                </a:ln>
                <a:solidFill>
                  <a:prstClr val="black">
                    <a:lumMod val="75000"/>
                    <a:lumOff val="25000"/>
                  </a:prstClr>
                </a:solidFill>
                <a:effectLst/>
                <a:uLnTx/>
                <a:uFillTx/>
                <a:latin typeface="Century Gothic" panose="020B0502020202020204"/>
                <a:ea typeface="+mn-ea"/>
                <a:cs typeface="+mn-cs"/>
              </a:rPr>
              <a:t> the whole table and get the options to delete the table, delete rows, delete columns from a </a:t>
            </a:r>
            <a:r>
              <a:rPr lang="en-US" sz="2000" b="1" dirty="0">
                <a:solidFill>
                  <a:prstClr val="black">
                    <a:lumMod val="75000"/>
                    <a:lumOff val="25000"/>
                  </a:prstClr>
                </a:solidFill>
                <a:latin typeface="Century Gothic" panose="020B0502020202020204"/>
              </a:rPr>
              <a:t>M</a:t>
            </a:r>
            <a:r>
              <a:rPr kumimoji="0" lang="en-US" sz="2000" b="1" i="0" u="none" strike="noStrike" kern="1200" cap="none" spc="0" normalizeH="0" baseline="0" noProof="0" dirty="0" err="1">
                <a:ln>
                  <a:noFill/>
                </a:ln>
                <a:solidFill>
                  <a:prstClr val="black">
                    <a:lumMod val="75000"/>
                    <a:lumOff val="25000"/>
                  </a:prstClr>
                </a:solidFill>
                <a:effectLst/>
                <a:uLnTx/>
                <a:uFillTx/>
                <a:latin typeface="Century Gothic" panose="020B0502020202020204"/>
                <a:ea typeface="+mn-ea"/>
                <a:cs typeface="+mn-cs"/>
              </a:rPr>
              <a:t>ini</a:t>
            </a:r>
            <a:r>
              <a:rPr kumimoji="0" lang="en-US" sz="2000" b="1" i="0" u="none" strike="noStrike" kern="1200" cap="none" spc="0" normalizeH="0" baseline="0" noProof="0" dirty="0">
                <a:ln>
                  <a:noFill/>
                </a:ln>
                <a:solidFill>
                  <a:prstClr val="black">
                    <a:lumMod val="75000"/>
                    <a:lumOff val="25000"/>
                  </a:prstClr>
                </a:solidFill>
                <a:effectLst/>
                <a:uLnTx/>
                <a:uFillTx/>
                <a:latin typeface="Century Gothic" panose="020B0502020202020204"/>
                <a:ea typeface="+mn-ea"/>
                <a:cs typeface="+mn-cs"/>
              </a:rPr>
              <a:t> Toolbar </a:t>
            </a:r>
            <a:r>
              <a:rPr kumimoji="0" lang="en-US" sz="2000" b="0" i="0" u="none" strike="noStrike" kern="1200" cap="none" spc="0" normalizeH="0" baseline="0" noProof="0" dirty="0">
                <a:ln>
                  <a:noFill/>
                </a:ln>
                <a:solidFill>
                  <a:prstClr val="black">
                    <a:lumMod val="75000"/>
                    <a:lumOff val="25000"/>
                  </a:prstClr>
                </a:solidFill>
                <a:effectLst/>
                <a:uLnTx/>
                <a:uFillTx/>
                <a:latin typeface="Century Gothic" panose="020B0502020202020204"/>
                <a:ea typeface="+mn-ea"/>
                <a:cs typeface="+mn-cs"/>
              </a:rPr>
              <a:t>or the </a:t>
            </a:r>
            <a:r>
              <a:rPr kumimoji="0" lang="en-US" sz="2000" b="1" i="0" u="none" strike="noStrike" kern="1200" cap="none" spc="0" normalizeH="0" baseline="0" noProof="0" dirty="0">
                <a:ln>
                  <a:noFill/>
                </a:ln>
                <a:solidFill>
                  <a:prstClr val="black">
                    <a:lumMod val="75000"/>
                    <a:lumOff val="25000"/>
                  </a:prstClr>
                </a:solidFill>
                <a:effectLst/>
                <a:uLnTx/>
                <a:uFillTx/>
                <a:latin typeface="Century Gothic" panose="020B0502020202020204"/>
                <a:ea typeface="+mn-ea"/>
                <a:cs typeface="+mn-cs"/>
              </a:rPr>
              <a:t>Table Tools </a:t>
            </a:r>
            <a:r>
              <a:rPr kumimoji="0" lang="en-US" sz="2000" b="0" i="0" u="none" strike="noStrike" kern="1200" cap="none" spc="0" normalizeH="0" baseline="0" noProof="0" dirty="0">
                <a:ln>
                  <a:noFill/>
                </a:ln>
                <a:solidFill>
                  <a:prstClr val="black">
                    <a:lumMod val="75000"/>
                    <a:lumOff val="25000"/>
                  </a:prstClr>
                </a:solidFill>
                <a:effectLst/>
                <a:uLnTx/>
                <a:uFillTx/>
                <a:latin typeface="Century Gothic" panose="020B0502020202020204"/>
                <a:ea typeface="+mn-ea"/>
                <a:cs typeface="+mn-cs"/>
              </a:rPr>
              <a:t>from the </a:t>
            </a:r>
            <a:r>
              <a:rPr kumimoji="0" lang="en-US" sz="2000" b="1" i="0" u="none" strike="noStrike" kern="1200" cap="none" spc="0" normalizeH="0" baseline="0" noProof="0" dirty="0">
                <a:ln>
                  <a:noFill/>
                </a:ln>
                <a:solidFill>
                  <a:prstClr val="black">
                    <a:lumMod val="75000"/>
                    <a:lumOff val="25000"/>
                  </a:prstClr>
                </a:solidFill>
                <a:effectLst/>
                <a:uLnTx/>
                <a:uFillTx/>
                <a:latin typeface="Century Gothic" panose="020B0502020202020204"/>
                <a:ea typeface="+mn-ea"/>
                <a:cs typeface="+mn-cs"/>
              </a:rPr>
              <a:t>Layout Tab</a:t>
            </a:r>
            <a:r>
              <a:rPr kumimoji="0" lang="en-US" sz="2000" b="0" i="0" u="none" strike="noStrike" kern="1200" cap="none" spc="0" normalizeH="0" baseline="0" noProof="0" dirty="0">
                <a:ln>
                  <a:noFill/>
                </a:ln>
                <a:solidFill>
                  <a:prstClr val="black">
                    <a:lumMod val="75000"/>
                    <a:lumOff val="25000"/>
                  </a:prstClr>
                </a:solidFill>
                <a:effectLst/>
                <a:uLnTx/>
                <a:uFillTx/>
                <a:latin typeface="Century Gothic" panose="020B0502020202020204"/>
                <a:ea typeface="+mn-ea"/>
                <a:cs typeface="+mn-cs"/>
              </a:rPr>
              <a:t>.</a:t>
            </a:r>
          </a:p>
          <a:p>
            <a:pPr marL="742950" marR="0" lvl="1" indent="-285750" algn="l" defTabSz="457200" rtl="0" eaLnBrk="1" fontAlgn="auto" latinLnBrk="0" hangingPunct="1">
              <a:lnSpc>
                <a:spcPct val="150000"/>
              </a:lnSpc>
              <a:spcBef>
                <a:spcPts val="1000"/>
              </a:spcBef>
              <a:spcAft>
                <a:spcPts val="0"/>
              </a:spcAft>
              <a:buClr>
                <a:srgbClr val="A53010"/>
              </a:buClr>
              <a:buSzTx/>
              <a:buFont typeface="Wingdings 3" charset="2"/>
              <a:buChar char=""/>
              <a:tabLst/>
              <a:defRPr/>
            </a:pPr>
            <a:r>
              <a:rPr kumimoji="0" lang="en-US" sz="2000" b="0" i="0" u="none" strike="noStrike" kern="1200" cap="none" spc="0" normalizeH="0" baseline="0" noProof="0" dirty="0">
                <a:ln>
                  <a:noFill/>
                </a:ln>
                <a:solidFill>
                  <a:prstClr val="black">
                    <a:lumMod val="75000"/>
                    <a:lumOff val="25000"/>
                  </a:prstClr>
                </a:solidFill>
                <a:effectLst/>
                <a:uLnTx/>
                <a:uFillTx/>
                <a:latin typeface="Century Gothic" panose="020B0502020202020204"/>
                <a:ea typeface="+mn-ea"/>
                <a:cs typeface="+mn-cs"/>
              </a:rPr>
              <a:t>Right click the </a:t>
            </a:r>
            <a:r>
              <a:rPr kumimoji="0" lang="en-US" sz="2000" b="1" i="0" u="none" strike="noStrike" kern="1200" cap="none" spc="0" normalizeH="0" baseline="0" noProof="0" dirty="0">
                <a:ln>
                  <a:noFill/>
                </a:ln>
                <a:solidFill>
                  <a:prstClr val="black">
                    <a:lumMod val="75000"/>
                    <a:lumOff val="25000"/>
                  </a:prstClr>
                </a:solidFill>
                <a:effectLst/>
                <a:uLnTx/>
                <a:uFillTx/>
                <a:latin typeface="Century Gothic" panose="020B0502020202020204"/>
                <a:ea typeface="+mn-ea"/>
                <a:cs typeface="+mn-cs"/>
              </a:rPr>
              <a:t>table</a:t>
            </a:r>
            <a:r>
              <a:rPr kumimoji="0" lang="en-US" sz="2000" b="0" i="0" u="none" strike="noStrike" kern="1200" cap="none" spc="0" normalizeH="0" baseline="0" noProof="0" dirty="0">
                <a:ln>
                  <a:noFill/>
                </a:ln>
                <a:solidFill>
                  <a:prstClr val="black">
                    <a:lumMod val="75000"/>
                    <a:lumOff val="25000"/>
                  </a:prstClr>
                </a:solidFill>
                <a:effectLst/>
                <a:uLnTx/>
                <a:uFillTx/>
                <a:latin typeface="Century Gothic" panose="020B0502020202020204"/>
                <a:ea typeface="+mn-ea"/>
                <a:cs typeface="+mn-cs"/>
              </a:rPr>
              <a:t> and select </a:t>
            </a:r>
            <a:r>
              <a:rPr kumimoji="0" lang="en-US" sz="2000" b="1" i="0" u="none" strike="noStrike" kern="1200" cap="none" spc="0" normalizeH="0" baseline="0" noProof="0" dirty="0">
                <a:ln>
                  <a:noFill/>
                </a:ln>
                <a:solidFill>
                  <a:prstClr val="black">
                    <a:lumMod val="75000"/>
                    <a:lumOff val="25000"/>
                  </a:prstClr>
                </a:solidFill>
                <a:effectLst/>
                <a:uLnTx/>
                <a:uFillTx/>
                <a:latin typeface="Century Gothic" panose="020B0502020202020204"/>
                <a:ea typeface="+mn-ea"/>
                <a:cs typeface="+mn-cs"/>
              </a:rPr>
              <a:t>Delete table </a:t>
            </a:r>
            <a:r>
              <a:rPr kumimoji="0" lang="en-US" sz="2000" i="0" u="none" strike="noStrike" kern="1200" cap="none" spc="0" normalizeH="0" baseline="0" noProof="0" dirty="0">
                <a:ln>
                  <a:noFill/>
                </a:ln>
                <a:solidFill>
                  <a:prstClr val="black">
                    <a:lumMod val="75000"/>
                    <a:lumOff val="25000"/>
                  </a:prstClr>
                </a:solidFill>
                <a:effectLst/>
                <a:uLnTx/>
                <a:uFillTx/>
                <a:latin typeface="Century Gothic" panose="020B0502020202020204"/>
                <a:ea typeface="+mn-ea"/>
                <a:cs typeface="+mn-cs"/>
              </a:rPr>
              <a:t>from the </a:t>
            </a:r>
            <a:r>
              <a:rPr kumimoji="0" lang="en-US" sz="2000" b="1" i="0" u="none" strike="noStrike" kern="1200" cap="none" spc="0" normalizeH="0" baseline="0" noProof="0" dirty="0">
                <a:ln>
                  <a:noFill/>
                </a:ln>
                <a:solidFill>
                  <a:prstClr val="black">
                    <a:lumMod val="75000"/>
                    <a:lumOff val="25000"/>
                  </a:prstClr>
                </a:solidFill>
                <a:effectLst/>
                <a:uLnTx/>
                <a:uFillTx/>
                <a:latin typeface="Century Gothic" panose="020B0502020202020204"/>
                <a:ea typeface="+mn-ea"/>
                <a:cs typeface="+mn-cs"/>
              </a:rPr>
              <a:t>Mini </a:t>
            </a:r>
            <a:r>
              <a:rPr lang="en-US" sz="2000" b="1" dirty="0">
                <a:solidFill>
                  <a:prstClr val="black">
                    <a:lumMod val="75000"/>
                    <a:lumOff val="25000"/>
                  </a:prstClr>
                </a:solidFill>
                <a:latin typeface="Century Gothic" panose="020B0502020202020204"/>
              </a:rPr>
              <a:t>T</a:t>
            </a:r>
            <a:r>
              <a:rPr kumimoji="0" lang="en-US" sz="2000" b="1" i="0" u="none" strike="noStrike" kern="1200" cap="none" spc="0" normalizeH="0" baseline="0" noProof="0" dirty="0" err="1">
                <a:ln>
                  <a:noFill/>
                </a:ln>
                <a:solidFill>
                  <a:prstClr val="black">
                    <a:lumMod val="75000"/>
                    <a:lumOff val="25000"/>
                  </a:prstClr>
                </a:solidFill>
                <a:effectLst/>
                <a:uLnTx/>
                <a:uFillTx/>
                <a:latin typeface="Century Gothic" panose="020B0502020202020204"/>
                <a:ea typeface="+mn-ea"/>
                <a:cs typeface="+mn-cs"/>
              </a:rPr>
              <a:t>oolbar</a:t>
            </a:r>
            <a:r>
              <a:rPr kumimoji="0" lang="en-US" sz="2000" b="1" i="0" u="none" strike="noStrike" kern="1200" cap="none" spc="0" normalizeH="0" baseline="0" noProof="0" dirty="0">
                <a:ln>
                  <a:noFill/>
                </a:ln>
                <a:solidFill>
                  <a:prstClr val="black">
                    <a:lumMod val="75000"/>
                    <a:lumOff val="25000"/>
                  </a:prstClr>
                </a:solidFill>
                <a:effectLst/>
                <a:uLnTx/>
                <a:uFillTx/>
                <a:latin typeface="Century Gothic" panose="020B0502020202020204"/>
                <a:ea typeface="+mn-ea"/>
                <a:cs typeface="+mn-cs"/>
              </a:rPr>
              <a:t> </a:t>
            </a:r>
            <a:r>
              <a:rPr kumimoji="0" lang="en-US" sz="2000" i="0" u="none" strike="noStrike" kern="1200" cap="none" spc="0" normalizeH="0" baseline="0" noProof="0" dirty="0">
                <a:ln>
                  <a:noFill/>
                </a:ln>
                <a:solidFill>
                  <a:prstClr val="black">
                    <a:lumMod val="75000"/>
                    <a:lumOff val="25000"/>
                  </a:prstClr>
                </a:solidFill>
                <a:effectLst/>
                <a:uLnTx/>
                <a:uFillTx/>
                <a:latin typeface="Century Gothic" panose="020B0502020202020204"/>
                <a:ea typeface="+mn-ea"/>
                <a:cs typeface="+mn-cs"/>
              </a:rPr>
              <a:t>or the </a:t>
            </a:r>
            <a:r>
              <a:rPr kumimoji="0" lang="en-US" sz="2000" b="1" i="0" u="none" strike="noStrike" kern="1200" cap="none" spc="0" normalizeH="0" baseline="0" noProof="0" dirty="0">
                <a:ln>
                  <a:noFill/>
                </a:ln>
                <a:solidFill>
                  <a:prstClr val="black">
                    <a:lumMod val="75000"/>
                    <a:lumOff val="25000"/>
                  </a:prstClr>
                </a:solidFill>
                <a:effectLst/>
                <a:uLnTx/>
                <a:uFillTx/>
                <a:latin typeface="Century Gothic" panose="020B0502020202020204"/>
                <a:ea typeface="+mn-ea"/>
                <a:cs typeface="+mn-cs"/>
              </a:rPr>
              <a:t>Pop up Menu.</a:t>
            </a:r>
          </a:p>
          <a:p>
            <a:pPr marL="342900" marR="0" lvl="0" indent="-342900" algn="l" defTabSz="457200" rtl="0" eaLnBrk="1" fontAlgn="auto" latinLnBrk="0" hangingPunct="1">
              <a:lnSpc>
                <a:spcPct val="150000"/>
              </a:lnSpc>
              <a:spcBef>
                <a:spcPts val="1000"/>
              </a:spcBef>
              <a:spcAft>
                <a:spcPts val="0"/>
              </a:spcAft>
              <a:buClr>
                <a:srgbClr val="A53010"/>
              </a:buClr>
              <a:buSzTx/>
              <a:buFont typeface="Wingdings 3" charset="2"/>
              <a:buChar char=""/>
              <a:tabLst/>
              <a:defRPr/>
            </a:pPr>
            <a:r>
              <a:rPr lang="en-US" sz="2000" b="1" dirty="0">
                <a:solidFill>
                  <a:prstClr val="black">
                    <a:lumMod val="75000"/>
                    <a:lumOff val="25000"/>
                  </a:prstClr>
                </a:solidFill>
                <a:latin typeface="Century Gothic" panose="020B0502020202020204"/>
              </a:rPr>
              <a:t>OR</a:t>
            </a:r>
            <a:endParaRPr kumimoji="0" lang="en-US" sz="2000" b="1" i="0" u="none" strike="noStrike" kern="1200" cap="none" spc="0" normalizeH="0" baseline="0" noProof="0" dirty="0">
              <a:ln>
                <a:noFill/>
              </a:ln>
              <a:solidFill>
                <a:prstClr val="black">
                  <a:lumMod val="75000"/>
                  <a:lumOff val="25000"/>
                </a:prstClr>
              </a:solidFill>
              <a:effectLst/>
              <a:uLnTx/>
              <a:uFillTx/>
              <a:latin typeface="Century Gothic" panose="020B0502020202020204"/>
              <a:ea typeface="+mn-ea"/>
              <a:cs typeface="+mn-cs"/>
            </a:endParaRPr>
          </a:p>
          <a:p>
            <a:pPr marL="742950" marR="0" lvl="1" indent="-285750" algn="l" defTabSz="457200" rtl="0" eaLnBrk="1" fontAlgn="auto" latinLnBrk="0" hangingPunct="1">
              <a:lnSpc>
                <a:spcPct val="150000"/>
              </a:lnSpc>
              <a:spcBef>
                <a:spcPts val="1000"/>
              </a:spcBef>
              <a:spcAft>
                <a:spcPts val="0"/>
              </a:spcAft>
              <a:buClr>
                <a:srgbClr val="A53010"/>
              </a:buClr>
              <a:buSzTx/>
              <a:buFont typeface="Wingdings 3" charset="2"/>
              <a:buChar char=""/>
              <a:tabLst/>
              <a:defRPr/>
            </a:pPr>
            <a:r>
              <a:rPr kumimoji="0" lang="en-US" sz="2000" b="0" i="0" u="none" strike="noStrike" kern="1200" cap="none" spc="0" normalizeH="0" baseline="0" noProof="0" dirty="0">
                <a:ln>
                  <a:noFill/>
                </a:ln>
                <a:solidFill>
                  <a:prstClr val="black">
                    <a:lumMod val="75000"/>
                    <a:lumOff val="25000"/>
                  </a:prstClr>
                </a:solidFill>
                <a:effectLst/>
                <a:uLnTx/>
                <a:uFillTx/>
                <a:latin typeface="Century Gothic" panose="020B0502020202020204"/>
                <a:ea typeface="+mn-ea"/>
                <a:cs typeface="+mn-cs"/>
              </a:rPr>
              <a:t>Place your cursor </a:t>
            </a:r>
            <a:r>
              <a:rPr lang="en-US" sz="2000" dirty="0">
                <a:solidFill>
                  <a:prstClr val="black">
                    <a:lumMod val="75000"/>
                    <a:lumOff val="25000"/>
                  </a:prstClr>
                </a:solidFill>
                <a:latin typeface="Century Gothic" panose="020B0502020202020204"/>
              </a:rPr>
              <a:t>in </a:t>
            </a:r>
            <a:r>
              <a:rPr kumimoji="0" lang="en-US" sz="2000" b="0" i="0" u="none" strike="noStrike" kern="1200" cap="none" spc="0" normalizeH="0" baseline="0" noProof="0" dirty="0">
                <a:ln>
                  <a:noFill/>
                </a:ln>
                <a:solidFill>
                  <a:prstClr val="black">
                    <a:lumMod val="75000"/>
                    <a:lumOff val="25000"/>
                  </a:prstClr>
                </a:solidFill>
                <a:effectLst/>
                <a:uLnTx/>
                <a:uFillTx/>
                <a:latin typeface="Century Gothic" panose="020B0502020202020204"/>
                <a:ea typeface="+mn-ea"/>
                <a:cs typeface="+mn-cs"/>
              </a:rPr>
              <a:t>the last column.</a:t>
            </a:r>
          </a:p>
          <a:p>
            <a:pPr marL="742950" marR="0" lvl="1" indent="-285750" algn="l" defTabSz="457200" rtl="0" eaLnBrk="1" fontAlgn="auto" latinLnBrk="0" hangingPunct="1">
              <a:lnSpc>
                <a:spcPct val="150000"/>
              </a:lnSpc>
              <a:spcBef>
                <a:spcPts val="1000"/>
              </a:spcBef>
              <a:spcAft>
                <a:spcPts val="0"/>
              </a:spcAft>
              <a:buClr>
                <a:srgbClr val="A53010"/>
              </a:buClr>
              <a:buSzTx/>
              <a:buFont typeface="Wingdings 3" charset="2"/>
              <a:buChar char=""/>
              <a:tabLst/>
              <a:defRPr/>
            </a:pPr>
            <a:r>
              <a:rPr kumimoji="0" lang="en-US" sz="2000" b="0" i="0" u="none" strike="noStrike" kern="1200" cap="none" spc="0" normalizeH="0" baseline="0" noProof="0" dirty="0">
                <a:ln>
                  <a:noFill/>
                </a:ln>
                <a:solidFill>
                  <a:prstClr val="black">
                    <a:lumMod val="75000"/>
                    <a:lumOff val="25000"/>
                  </a:prstClr>
                </a:solidFill>
                <a:effectLst/>
                <a:uLnTx/>
                <a:uFillTx/>
                <a:latin typeface="Century Gothic" panose="020B0502020202020204"/>
                <a:ea typeface="+mn-ea"/>
                <a:cs typeface="+mn-cs"/>
              </a:rPr>
              <a:t>Then, from the </a:t>
            </a:r>
            <a:r>
              <a:rPr kumimoji="0" lang="en-US" sz="2000" b="1" i="0" u="none" strike="noStrike" kern="1200" cap="none" spc="0" normalizeH="0" baseline="0" noProof="0" dirty="0">
                <a:ln>
                  <a:noFill/>
                </a:ln>
                <a:solidFill>
                  <a:prstClr val="black">
                    <a:lumMod val="75000"/>
                    <a:lumOff val="25000"/>
                  </a:prstClr>
                </a:solidFill>
                <a:effectLst/>
                <a:uLnTx/>
                <a:uFillTx/>
                <a:latin typeface="Century Gothic" panose="020B0502020202020204"/>
                <a:ea typeface="+mn-ea"/>
                <a:cs typeface="+mn-cs"/>
              </a:rPr>
              <a:t>LAYOUT tab</a:t>
            </a:r>
            <a:r>
              <a:rPr kumimoji="0" lang="en-US" sz="2000" b="0" i="0" u="none" strike="noStrike" kern="1200" cap="none" spc="0" normalizeH="0" baseline="0" noProof="0" dirty="0">
                <a:ln>
                  <a:noFill/>
                </a:ln>
                <a:solidFill>
                  <a:prstClr val="black">
                    <a:lumMod val="75000"/>
                    <a:lumOff val="25000"/>
                  </a:prstClr>
                </a:solidFill>
                <a:effectLst/>
                <a:uLnTx/>
                <a:uFillTx/>
                <a:latin typeface="Century Gothic" panose="020B0502020202020204"/>
                <a:ea typeface="+mn-ea"/>
                <a:cs typeface="+mn-cs"/>
              </a:rPr>
              <a:t>, click the</a:t>
            </a:r>
            <a:r>
              <a:rPr kumimoji="0" lang="en-US" sz="2000" b="1" i="0" u="none" strike="noStrike" kern="1200" cap="none" spc="0" normalizeH="0" baseline="0" noProof="0" dirty="0">
                <a:ln>
                  <a:noFill/>
                </a:ln>
                <a:solidFill>
                  <a:prstClr val="black">
                    <a:lumMod val="75000"/>
                    <a:lumOff val="25000"/>
                  </a:prstClr>
                </a:solidFill>
                <a:effectLst/>
                <a:uLnTx/>
                <a:uFillTx/>
                <a:latin typeface="Century Gothic" panose="020B0502020202020204"/>
                <a:ea typeface="+mn-ea"/>
                <a:cs typeface="+mn-cs"/>
              </a:rPr>
              <a:t> DELETE </a:t>
            </a:r>
            <a:r>
              <a:rPr kumimoji="0" lang="en-US" sz="2000" b="0" i="0" u="none" strike="noStrike" kern="1200" cap="none" spc="0" normalizeH="0" baseline="0" noProof="0" dirty="0">
                <a:ln>
                  <a:noFill/>
                </a:ln>
                <a:solidFill>
                  <a:prstClr val="black">
                    <a:lumMod val="75000"/>
                    <a:lumOff val="25000"/>
                  </a:prstClr>
                </a:solidFill>
                <a:effectLst/>
                <a:uLnTx/>
                <a:uFillTx/>
                <a:latin typeface="Century Gothic" panose="020B0502020202020204"/>
                <a:ea typeface="+mn-ea"/>
                <a:cs typeface="+mn-cs"/>
              </a:rPr>
              <a:t>option, , from the </a:t>
            </a:r>
            <a:r>
              <a:rPr kumimoji="0" lang="en-US" sz="2000" b="1" i="0" u="none" strike="noStrike" kern="1200" cap="none" spc="0" normalizeH="0" baseline="0" noProof="0" dirty="0">
                <a:ln>
                  <a:noFill/>
                </a:ln>
                <a:solidFill>
                  <a:prstClr val="black">
                    <a:lumMod val="75000"/>
                    <a:lumOff val="25000"/>
                  </a:prstClr>
                </a:solidFill>
                <a:effectLst/>
                <a:uLnTx/>
                <a:uFillTx/>
                <a:latin typeface="Century Gothic" panose="020B0502020202020204"/>
                <a:ea typeface="+mn-ea"/>
                <a:cs typeface="+mn-cs"/>
              </a:rPr>
              <a:t>ROWS &amp; COLUMNS</a:t>
            </a:r>
            <a:r>
              <a:rPr kumimoji="0" lang="en-US" sz="2000" b="0" i="0" u="none" strike="noStrike" kern="1200" cap="none" spc="0" normalizeH="0" baseline="0" noProof="0" dirty="0">
                <a:ln>
                  <a:noFill/>
                </a:ln>
                <a:solidFill>
                  <a:prstClr val="black">
                    <a:lumMod val="75000"/>
                    <a:lumOff val="25000"/>
                  </a:prstClr>
                </a:solidFill>
                <a:effectLst/>
                <a:uLnTx/>
                <a:uFillTx/>
                <a:latin typeface="Century Gothic" panose="020B0502020202020204"/>
                <a:ea typeface="+mn-ea"/>
                <a:cs typeface="+mn-cs"/>
              </a:rPr>
              <a:t> command group.</a:t>
            </a:r>
          </a:p>
          <a:p>
            <a:pPr marL="742950" marR="0" lvl="1" indent="-285750" algn="l" defTabSz="457200" rtl="0" eaLnBrk="1" fontAlgn="auto" latinLnBrk="0" hangingPunct="1">
              <a:lnSpc>
                <a:spcPct val="150000"/>
              </a:lnSpc>
              <a:spcBef>
                <a:spcPts val="1000"/>
              </a:spcBef>
              <a:spcAft>
                <a:spcPts val="0"/>
              </a:spcAft>
              <a:buClr>
                <a:srgbClr val="A53010"/>
              </a:buClr>
              <a:buSzTx/>
              <a:buFont typeface="Wingdings 3" charset="2"/>
              <a:buChar char=""/>
              <a:tabLst/>
              <a:defRPr/>
            </a:pPr>
            <a:r>
              <a:rPr kumimoji="0" lang="en-US" sz="2000" b="0" i="0" u="none" strike="noStrike" kern="1200" cap="none" spc="0" normalizeH="0" baseline="0" noProof="0" dirty="0">
                <a:ln>
                  <a:noFill/>
                </a:ln>
                <a:solidFill>
                  <a:prstClr val="black">
                    <a:lumMod val="75000"/>
                    <a:lumOff val="25000"/>
                  </a:prstClr>
                </a:solidFill>
                <a:effectLst/>
                <a:uLnTx/>
                <a:uFillTx/>
                <a:latin typeface="Century Gothic" panose="020B0502020202020204"/>
                <a:ea typeface="+mn-ea"/>
                <a:cs typeface="+mn-cs"/>
              </a:rPr>
              <a:t>Select </a:t>
            </a:r>
            <a:r>
              <a:rPr kumimoji="0" lang="en-US" sz="2000" b="1" i="0" u="none" strike="noStrike" kern="1200" cap="none" spc="0" normalizeH="0" baseline="0" noProof="0" dirty="0">
                <a:ln>
                  <a:noFill/>
                </a:ln>
                <a:solidFill>
                  <a:prstClr val="black">
                    <a:lumMod val="75000"/>
                    <a:lumOff val="25000"/>
                  </a:prstClr>
                </a:solidFill>
                <a:effectLst/>
                <a:uLnTx/>
                <a:uFillTx/>
                <a:latin typeface="Century Gothic" panose="020B0502020202020204"/>
                <a:ea typeface="+mn-ea"/>
                <a:cs typeface="+mn-cs"/>
              </a:rPr>
              <a:t>DELETE COLUMNS</a:t>
            </a:r>
            <a:r>
              <a:rPr kumimoji="0" lang="en-US" sz="2000" b="0" i="0" u="none" strike="noStrike" kern="1200" cap="none" spc="0" normalizeH="0" baseline="0" noProof="0" dirty="0">
                <a:ln>
                  <a:noFill/>
                </a:ln>
                <a:solidFill>
                  <a:prstClr val="black">
                    <a:lumMod val="75000"/>
                    <a:lumOff val="25000"/>
                  </a:prstClr>
                </a:solidFill>
                <a:effectLst/>
                <a:uLnTx/>
                <a:uFillTx/>
                <a:latin typeface="Century Gothic" panose="020B0502020202020204"/>
                <a:ea typeface="+mn-ea"/>
                <a:cs typeface="+mn-cs"/>
              </a:rPr>
              <a:t>.</a:t>
            </a:r>
          </a:p>
          <a:p>
            <a:pPr marL="742950" marR="0" lvl="1" indent="-285750" algn="l" defTabSz="457200" rtl="0" eaLnBrk="1" fontAlgn="auto" latinLnBrk="0" hangingPunct="1">
              <a:lnSpc>
                <a:spcPct val="100000"/>
              </a:lnSpc>
              <a:spcBef>
                <a:spcPts val="1000"/>
              </a:spcBef>
              <a:spcAft>
                <a:spcPts val="0"/>
              </a:spcAft>
              <a:buClr>
                <a:srgbClr val="A53010"/>
              </a:buClr>
              <a:buSzTx/>
              <a:buFont typeface="Wingdings 3" charset="2"/>
              <a:buChar char=""/>
              <a:tabLst/>
              <a:defRPr/>
            </a:pPr>
            <a:endParaRPr kumimoji="0" lang="en-US" sz="1600" b="1" i="0" u="none" strike="noStrike" kern="1200" cap="none" spc="0" normalizeH="0" baseline="0" noProof="0" dirty="0">
              <a:ln>
                <a:noFill/>
              </a:ln>
              <a:solidFill>
                <a:prstClr val="black">
                  <a:lumMod val="75000"/>
                  <a:lumOff val="25000"/>
                </a:prstClr>
              </a:solidFill>
              <a:effectLst/>
              <a:uLnTx/>
              <a:uFillTx/>
              <a:latin typeface="Century Gothic" panose="020B0502020202020204"/>
              <a:ea typeface="+mn-ea"/>
              <a:cs typeface="+mn-cs"/>
            </a:endParaRPr>
          </a:p>
          <a:p>
            <a:endParaRPr lang="en-US" dirty="0"/>
          </a:p>
        </p:txBody>
      </p:sp>
    </p:spTree>
    <p:extLst>
      <p:ext uri="{BB962C8B-B14F-4D97-AF65-F5344CB8AC3E}">
        <p14:creationId xmlns:p14="http://schemas.microsoft.com/office/powerpoint/2010/main" val="377577836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97E9ED-806C-4FFB-84FC-195AAF0A7404}"/>
              </a:ext>
            </a:extLst>
          </p:cNvPr>
          <p:cNvSpPr>
            <a:spLocks noGrp="1"/>
          </p:cNvSpPr>
          <p:nvPr>
            <p:ph type="title"/>
          </p:nvPr>
        </p:nvSpPr>
        <p:spPr>
          <a:xfrm>
            <a:off x="1573619" y="166910"/>
            <a:ext cx="9782137" cy="779868"/>
          </a:xfrm>
        </p:spPr>
        <p:txBody>
          <a:bodyPr/>
          <a:lstStyle/>
          <a:p>
            <a:r>
              <a:rPr lang="en-US" dirty="0"/>
              <a:t>MOVING AROUND A TABLE</a:t>
            </a:r>
          </a:p>
        </p:txBody>
      </p:sp>
      <p:sp>
        <p:nvSpPr>
          <p:cNvPr id="3" name="Content Placeholder 2">
            <a:extLst>
              <a:ext uri="{FF2B5EF4-FFF2-40B4-BE49-F238E27FC236}">
                <a16:creationId xmlns:a16="http://schemas.microsoft.com/office/drawing/2014/main" id="{CEC9D09D-020E-4559-A491-1EF0AD7CC0B0}"/>
              </a:ext>
            </a:extLst>
          </p:cNvPr>
          <p:cNvSpPr>
            <a:spLocks noGrp="1"/>
          </p:cNvSpPr>
          <p:nvPr>
            <p:ph idx="1"/>
          </p:nvPr>
        </p:nvSpPr>
        <p:spPr>
          <a:xfrm>
            <a:off x="1573618" y="946778"/>
            <a:ext cx="9696893" cy="5273269"/>
          </a:xfrm>
        </p:spPr>
        <p:txBody>
          <a:bodyPr>
            <a:normAutofit lnSpcReduction="10000"/>
          </a:bodyPr>
          <a:lstStyle/>
          <a:p>
            <a:pPr>
              <a:lnSpc>
                <a:spcPct val="150000"/>
              </a:lnSpc>
            </a:pPr>
            <a:r>
              <a:rPr lang="en-US" sz="2400" b="1" dirty="0"/>
              <a:t>Each block </a:t>
            </a:r>
            <a:r>
              <a:rPr lang="en-US" sz="2400" dirty="0"/>
              <a:t>in a table is called </a:t>
            </a:r>
            <a:r>
              <a:rPr lang="en-US" sz="2400" b="1" dirty="0"/>
              <a:t>a Cell</a:t>
            </a:r>
            <a:r>
              <a:rPr lang="en-US" sz="2400" dirty="0"/>
              <a:t>. </a:t>
            </a:r>
          </a:p>
          <a:p>
            <a:pPr>
              <a:lnSpc>
                <a:spcPct val="150000"/>
              </a:lnSpc>
            </a:pPr>
            <a:r>
              <a:rPr lang="en-US" sz="2400" dirty="0"/>
              <a:t>You can move around a table by using the </a:t>
            </a:r>
            <a:r>
              <a:rPr lang="en-US" sz="2400" b="1" dirty="0"/>
              <a:t>left</a:t>
            </a:r>
            <a:r>
              <a:rPr lang="en-US" sz="2400" dirty="0"/>
              <a:t>, </a:t>
            </a:r>
            <a:r>
              <a:rPr lang="en-US" sz="2400" b="1" dirty="0"/>
              <a:t>right</a:t>
            </a:r>
            <a:r>
              <a:rPr lang="en-US" sz="2400" dirty="0"/>
              <a:t>, </a:t>
            </a:r>
            <a:r>
              <a:rPr lang="en-US" sz="2400" b="1" dirty="0"/>
              <a:t>up</a:t>
            </a:r>
            <a:r>
              <a:rPr lang="en-US" sz="2400" dirty="0"/>
              <a:t>, and </a:t>
            </a:r>
            <a:r>
              <a:rPr lang="en-US" sz="2400" b="1" dirty="0"/>
              <a:t>down arrow </a:t>
            </a:r>
            <a:r>
              <a:rPr lang="en-US" sz="2400" dirty="0"/>
              <a:t>keys. </a:t>
            </a:r>
          </a:p>
          <a:p>
            <a:pPr>
              <a:lnSpc>
                <a:spcPct val="150000"/>
              </a:lnSpc>
            </a:pPr>
            <a:r>
              <a:rPr lang="en-US" sz="2400" dirty="0"/>
              <a:t>To move to a specific cell, use your </a:t>
            </a:r>
            <a:r>
              <a:rPr lang="en-US" sz="2400" b="1" dirty="0"/>
              <a:t>mouse pointer </a:t>
            </a:r>
            <a:r>
              <a:rPr lang="en-US" sz="2400" dirty="0"/>
              <a:t>to move to the specified cell. </a:t>
            </a:r>
          </a:p>
          <a:p>
            <a:pPr>
              <a:lnSpc>
                <a:spcPct val="150000"/>
              </a:lnSpc>
            </a:pPr>
            <a:r>
              <a:rPr lang="en-US" sz="2400" dirty="0"/>
              <a:t>Or, you can use the </a:t>
            </a:r>
            <a:r>
              <a:rPr lang="en-US" sz="2400" b="1" dirty="0"/>
              <a:t>TAB key </a:t>
            </a:r>
            <a:r>
              <a:rPr lang="en-US" sz="2400" dirty="0"/>
              <a:t>to move from cell to cell, from left to right. </a:t>
            </a:r>
          </a:p>
          <a:p>
            <a:pPr>
              <a:lnSpc>
                <a:spcPct val="150000"/>
              </a:lnSpc>
            </a:pPr>
            <a:r>
              <a:rPr lang="en-US" sz="2400" dirty="0"/>
              <a:t>You can hold down the </a:t>
            </a:r>
            <a:r>
              <a:rPr lang="en-US" sz="2400" b="1" dirty="0"/>
              <a:t>SHIFT key </a:t>
            </a:r>
            <a:r>
              <a:rPr lang="en-US" sz="2400" dirty="0"/>
              <a:t>and press the </a:t>
            </a:r>
            <a:r>
              <a:rPr lang="en-US" sz="2400" b="1" dirty="0"/>
              <a:t>TAB key </a:t>
            </a:r>
            <a:r>
              <a:rPr lang="en-US" sz="2400" dirty="0"/>
              <a:t>simultaneously to move from cell to cell, from right to left. </a:t>
            </a:r>
          </a:p>
        </p:txBody>
      </p:sp>
    </p:spTree>
    <p:extLst>
      <p:ext uri="{BB962C8B-B14F-4D97-AF65-F5344CB8AC3E}">
        <p14:creationId xmlns:p14="http://schemas.microsoft.com/office/powerpoint/2010/main" val="372993329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9402E07-0FCC-4943-BA05-4D4A9D0776E9}"/>
              </a:ext>
            </a:extLst>
          </p:cNvPr>
          <p:cNvSpPr>
            <a:spLocks noGrp="1"/>
          </p:cNvSpPr>
          <p:nvPr>
            <p:ph type="title"/>
          </p:nvPr>
        </p:nvSpPr>
        <p:spPr>
          <a:xfrm>
            <a:off x="1640156" y="177543"/>
            <a:ext cx="8911687" cy="769235"/>
          </a:xfrm>
        </p:spPr>
        <p:txBody>
          <a:bodyPr/>
          <a:lstStyle/>
          <a:p>
            <a:r>
              <a:rPr lang="en-US" dirty="0"/>
              <a:t>ENTERING TEXT INTO A TABLE</a:t>
            </a:r>
          </a:p>
        </p:txBody>
      </p:sp>
      <p:sp>
        <p:nvSpPr>
          <p:cNvPr id="3" name="Content Placeholder 2">
            <a:extLst>
              <a:ext uri="{FF2B5EF4-FFF2-40B4-BE49-F238E27FC236}">
                <a16:creationId xmlns:a16="http://schemas.microsoft.com/office/drawing/2014/main" id="{DCF34332-770C-446A-B36C-CC9B1B0E9639}"/>
              </a:ext>
            </a:extLst>
          </p:cNvPr>
          <p:cNvSpPr>
            <a:spLocks noGrp="1"/>
          </p:cNvSpPr>
          <p:nvPr>
            <p:ph idx="1"/>
          </p:nvPr>
        </p:nvSpPr>
        <p:spPr>
          <a:xfrm>
            <a:off x="1640156" y="946778"/>
            <a:ext cx="9864456" cy="4964444"/>
          </a:xfrm>
        </p:spPr>
        <p:txBody>
          <a:bodyPr>
            <a:normAutofit/>
          </a:bodyPr>
          <a:lstStyle/>
          <a:p>
            <a:pPr>
              <a:lnSpc>
                <a:spcPct val="150000"/>
              </a:lnSpc>
            </a:pPr>
            <a:r>
              <a:rPr lang="en-US" sz="2400" dirty="0"/>
              <a:t>To enter text into a table, simply type the text inside the desired cell. Press the </a:t>
            </a:r>
            <a:r>
              <a:rPr lang="en-US" sz="2400" b="1" dirty="0"/>
              <a:t>TAB key </a:t>
            </a:r>
            <a:r>
              <a:rPr lang="en-US" sz="2400" dirty="0"/>
              <a:t>to move to the next cell. </a:t>
            </a:r>
          </a:p>
        </p:txBody>
      </p:sp>
    </p:spTree>
    <p:extLst>
      <p:ext uri="{BB962C8B-B14F-4D97-AF65-F5344CB8AC3E}">
        <p14:creationId xmlns:p14="http://schemas.microsoft.com/office/powerpoint/2010/main" val="157401076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E2B65E-B327-4DAF-AAFA-7476E6B2FE40}"/>
              </a:ext>
            </a:extLst>
          </p:cNvPr>
          <p:cNvSpPr>
            <a:spLocks noGrp="1"/>
          </p:cNvSpPr>
          <p:nvPr>
            <p:ph type="title"/>
          </p:nvPr>
        </p:nvSpPr>
        <p:spPr>
          <a:xfrm>
            <a:off x="1640156" y="306333"/>
            <a:ext cx="8911687" cy="735658"/>
          </a:xfrm>
        </p:spPr>
        <p:txBody>
          <a:bodyPr/>
          <a:lstStyle/>
          <a:p>
            <a:r>
              <a:rPr lang="en-US" dirty="0"/>
              <a:t>ENTERING TEXT INTO A TABLE</a:t>
            </a:r>
          </a:p>
        </p:txBody>
      </p:sp>
      <p:sp>
        <p:nvSpPr>
          <p:cNvPr id="3" name="Content Placeholder 2">
            <a:extLst>
              <a:ext uri="{FF2B5EF4-FFF2-40B4-BE49-F238E27FC236}">
                <a16:creationId xmlns:a16="http://schemas.microsoft.com/office/drawing/2014/main" id="{A4D45AC8-91B4-408C-8633-2D5E15A22A7C}"/>
              </a:ext>
            </a:extLst>
          </p:cNvPr>
          <p:cNvSpPr>
            <a:spLocks noGrp="1"/>
          </p:cNvSpPr>
          <p:nvPr>
            <p:ph idx="1"/>
          </p:nvPr>
        </p:nvSpPr>
        <p:spPr>
          <a:xfrm>
            <a:off x="1640156" y="1041991"/>
            <a:ext cx="9864456" cy="4869231"/>
          </a:xfrm>
        </p:spPr>
        <p:txBody>
          <a:bodyPr/>
          <a:lstStyle/>
          <a:p>
            <a:pPr marL="342900" marR="0" lvl="0" indent="-342900" algn="l" defTabSz="457200" rtl="0" eaLnBrk="1" fontAlgn="auto" latinLnBrk="0" hangingPunct="1">
              <a:lnSpc>
                <a:spcPct val="100000"/>
              </a:lnSpc>
              <a:spcBef>
                <a:spcPts val="1000"/>
              </a:spcBef>
              <a:spcAft>
                <a:spcPts val="0"/>
              </a:spcAft>
              <a:buClr>
                <a:srgbClr val="A53010"/>
              </a:buClr>
              <a:buSzTx/>
              <a:buFont typeface="Wingdings 3" charset="2"/>
              <a:buChar char=""/>
              <a:tabLst/>
              <a:defRPr/>
            </a:pPr>
            <a:r>
              <a:rPr kumimoji="0" lang="en-US" sz="2400" b="1" i="0" u="none" strike="noStrike" kern="1200" cap="none" spc="0" normalizeH="0" baseline="0" noProof="0" dirty="0">
                <a:ln>
                  <a:noFill/>
                </a:ln>
                <a:solidFill>
                  <a:srgbClr val="FF0000"/>
                </a:solidFill>
                <a:effectLst/>
                <a:uLnTx/>
                <a:uFillTx/>
                <a:latin typeface="Century Gothic" panose="020B0502020202020204"/>
                <a:ea typeface="+mn-ea"/>
                <a:cs typeface="+mn-cs"/>
              </a:rPr>
              <a:t>EXERCISE: ENTERING TEXT INTO A TABLE</a:t>
            </a:r>
          </a:p>
          <a:p>
            <a:pPr marL="742950" marR="0" lvl="1" indent="-285750" algn="l" defTabSz="457200" rtl="0" eaLnBrk="1" fontAlgn="auto" latinLnBrk="0" hangingPunct="1">
              <a:lnSpc>
                <a:spcPct val="100000"/>
              </a:lnSpc>
              <a:spcBef>
                <a:spcPts val="1000"/>
              </a:spcBef>
              <a:spcAft>
                <a:spcPts val="0"/>
              </a:spcAft>
              <a:buClr>
                <a:srgbClr val="A53010"/>
              </a:buClr>
              <a:buSzTx/>
              <a:buFont typeface="Wingdings 3" charset="2"/>
              <a:buChar char=""/>
              <a:tabLst/>
              <a:defRPr/>
            </a:pPr>
            <a:r>
              <a:rPr kumimoji="0" lang="en-US" sz="2400" b="0" i="0" u="none" strike="noStrike" kern="1200" cap="none" spc="0" normalizeH="0" baseline="0" noProof="0" dirty="0">
                <a:ln>
                  <a:noFill/>
                </a:ln>
                <a:solidFill>
                  <a:srgbClr val="FF0000"/>
                </a:solidFill>
                <a:effectLst/>
                <a:uLnTx/>
                <a:uFillTx/>
                <a:latin typeface="Century Gothic" panose="020B0502020202020204"/>
                <a:ea typeface="+mn-ea"/>
                <a:cs typeface="+mn-cs"/>
              </a:rPr>
              <a:t>With the cursor in the first cell, type </a:t>
            </a:r>
            <a:r>
              <a:rPr kumimoji="0" lang="en-US" sz="2400" b="1" i="0" u="none" strike="noStrike" kern="1200" cap="none" spc="0" normalizeH="0" baseline="0" noProof="0" dirty="0">
                <a:ln>
                  <a:noFill/>
                </a:ln>
                <a:solidFill>
                  <a:srgbClr val="FF0000"/>
                </a:solidFill>
                <a:effectLst/>
                <a:uLnTx/>
                <a:uFillTx/>
                <a:latin typeface="Century Gothic" panose="020B0502020202020204"/>
                <a:ea typeface="+mn-ea"/>
                <a:cs typeface="+mn-cs"/>
              </a:rPr>
              <a:t>PACKAGE TYPE</a:t>
            </a:r>
            <a:r>
              <a:rPr kumimoji="0" lang="en-US" sz="2400" b="0" i="0" u="none" strike="noStrike" kern="1200" cap="none" spc="0" normalizeH="0" baseline="0" noProof="0" dirty="0">
                <a:ln>
                  <a:noFill/>
                </a:ln>
                <a:solidFill>
                  <a:srgbClr val="FF0000"/>
                </a:solidFill>
                <a:effectLst/>
                <a:uLnTx/>
                <a:uFillTx/>
                <a:latin typeface="Century Gothic" panose="020B0502020202020204"/>
                <a:ea typeface="+mn-ea"/>
                <a:cs typeface="+mn-cs"/>
              </a:rPr>
              <a:t>. Then, press the </a:t>
            </a:r>
            <a:r>
              <a:rPr kumimoji="0" lang="en-US" sz="2400" b="1" i="0" u="none" strike="noStrike" kern="1200" cap="none" spc="0" normalizeH="0" baseline="0" noProof="0" dirty="0">
                <a:ln>
                  <a:noFill/>
                </a:ln>
                <a:solidFill>
                  <a:srgbClr val="FF0000"/>
                </a:solidFill>
                <a:effectLst/>
                <a:uLnTx/>
                <a:uFillTx/>
                <a:latin typeface="Century Gothic" panose="020B0502020202020204"/>
                <a:ea typeface="+mn-ea"/>
                <a:cs typeface="+mn-cs"/>
              </a:rPr>
              <a:t>TAB key</a:t>
            </a:r>
            <a:r>
              <a:rPr kumimoji="0" lang="en-US" sz="2400" b="0" i="0" u="none" strike="noStrike" kern="1200" cap="none" spc="0" normalizeH="0" baseline="0" noProof="0" dirty="0">
                <a:ln>
                  <a:noFill/>
                </a:ln>
                <a:solidFill>
                  <a:srgbClr val="FF0000"/>
                </a:solidFill>
                <a:effectLst/>
                <a:uLnTx/>
                <a:uFillTx/>
                <a:latin typeface="Century Gothic" panose="020B0502020202020204"/>
                <a:ea typeface="+mn-ea"/>
                <a:cs typeface="+mn-cs"/>
              </a:rPr>
              <a:t>. </a:t>
            </a:r>
          </a:p>
          <a:p>
            <a:pPr marL="742950" marR="0" lvl="1" indent="-285750" algn="l" defTabSz="457200" rtl="0" eaLnBrk="1" fontAlgn="auto" latinLnBrk="0" hangingPunct="1">
              <a:lnSpc>
                <a:spcPct val="100000"/>
              </a:lnSpc>
              <a:spcBef>
                <a:spcPts val="1000"/>
              </a:spcBef>
              <a:spcAft>
                <a:spcPts val="0"/>
              </a:spcAft>
              <a:buClr>
                <a:srgbClr val="A53010"/>
              </a:buClr>
              <a:buSzTx/>
              <a:buFont typeface="Wingdings 3" charset="2"/>
              <a:buChar char=""/>
              <a:tabLst/>
              <a:defRPr/>
            </a:pPr>
            <a:r>
              <a:rPr kumimoji="0" lang="en-US" sz="2400" b="0" i="0" u="none" strike="noStrike" kern="1200" cap="none" spc="0" normalizeH="0" baseline="0" noProof="0" dirty="0">
                <a:ln>
                  <a:noFill/>
                </a:ln>
                <a:solidFill>
                  <a:srgbClr val="FF0000"/>
                </a:solidFill>
                <a:effectLst/>
                <a:uLnTx/>
                <a:uFillTx/>
                <a:latin typeface="Century Gothic" panose="020B0502020202020204"/>
                <a:ea typeface="+mn-ea"/>
                <a:cs typeface="+mn-cs"/>
              </a:rPr>
              <a:t>Type </a:t>
            </a:r>
            <a:r>
              <a:rPr kumimoji="0" lang="en-US" sz="2400" b="1" i="0" u="none" strike="noStrike" kern="1200" cap="none" spc="0" normalizeH="0" baseline="0" noProof="0" dirty="0">
                <a:ln>
                  <a:noFill/>
                </a:ln>
                <a:solidFill>
                  <a:srgbClr val="FF0000"/>
                </a:solidFill>
                <a:effectLst/>
                <a:uLnTx/>
                <a:uFillTx/>
                <a:latin typeface="Century Gothic" panose="020B0502020202020204"/>
                <a:ea typeface="+mn-ea"/>
                <a:cs typeface="+mn-cs"/>
              </a:rPr>
              <a:t>INTEREST RATE (2021)</a:t>
            </a:r>
            <a:r>
              <a:rPr lang="en-US" sz="2400" dirty="0">
                <a:solidFill>
                  <a:srgbClr val="FF0000"/>
                </a:solidFill>
                <a:latin typeface="Century Gothic" panose="020B0502020202020204"/>
              </a:rPr>
              <a:t> </a:t>
            </a:r>
            <a:r>
              <a:rPr kumimoji="0" lang="en-US" sz="2400" b="0" i="0" u="none" strike="noStrike" kern="1200" cap="none" spc="0" normalizeH="0" baseline="0" noProof="0" dirty="0">
                <a:ln>
                  <a:noFill/>
                </a:ln>
                <a:solidFill>
                  <a:srgbClr val="FF0000"/>
                </a:solidFill>
                <a:effectLst/>
                <a:uLnTx/>
                <a:uFillTx/>
                <a:latin typeface="Century Gothic" panose="020B0502020202020204"/>
                <a:ea typeface="+mn-ea"/>
                <a:cs typeface="+mn-cs"/>
              </a:rPr>
              <a:t>in the first cell </a:t>
            </a:r>
            <a:r>
              <a:rPr lang="en-US" sz="2400" dirty="0">
                <a:solidFill>
                  <a:srgbClr val="FF0000"/>
                </a:solidFill>
                <a:latin typeface="Century Gothic" panose="020B0502020202020204"/>
              </a:rPr>
              <a:t>of</a:t>
            </a:r>
            <a:r>
              <a:rPr kumimoji="0" lang="en-US" sz="2400" b="0" i="0" u="none" strike="noStrike" kern="1200" cap="none" spc="0" normalizeH="0" baseline="0" noProof="0" dirty="0">
                <a:ln>
                  <a:noFill/>
                </a:ln>
                <a:solidFill>
                  <a:srgbClr val="FF0000"/>
                </a:solidFill>
                <a:effectLst/>
                <a:uLnTx/>
                <a:uFillTx/>
                <a:latin typeface="Century Gothic" panose="020B0502020202020204"/>
                <a:ea typeface="+mn-ea"/>
                <a:cs typeface="+mn-cs"/>
              </a:rPr>
              <a:t> the second column. Then, press the </a:t>
            </a:r>
            <a:r>
              <a:rPr kumimoji="0" lang="en-US" sz="2400" b="1" i="0" u="none" strike="noStrike" kern="1200" cap="none" spc="0" normalizeH="0" baseline="0" noProof="0" dirty="0">
                <a:ln>
                  <a:noFill/>
                </a:ln>
                <a:solidFill>
                  <a:srgbClr val="FF0000"/>
                </a:solidFill>
                <a:effectLst/>
                <a:uLnTx/>
                <a:uFillTx/>
                <a:latin typeface="Century Gothic" panose="020B0502020202020204"/>
                <a:ea typeface="+mn-ea"/>
                <a:cs typeface="+mn-cs"/>
              </a:rPr>
              <a:t>TAB key</a:t>
            </a:r>
            <a:r>
              <a:rPr kumimoji="0" lang="en-US" sz="2400" b="0" i="0" u="none" strike="noStrike" kern="1200" cap="none" spc="0" normalizeH="0" baseline="0" noProof="0" dirty="0">
                <a:ln>
                  <a:noFill/>
                </a:ln>
                <a:solidFill>
                  <a:srgbClr val="FF0000"/>
                </a:solidFill>
                <a:effectLst/>
                <a:uLnTx/>
                <a:uFillTx/>
                <a:latin typeface="Century Gothic" panose="020B0502020202020204"/>
                <a:ea typeface="+mn-ea"/>
                <a:cs typeface="+mn-cs"/>
              </a:rPr>
              <a:t>.</a:t>
            </a:r>
          </a:p>
          <a:p>
            <a:pPr marL="742950" marR="0" lvl="1" indent="-285750" algn="l" defTabSz="457200" rtl="0" eaLnBrk="1" fontAlgn="auto" latinLnBrk="0" hangingPunct="1">
              <a:lnSpc>
                <a:spcPct val="100000"/>
              </a:lnSpc>
              <a:spcBef>
                <a:spcPts val="1000"/>
              </a:spcBef>
              <a:spcAft>
                <a:spcPts val="0"/>
              </a:spcAft>
              <a:buClr>
                <a:srgbClr val="A53010"/>
              </a:buClr>
              <a:buSzTx/>
              <a:buFont typeface="Wingdings 3" charset="2"/>
              <a:buChar char=""/>
              <a:tabLst/>
              <a:defRPr/>
            </a:pPr>
            <a:r>
              <a:rPr kumimoji="0" lang="en-US" sz="2400" b="0" i="0" u="none" strike="noStrike" kern="1200" cap="none" spc="0" normalizeH="0" baseline="0" noProof="0" dirty="0">
                <a:ln>
                  <a:noFill/>
                </a:ln>
                <a:solidFill>
                  <a:srgbClr val="FF0000"/>
                </a:solidFill>
                <a:effectLst/>
                <a:uLnTx/>
                <a:uFillTx/>
                <a:latin typeface="Century Gothic" panose="020B0502020202020204"/>
                <a:ea typeface="+mn-ea"/>
                <a:cs typeface="+mn-cs"/>
              </a:rPr>
              <a:t>Continue until you have entered all of the text shown below.</a:t>
            </a:r>
          </a:p>
          <a:p>
            <a:pPr marL="457200" marR="0" lvl="1" indent="0" algn="l" defTabSz="457200" rtl="0" eaLnBrk="1" fontAlgn="auto" latinLnBrk="0" hangingPunct="1">
              <a:lnSpc>
                <a:spcPct val="100000"/>
              </a:lnSpc>
              <a:spcBef>
                <a:spcPts val="1000"/>
              </a:spcBef>
              <a:spcAft>
                <a:spcPts val="0"/>
              </a:spcAft>
              <a:buClr>
                <a:srgbClr val="A53010"/>
              </a:buClr>
              <a:buSzTx/>
              <a:buNone/>
              <a:tabLst/>
              <a:defRPr/>
            </a:pPr>
            <a:endParaRPr kumimoji="0" lang="en-US" sz="1600" b="0" i="0" u="none" strike="noStrike" kern="1200" cap="none" spc="0" normalizeH="0" baseline="0" noProof="0" dirty="0">
              <a:ln>
                <a:noFill/>
              </a:ln>
              <a:solidFill>
                <a:srgbClr val="FF0000"/>
              </a:solidFill>
              <a:effectLst/>
              <a:uLnTx/>
              <a:uFillTx/>
              <a:latin typeface="Century Gothic" panose="020B0502020202020204"/>
              <a:ea typeface="+mn-ea"/>
              <a:cs typeface="+mn-cs"/>
            </a:endParaRPr>
          </a:p>
          <a:p>
            <a:pPr marL="0" indent="0">
              <a:buNone/>
            </a:pPr>
            <a:endParaRPr lang="en-US" dirty="0"/>
          </a:p>
        </p:txBody>
      </p:sp>
      <p:graphicFrame>
        <p:nvGraphicFramePr>
          <p:cNvPr id="4" name="Table 4">
            <a:extLst>
              <a:ext uri="{FF2B5EF4-FFF2-40B4-BE49-F238E27FC236}">
                <a16:creationId xmlns:a16="http://schemas.microsoft.com/office/drawing/2014/main" id="{EC65D8BD-91D3-4E11-8996-25568EA1E20D}"/>
              </a:ext>
            </a:extLst>
          </p:cNvPr>
          <p:cNvGraphicFramePr>
            <a:graphicFrameLocks noGrp="1"/>
          </p:cNvGraphicFramePr>
          <p:nvPr>
            <p:extLst>
              <p:ext uri="{D42A27DB-BD31-4B8C-83A1-F6EECF244321}">
                <p14:modId xmlns:p14="http://schemas.microsoft.com/office/powerpoint/2010/main" val="1379766821"/>
              </p:ext>
            </p:extLst>
          </p:nvPr>
        </p:nvGraphicFramePr>
        <p:xfrm>
          <a:off x="2360426" y="3633390"/>
          <a:ext cx="8111308" cy="2182619"/>
        </p:xfrm>
        <a:graphic>
          <a:graphicData uri="http://schemas.openxmlformats.org/drawingml/2006/table">
            <a:tbl>
              <a:tblPr firstRow="1" bandRow="1">
                <a:tableStyleId>{5940675A-B579-460E-94D1-54222C63F5DA}</a:tableStyleId>
              </a:tblPr>
              <a:tblGrid>
                <a:gridCol w="2027827">
                  <a:extLst>
                    <a:ext uri="{9D8B030D-6E8A-4147-A177-3AD203B41FA5}">
                      <a16:colId xmlns:a16="http://schemas.microsoft.com/office/drawing/2014/main" val="3113320719"/>
                    </a:ext>
                  </a:extLst>
                </a:gridCol>
                <a:gridCol w="2027827">
                  <a:extLst>
                    <a:ext uri="{9D8B030D-6E8A-4147-A177-3AD203B41FA5}">
                      <a16:colId xmlns:a16="http://schemas.microsoft.com/office/drawing/2014/main" val="3710069594"/>
                    </a:ext>
                  </a:extLst>
                </a:gridCol>
                <a:gridCol w="2027827">
                  <a:extLst>
                    <a:ext uri="{9D8B030D-6E8A-4147-A177-3AD203B41FA5}">
                      <a16:colId xmlns:a16="http://schemas.microsoft.com/office/drawing/2014/main" val="4199262402"/>
                    </a:ext>
                  </a:extLst>
                </a:gridCol>
                <a:gridCol w="2027827">
                  <a:extLst>
                    <a:ext uri="{9D8B030D-6E8A-4147-A177-3AD203B41FA5}">
                      <a16:colId xmlns:a16="http://schemas.microsoft.com/office/drawing/2014/main" val="453745854"/>
                    </a:ext>
                  </a:extLst>
                </a:gridCol>
              </a:tblGrid>
              <a:tr h="657919">
                <a:tc>
                  <a:txBody>
                    <a:bodyPr/>
                    <a:lstStyle/>
                    <a:p>
                      <a:r>
                        <a:rPr lang="en-US" b="1" dirty="0"/>
                        <a:t>PACKAGE TYPE</a:t>
                      </a:r>
                    </a:p>
                  </a:txBody>
                  <a:tcPr/>
                </a:tc>
                <a:tc>
                  <a:txBody>
                    <a:bodyPr/>
                    <a:lstStyle/>
                    <a:p>
                      <a:r>
                        <a:rPr lang="en-US" b="1" dirty="0"/>
                        <a:t>INTEREST RATE (2021)</a:t>
                      </a:r>
                    </a:p>
                  </a:txBody>
                  <a:tcPr/>
                </a:tc>
                <a:tc>
                  <a:txBody>
                    <a:bodyPr/>
                    <a:lstStyle/>
                    <a:p>
                      <a:r>
                        <a:rPr lang="en-US" b="1" dirty="0"/>
                        <a:t>INTEREST RATE (2022)</a:t>
                      </a:r>
                    </a:p>
                  </a:txBody>
                  <a:tcPr/>
                </a:tc>
                <a:tc>
                  <a:txBody>
                    <a:bodyPr/>
                    <a:lstStyle/>
                    <a:p>
                      <a:r>
                        <a:rPr lang="en-US" b="1" dirty="0"/>
                        <a:t>RECOMMENDED</a:t>
                      </a:r>
                    </a:p>
                  </a:txBody>
                  <a:tcPr/>
                </a:tc>
                <a:extLst>
                  <a:ext uri="{0D108BD9-81ED-4DB2-BD59-A6C34878D82A}">
                    <a16:rowId xmlns:a16="http://schemas.microsoft.com/office/drawing/2014/main" val="3662031448"/>
                  </a:ext>
                </a:extLst>
              </a:tr>
              <a:tr h="381175">
                <a:tc>
                  <a:txBody>
                    <a:bodyPr/>
                    <a:lstStyle/>
                    <a:p>
                      <a:r>
                        <a:rPr lang="en-US" dirty="0"/>
                        <a:t>Conventional</a:t>
                      </a:r>
                    </a:p>
                  </a:txBody>
                  <a:tcPr/>
                </a:tc>
                <a:tc>
                  <a:txBody>
                    <a:bodyPr/>
                    <a:lstStyle/>
                    <a:p>
                      <a:r>
                        <a:rPr lang="en-US" dirty="0"/>
                        <a:t>8.0%</a:t>
                      </a:r>
                    </a:p>
                  </a:txBody>
                  <a:tcPr/>
                </a:tc>
                <a:tc>
                  <a:txBody>
                    <a:bodyPr/>
                    <a:lstStyle/>
                    <a:p>
                      <a:r>
                        <a:rPr lang="en-US" dirty="0"/>
                        <a:t>8.5%</a:t>
                      </a:r>
                    </a:p>
                  </a:txBody>
                  <a:tcPr/>
                </a:tc>
                <a:tc>
                  <a:txBody>
                    <a:bodyPr/>
                    <a:lstStyle/>
                    <a:p>
                      <a:r>
                        <a:rPr lang="en-US" dirty="0"/>
                        <a:t>No</a:t>
                      </a:r>
                    </a:p>
                  </a:txBody>
                  <a:tcPr/>
                </a:tc>
                <a:extLst>
                  <a:ext uri="{0D108BD9-81ED-4DB2-BD59-A6C34878D82A}">
                    <a16:rowId xmlns:a16="http://schemas.microsoft.com/office/drawing/2014/main" val="3162272674"/>
                  </a:ext>
                </a:extLst>
              </a:tr>
              <a:tr h="381175">
                <a:tc>
                  <a:txBody>
                    <a:bodyPr/>
                    <a:lstStyle/>
                    <a:p>
                      <a:r>
                        <a:rPr lang="en-US" dirty="0"/>
                        <a:t>Combo</a:t>
                      </a:r>
                    </a:p>
                  </a:txBody>
                  <a:tcPr/>
                </a:tc>
                <a:tc>
                  <a:txBody>
                    <a:bodyPr/>
                    <a:lstStyle/>
                    <a:p>
                      <a:r>
                        <a:rPr lang="en-US" dirty="0"/>
                        <a:t>8.65%</a:t>
                      </a:r>
                    </a:p>
                  </a:txBody>
                  <a:tcPr/>
                </a:tc>
                <a:tc>
                  <a:txBody>
                    <a:bodyPr/>
                    <a:lstStyle/>
                    <a:p>
                      <a:r>
                        <a:rPr lang="en-US" dirty="0"/>
                        <a:t>8.12%</a:t>
                      </a:r>
                    </a:p>
                  </a:txBody>
                  <a:tcPr/>
                </a:tc>
                <a:tc>
                  <a:txBody>
                    <a:bodyPr/>
                    <a:lstStyle/>
                    <a:p>
                      <a:r>
                        <a:rPr lang="en-US" dirty="0"/>
                        <a:t>Yes</a:t>
                      </a:r>
                    </a:p>
                  </a:txBody>
                  <a:tcPr/>
                </a:tc>
                <a:extLst>
                  <a:ext uri="{0D108BD9-81ED-4DB2-BD59-A6C34878D82A}">
                    <a16:rowId xmlns:a16="http://schemas.microsoft.com/office/drawing/2014/main" val="3506742948"/>
                  </a:ext>
                </a:extLst>
              </a:tr>
              <a:tr h="381175">
                <a:tc>
                  <a:txBody>
                    <a:bodyPr/>
                    <a:lstStyle/>
                    <a:p>
                      <a:r>
                        <a:rPr lang="en-US" dirty="0"/>
                        <a:t>Jumbo</a:t>
                      </a:r>
                    </a:p>
                  </a:txBody>
                  <a:tcPr/>
                </a:tc>
                <a:tc>
                  <a:txBody>
                    <a:bodyPr/>
                    <a:lstStyle/>
                    <a:p>
                      <a:r>
                        <a:rPr lang="en-US" dirty="0"/>
                        <a:t>8.85%</a:t>
                      </a:r>
                    </a:p>
                  </a:txBody>
                  <a:tcPr/>
                </a:tc>
                <a:tc>
                  <a:txBody>
                    <a:bodyPr/>
                    <a:lstStyle/>
                    <a:p>
                      <a:r>
                        <a:rPr lang="en-US" dirty="0"/>
                        <a:t>8.88%</a:t>
                      </a:r>
                    </a:p>
                  </a:txBody>
                  <a:tcPr/>
                </a:tc>
                <a:tc>
                  <a:txBody>
                    <a:bodyPr/>
                    <a:lstStyle/>
                    <a:p>
                      <a:r>
                        <a:rPr lang="en-US" dirty="0"/>
                        <a:t>No</a:t>
                      </a:r>
                    </a:p>
                  </a:txBody>
                  <a:tcPr/>
                </a:tc>
                <a:extLst>
                  <a:ext uri="{0D108BD9-81ED-4DB2-BD59-A6C34878D82A}">
                    <a16:rowId xmlns:a16="http://schemas.microsoft.com/office/drawing/2014/main" val="3968097674"/>
                  </a:ext>
                </a:extLst>
              </a:tr>
              <a:tr h="381175">
                <a:tc>
                  <a:txBody>
                    <a:bodyPr/>
                    <a:lstStyle/>
                    <a:p>
                      <a:r>
                        <a:rPr lang="en-US" dirty="0"/>
                        <a:t>VIP</a:t>
                      </a:r>
                    </a:p>
                  </a:txBody>
                  <a:tcPr/>
                </a:tc>
                <a:tc>
                  <a:txBody>
                    <a:bodyPr/>
                    <a:lstStyle/>
                    <a:p>
                      <a:r>
                        <a:rPr lang="en-US" dirty="0"/>
                        <a:t>8.25%</a:t>
                      </a:r>
                    </a:p>
                  </a:txBody>
                  <a:tcPr/>
                </a:tc>
                <a:tc>
                  <a:txBody>
                    <a:bodyPr/>
                    <a:lstStyle/>
                    <a:p>
                      <a:r>
                        <a:rPr lang="en-US" dirty="0"/>
                        <a:t>8.5%</a:t>
                      </a:r>
                    </a:p>
                  </a:txBody>
                  <a:tcPr/>
                </a:tc>
                <a:tc>
                  <a:txBody>
                    <a:bodyPr/>
                    <a:lstStyle/>
                    <a:p>
                      <a:r>
                        <a:rPr lang="en-US" dirty="0"/>
                        <a:t>Yes</a:t>
                      </a:r>
                    </a:p>
                  </a:txBody>
                  <a:tcPr/>
                </a:tc>
                <a:extLst>
                  <a:ext uri="{0D108BD9-81ED-4DB2-BD59-A6C34878D82A}">
                    <a16:rowId xmlns:a16="http://schemas.microsoft.com/office/drawing/2014/main" val="3791515983"/>
                  </a:ext>
                </a:extLst>
              </a:tr>
            </a:tbl>
          </a:graphicData>
        </a:graphic>
      </p:graphicFrame>
    </p:spTree>
    <p:extLst>
      <p:ext uri="{BB962C8B-B14F-4D97-AF65-F5344CB8AC3E}">
        <p14:creationId xmlns:p14="http://schemas.microsoft.com/office/powerpoint/2010/main" val="426088525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BF63803-A156-4B9E-8E86-88C02F6CDB87}"/>
              </a:ext>
            </a:extLst>
          </p:cNvPr>
          <p:cNvSpPr>
            <a:spLocks noGrp="1"/>
          </p:cNvSpPr>
          <p:nvPr>
            <p:ph type="title"/>
          </p:nvPr>
        </p:nvSpPr>
        <p:spPr>
          <a:xfrm>
            <a:off x="1616149" y="230705"/>
            <a:ext cx="9888463" cy="716073"/>
          </a:xfrm>
        </p:spPr>
        <p:txBody>
          <a:bodyPr/>
          <a:lstStyle/>
          <a:p>
            <a:r>
              <a:rPr lang="en-US" dirty="0"/>
              <a:t>ADJUSTING COLUMN WIDTH</a:t>
            </a:r>
          </a:p>
        </p:txBody>
      </p:sp>
      <p:sp>
        <p:nvSpPr>
          <p:cNvPr id="3" name="Content Placeholder 2">
            <a:extLst>
              <a:ext uri="{FF2B5EF4-FFF2-40B4-BE49-F238E27FC236}">
                <a16:creationId xmlns:a16="http://schemas.microsoft.com/office/drawing/2014/main" id="{4EF29BD3-2E7D-4815-A444-577A4F5D4720}"/>
              </a:ext>
            </a:extLst>
          </p:cNvPr>
          <p:cNvSpPr>
            <a:spLocks noGrp="1"/>
          </p:cNvSpPr>
          <p:nvPr>
            <p:ph idx="1"/>
          </p:nvPr>
        </p:nvSpPr>
        <p:spPr>
          <a:xfrm>
            <a:off x="1616149" y="946777"/>
            <a:ext cx="9888463" cy="5517817"/>
          </a:xfrm>
        </p:spPr>
        <p:txBody>
          <a:bodyPr>
            <a:noAutofit/>
          </a:bodyPr>
          <a:lstStyle/>
          <a:p>
            <a:pPr marL="0" indent="0">
              <a:lnSpc>
                <a:spcPct val="150000"/>
              </a:lnSpc>
              <a:buNone/>
            </a:pPr>
            <a:r>
              <a:rPr lang="en-US" sz="2400" b="1" dirty="0"/>
              <a:t>Using AutoFit</a:t>
            </a:r>
          </a:p>
          <a:p>
            <a:pPr>
              <a:lnSpc>
                <a:spcPct val="150000"/>
              </a:lnSpc>
            </a:pPr>
            <a:r>
              <a:rPr lang="en-US" sz="2400" dirty="0"/>
              <a:t>When a table is first created, it evenly distributes the space for each column. </a:t>
            </a:r>
          </a:p>
          <a:p>
            <a:pPr>
              <a:lnSpc>
                <a:spcPct val="150000"/>
              </a:lnSpc>
            </a:pPr>
            <a:r>
              <a:rPr lang="en-US" sz="2400" dirty="0"/>
              <a:t>The </a:t>
            </a:r>
            <a:r>
              <a:rPr lang="en-US" sz="2400" b="1" dirty="0"/>
              <a:t>AutoFit command </a:t>
            </a:r>
            <a:r>
              <a:rPr lang="en-US" sz="2400" dirty="0"/>
              <a:t>enables you to adjust column widths to fit the size of the </a:t>
            </a:r>
            <a:r>
              <a:rPr lang="en-US" sz="2400" b="1" dirty="0"/>
              <a:t>table’s contents</a:t>
            </a:r>
            <a:r>
              <a:rPr lang="en-US" sz="2400" dirty="0"/>
              <a:t>, the </a:t>
            </a:r>
            <a:r>
              <a:rPr lang="en-US" sz="2400" b="1" dirty="0"/>
              <a:t>size of the window</a:t>
            </a:r>
            <a:r>
              <a:rPr lang="en-US" sz="2400" dirty="0"/>
              <a:t>, or a </a:t>
            </a:r>
            <a:r>
              <a:rPr lang="en-US" sz="2400" b="1" dirty="0"/>
              <a:t>fixed column width</a:t>
            </a:r>
            <a:r>
              <a:rPr lang="en-US" sz="2400" dirty="0"/>
              <a:t>. You can AutoFit a column using the mouse or the  Ribbon.</a:t>
            </a:r>
          </a:p>
          <a:p>
            <a:pPr lvl="1">
              <a:lnSpc>
                <a:spcPct val="150000"/>
              </a:lnSpc>
            </a:pPr>
            <a:r>
              <a:rPr lang="en-US" sz="2400" dirty="0"/>
              <a:t>You can use commands in the </a:t>
            </a:r>
            <a:r>
              <a:rPr lang="en-US" sz="2400" b="1" dirty="0"/>
              <a:t>Cell Size </a:t>
            </a:r>
            <a:r>
              <a:rPr lang="en-US" sz="2400" dirty="0"/>
              <a:t>group on the </a:t>
            </a:r>
            <a:r>
              <a:rPr lang="en-US" sz="2400" b="1" dirty="0"/>
              <a:t>Table Tools - Layout tab </a:t>
            </a:r>
            <a:r>
              <a:rPr lang="en-US" sz="2400" dirty="0"/>
              <a:t>and then  select the AutoFit command.</a:t>
            </a:r>
          </a:p>
        </p:txBody>
      </p:sp>
    </p:spTree>
    <p:extLst>
      <p:ext uri="{BB962C8B-B14F-4D97-AF65-F5344CB8AC3E}">
        <p14:creationId xmlns:p14="http://schemas.microsoft.com/office/powerpoint/2010/main" val="142357941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99550C-5DE0-42B8-AF87-A869510B61CC}"/>
              </a:ext>
            </a:extLst>
          </p:cNvPr>
          <p:cNvSpPr>
            <a:spLocks noGrp="1"/>
          </p:cNvSpPr>
          <p:nvPr>
            <p:ph type="title"/>
          </p:nvPr>
        </p:nvSpPr>
        <p:spPr>
          <a:xfrm>
            <a:off x="1637414" y="306333"/>
            <a:ext cx="9867198" cy="640445"/>
          </a:xfrm>
        </p:spPr>
        <p:txBody>
          <a:bodyPr>
            <a:normAutofit/>
          </a:bodyPr>
          <a:lstStyle/>
          <a:p>
            <a:r>
              <a:rPr lang="en-US" dirty="0"/>
              <a:t>CONTD…</a:t>
            </a:r>
          </a:p>
        </p:txBody>
      </p:sp>
      <p:sp>
        <p:nvSpPr>
          <p:cNvPr id="3" name="Content Placeholder 2">
            <a:extLst>
              <a:ext uri="{FF2B5EF4-FFF2-40B4-BE49-F238E27FC236}">
                <a16:creationId xmlns:a16="http://schemas.microsoft.com/office/drawing/2014/main" id="{17E940E5-743C-46F0-93CA-79DDFC02FC11}"/>
              </a:ext>
            </a:extLst>
          </p:cNvPr>
          <p:cNvSpPr>
            <a:spLocks noGrp="1"/>
          </p:cNvSpPr>
          <p:nvPr>
            <p:ph idx="1"/>
          </p:nvPr>
        </p:nvSpPr>
        <p:spPr>
          <a:xfrm>
            <a:off x="1637414" y="946778"/>
            <a:ext cx="9867198" cy="4964444"/>
          </a:xfrm>
        </p:spPr>
        <p:txBody>
          <a:bodyPr>
            <a:normAutofit fontScale="92500" lnSpcReduction="10000"/>
          </a:bodyPr>
          <a:lstStyle/>
          <a:p>
            <a:pPr marL="342900" marR="0" lvl="0" indent="-342900" algn="l" defTabSz="457200" rtl="0" eaLnBrk="1" fontAlgn="auto" latinLnBrk="0" hangingPunct="1">
              <a:lnSpc>
                <a:spcPct val="150000"/>
              </a:lnSpc>
              <a:spcBef>
                <a:spcPts val="1000"/>
              </a:spcBef>
              <a:spcAft>
                <a:spcPts val="0"/>
              </a:spcAft>
              <a:buClr>
                <a:srgbClr val="A53010"/>
              </a:buClr>
              <a:buSzTx/>
              <a:buFont typeface="Wingdings 3" charset="2"/>
              <a:buChar char=""/>
              <a:tabLst/>
              <a:defRPr/>
            </a:pPr>
            <a:r>
              <a:rPr kumimoji="0" lang="en-US" sz="2000" b="0" i="0" u="none" strike="noStrike" kern="1200" cap="none" spc="0" normalizeH="0" baseline="0" noProof="0" dirty="0">
                <a:ln>
                  <a:noFill/>
                </a:ln>
                <a:solidFill>
                  <a:prstClr val="black">
                    <a:lumMod val="75000"/>
                    <a:lumOff val="25000"/>
                  </a:prstClr>
                </a:solidFill>
                <a:effectLst/>
                <a:uLnTx/>
                <a:uFillTx/>
                <a:latin typeface="Century Gothic" panose="020B0502020202020204"/>
                <a:ea typeface="+mn-ea"/>
                <a:cs typeface="+mn-cs"/>
              </a:rPr>
              <a:t>To resize column widths to best fit the data is done by first clicking inside the table. </a:t>
            </a:r>
          </a:p>
          <a:p>
            <a:pPr marL="342900" marR="0" lvl="0" indent="-342900" algn="l" defTabSz="457200" rtl="0" eaLnBrk="1" fontAlgn="auto" latinLnBrk="0" hangingPunct="1">
              <a:lnSpc>
                <a:spcPct val="150000"/>
              </a:lnSpc>
              <a:spcBef>
                <a:spcPts val="1000"/>
              </a:spcBef>
              <a:spcAft>
                <a:spcPts val="0"/>
              </a:spcAft>
              <a:buClr>
                <a:srgbClr val="A53010"/>
              </a:buClr>
              <a:buSzTx/>
              <a:buFont typeface="Wingdings 3" charset="2"/>
              <a:buChar char=""/>
              <a:tabLst/>
              <a:defRPr/>
            </a:pPr>
            <a:r>
              <a:rPr kumimoji="0" lang="en-US" sz="2000" b="0" i="0" u="none" strike="noStrike" kern="1200" cap="none" spc="0" normalizeH="0" baseline="0" noProof="0" dirty="0">
                <a:ln>
                  <a:noFill/>
                </a:ln>
                <a:solidFill>
                  <a:prstClr val="black">
                    <a:lumMod val="75000"/>
                    <a:lumOff val="25000"/>
                  </a:prstClr>
                </a:solidFill>
                <a:effectLst/>
                <a:uLnTx/>
                <a:uFillTx/>
                <a:latin typeface="Century Gothic" panose="020B0502020202020204"/>
                <a:ea typeface="+mn-ea"/>
                <a:cs typeface="+mn-cs"/>
              </a:rPr>
              <a:t>Then, from the </a:t>
            </a:r>
            <a:r>
              <a:rPr kumimoji="0" lang="en-US" sz="2000" b="1" i="0" u="none" strike="noStrike" kern="1200" cap="none" spc="0" normalizeH="0" baseline="0" noProof="0" dirty="0">
                <a:ln>
                  <a:noFill/>
                </a:ln>
                <a:solidFill>
                  <a:prstClr val="black">
                    <a:lumMod val="75000"/>
                    <a:lumOff val="25000"/>
                  </a:prstClr>
                </a:solidFill>
                <a:effectLst/>
                <a:uLnTx/>
                <a:uFillTx/>
                <a:latin typeface="Century Gothic" panose="020B0502020202020204"/>
                <a:ea typeface="+mn-ea"/>
                <a:cs typeface="+mn-cs"/>
              </a:rPr>
              <a:t>LAYOUT tab</a:t>
            </a:r>
            <a:r>
              <a:rPr kumimoji="0" lang="en-US" sz="2000" b="0" i="0" u="none" strike="noStrike" kern="1200" cap="none" spc="0" normalizeH="0" baseline="0" noProof="0" dirty="0">
                <a:ln>
                  <a:noFill/>
                </a:ln>
                <a:solidFill>
                  <a:prstClr val="black">
                    <a:lumMod val="75000"/>
                    <a:lumOff val="25000"/>
                  </a:prstClr>
                </a:solidFill>
                <a:effectLst/>
                <a:uLnTx/>
                <a:uFillTx/>
                <a:latin typeface="Century Gothic" panose="020B0502020202020204"/>
                <a:ea typeface="+mn-ea"/>
                <a:cs typeface="+mn-cs"/>
              </a:rPr>
              <a:t>, click the </a:t>
            </a:r>
            <a:r>
              <a:rPr kumimoji="0" lang="en-US" sz="2000" b="1" i="0" u="none" strike="noStrike" kern="1200" cap="none" spc="0" normalizeH="0" baseline="0" noProof="0" dirty="0">
                <a:ln>
                  <a:noFill/>
                </a:ln>
                <a:solidFill>
                  <a:prstClr val="black">
                    <a:lumMod val="75000"/>
                    <a:lumOff val="25000"/>
                  </a:prstClr>
                </a:solidFill>
                <a:effectLst/>
                <a:uLnTx/>
                <a:uFillTx/>
                <a:latin typeface="Century Gothic" panose="020B0502020202020204"/>
                <a:ea typeface="+mn-ea"/>
                <a:cs typeface="+mn-cs"/>
              </a:rPr>
              <a:t>AUTOFIT</a:t>
            </a:r>
            <a:r>
              <a:rPr kumimoji="0" lang="en-US" sz="2000" b="0" i="0" u="none" strike="noStrike" kern="1200" cap="none" spc="0" normalizeH="0" baseline="0" noProof="0" dirty="0">
                <a:ln>
                  <a:noFill/>
                </a:ln>
                <a:solidFill>
                  <a:prstClr val="black">
                    <a:lumMod val="75000"/>
                    <a:lumOff val="25000"/>
                  </a:prstClr>
                </a:solidFill>
                <a:effectLst/>
                <a:uLnTx/>
                <a:uFillTx/>
                <a:latin typeface="Century Gothic" panose="020B0502020202020204"/>
                <a:ea typeface="+mn-ea"/>
                <a:cs typeface="+mn-cs"/>
              </a:rPr>
              <a:t> command, from the </a:t>
            </a:r>
            <a:r>
              <a:rPr kumimoji="0" lang="en-US" sz="2000" b="1" i="0" u="none" strike="noStrike" kern="1200" cap="none" spc="0" normalizeH="0" baseline="0" noProof="0" dirty="0">
                <a:ln>
                  <a:noFill/>
                </a:ln>
                <a:solidFill>
                  <a:prstClr val="black">
                    <a:lumMod val="75000"/>
                    <a:lumOff val="25000"/>
                  </a:prstClr>
                </a:solidFill>
                <a:effectLst/>
                <a:uLnTx/>
                <a:uFillTx/>
                <a:latin typeface="Century Gothic" panose="020B0502020202020204"/>
                <a:ea typeface="+mn-ea"/>
                <a:cs typeface="+mn-cs"/>
              </a:rPr>
              <a:t>CELL SIZE command group</a:t>
            </a:r>
            <a:r>
              <a:rPr kumimoji="0" lang="en-US" sz="2000" b="0" i="0" u="none" strike="noStrike" kern="1200" cap="none" spc="0" normalizeH="0" baseline="0" noProof="0" dirty="0">
                <a:ln>
                  <a:noFill/>
                </a:ln>
                <a:solidFill>
                  <a:prstClr val="black">
                    <a:lumMod val="75000"/>
                    <a:lumOff val="25000"/>
                  </a:prstClr>
                </a:solidFill>
                <a:effectLst/>
                <a:uLnTx/>
                <a:uFillTx/>
                <a:latin typeface="Century Gothic" panose="020B0502020202020204"/>
                <a:ea typeface="+mn-ea"/>
                <a:cs typeface="+mn-cs"/>
              </a:rPr>
              <a:t>, a drop-down menu is opened. On the drop-down menu, click </a:t>
            </a:r>
            <a:r>
              <a:rPr kumimoji="0" lang="en-US" sz="2000" b="1" i="0" u="none" strike="noStrike" kern="1200" cap="none" spc="0" normalizeH="0" baseline="0" noProof="0" dirty="0">
                <a:ln>
                  <a:noFill/>
                </a:ln>
                <a:solidFill>
                  <a:prstClr val="black">
                    <a:lumMod val="75000"/>
                    <a:lumOff val="25000"/>
                  </a:prstClr>
                </a:solidFill>
                <a:effectLst/>
                <a:uLnTx/>
                <a:uFillTx/>
                <a:latin typeface="Century Gothic" panose="020B0502020202020204"/>
                <a:ea typeface="+mn-ea"/>
                <a:cs typeface="+mn-cs"/>
              </a:rPr>
              <a:t>AutoFit Contents</a:t>
            </a:r>
            <a:r>
              <a:rPr kumimoji="0" lang="en-US" sz="2000" b="0" i="0" u="none" strike="noStrike" kern="1200" cap="none" spc="0" normalizeH="0" baseline="0" noProof="0" dirty="0">
                <a:ln>
                  <a:noFill/>
                </a:ln>
                <a:solidFill>
                  <a:prstClr val="black">
                    <a:lumMod val="75000"/>
                    <a:lumOff val="25000"/>
                  </a:prstClr>
                </a:solidFill>
                <a:effectLst/>
                <a:uLnTx/>
                <a:uFillTx/>
                <a:latin typeface="Century Gothic" panose="020B0502020202020204"/>
                <a:ea typeface="+mn-ea"/>
                <a:cs typeface="+mn-cs"/>
              </a:rPr>
              <a:t>. Each column width changes to fit the data in the column.</a:t>
            </a:r>
          </a:p>
          <a:p>
            <a:pPr marL="342900" marR="0" lvl="0" indent="-342900" algn="l" defTabSz="457200" rtl="0" eaLnBrk="1" fontAlgn="auto" latinLnBrk="0" hangingPunct="1">
              <a:lnSpc>
                <a:spcPct val="150000"/>
              </a:lnSpc>
              <a:spcBef>
                <a:spcPts val="1000"/>
              </a:spcBef>
              <a:spcAft>
                <a:spcPts val="0"/>
              </a:spcAft>
              <a:buClr>
                <a:srgbClr val="A53010"/>
              </a:buClr>
              <a:buSzTx/>
              <a:buFont typeface="Wingdings 3" charset="2"/>
              <a:buChar char=""/>
              <a:tabLst/>
              <a:defRPr/>
            </a:pPr>
            <a:r>
              <a:rPr kumimoji="0" lang="en-US" sz="2000" b="0" i="0" u="none" strike="noStrike" kern="1200" cap="none" spc="0" normalizeH="0" baseline="0" noProof="0" dirty="0">
                <a:ln>
                  <a:noFill/>
                </a:ln>
                <a:solidFill>
                  <a:prstClr val="black">
                    <a:lumMod val="75000"/>
                    <a:lumOff val="25000"/>
                  </a:prstClr>
                </a:solidFill>
                <a:effectLst/>
                <a:uLnTx/>
                <a:uFillTx/>
                <a:latin typeface="Century Gothic" panose="020B0502020202020204"/>
                <a:ea typeface="+mn-ea"/>
                <a:cs typeface="+mn-cs"/>
              </a:rPr>
              <a:t>An alternative method is to use the </a:t>
            </a:r>
            <a:r>
              <a:rPr kumimoji="0" lang="en-US" sz="2000" b="1" i="0" u="none" strike="noStrike" kern="1200" cap="none" spc="0" normalizeH="0" baseline="0" noProof="0" dirty="0">
                <a:ln>
                  <a:noFill/>
                </a:ln>
                <a:solidFill>
                  <a:prstClr val="black">
                    <a:lumMod val="75000"/>
                    <a:lumOff val="25000"/>
                  </a:prstClr>
                </a:solidFill>
                <a:effectLst/>
                <a:uLnTx/>
                <a:uFillTx/>
                <a:latin typeface="Century Gothic" panose="020B0502020202020204"/>
                <a:ea typeface="+mn-ea"/>
                <a:cs typeface="+mn-cs"/>
              </a:rPr>
              <a:t>Width Indicator</a:t>
            </a:r>
            <a:r>
              <a:rPr kumimoji="0" lang="en-US" sz="2000" b="0" i="0" u="none" strike="noStrike" kern="1200" cap="none" spc="0" normalizeH="0" baseline="0" noProof="0" dirty="0">
                <a:ln>
                  <a:noFill/>
                </a:ln>
                <a:solidFill>
                  <a:prstClr val="black">
                    <a:lumMod val="75000"/>
                    <a:lumOff val="25000"/>
                  </a:prstClr>
                </a:solidFill>
                <a:effectLst/>
                <a:uLnTx/>
                <a:uFillTx/>
                <a:latin typeface="Century Gothic" panose="020B0502020202020204"/>
                <a:ea typeface="+mn-ea"/>
                <a:cs typeface="+mn-cs"/>
              </a:rPr>
              <a:t>. To use this method, place your cursor on the line that separates the two columns. This causes the width indicator to appear. </a:t>
            </a:r>
          </a:p>
          <a:p>
            <a:pPr marL="342900" marR="0" lvl="0" indent="-342900" algn="l" defTabSz="457200" rtl="0" eaLnBrk="1" fontAlgn="auto" latinLnBrk="0" hangingPunct="1">
              <a:lnSpc>
                <a:spcPct val="150000"/>
              </a:lnSpc>
              <a:spcBef>
                <a:spcPts val="1000"/>
              </a:spcBef>
              <a:spcAft>
                <a:spcPts val="0"/>
              </a:spcAft>
              <a:buClr>
                <a:srgbClr val="A53010"/>
              </a:buClr>
              <a:buSzTx/>
              <a:buFont typeface="Wingdings 3" charset="2"/>
              <a:buChar char=""/>
              <a:tabLst/>
              <a:defRPr/>
            </a:pPr>
            <a:r>
              <a:rPr kumimoji="0" lang="en-US" sz="2000" b="1" i="0" u="none" strike="noStrike" kern="1200" cap="none" spc="0" normalizeH="0" baseline="0" noProof="0" dirty="0">
                <a:ln>
                  <a:noFill/>
                </a:ln>
                <a:solidFill>
                  <a:prstClr val="black">
                    <a:lumMod val="75000"/>
                    <a:lumOff val="25000"/>
                  </a:prstClr>
                </a:solidFill>
                <a:effectLst/>
                <a:uLnTx/>
                <a:uFillTx/>
                <a:latin typeface="Century Gothic" panose="020B0502020202020204"/>
                <a:ea typeface="+mn-ea"/>
                <a:cs typeface="+mn-cs"/>
              </a:rPr>
              <a:t>Click</a:t>
            </a:r>
            <a:r>
              <a:rPr kumimoji="0" lang="en-US" sz="2000" b="0" i="0" u="none" strike="noStrike" kern="1200" cap="none" spc="0" normalizeH="0" baseline="0" noProof="0" dirty="0">
                <a:ln>
                  <a:noFill/>
                </a:ln>
                <a:solidFill>
                  <a:prstClr val="black">
                    <a:lumMod val="75000"/>
                    <a:lumOff val="25000"/>
                  </a:prstClr>
                </a:solidFill>
                <a:effectLst/>
                <a:uLnTx/>
                <a:uFillTx/>
                <a:latin typeface="Century Gothic" panose="020B0502020202020204"/>
                <a:ea typeface="+mn-ea"/>
                <a:cs typeface="+mn-cs"/>
              </a:rPr>
              <a:t> </a:t>
            </a:r>
            <a:r>
              <a:rPr kumimoji="0" lang="en-US" sz="2000" b="1" i="0" u="none" strike="noStrike" kern="1200" cap="none" spc="0" normalizeH="0" baseline="0" noProof="0" dirty="0">
                <a:ln>
                  <a:noFill/>
                </a:ln>
                <a:solidFill>
                  <a:prstClr val="black">
                    <a:lumMod val="75000"/>
                    <a:lumOff val="25000"/>
                  </a:prstClr>
                </a:solidFill>
                <a:effectLst/>
                <a:uLnTx/>
                <a:uFillTx/>
                <a:latin typeface="Century Gothic" panose="020B0502020202020204"/>
                <a:ea typeface="+mn-ea"/>
                <a:cs typeface="+mn-cs"/>
              </a:rPr>
              <a:t>and drag </a:t>
            </a:r>
            <a:r>
              <a:rPr kumimoji="0" lang="en-US" sz="2000" b="0" i="0" u="none" strike="noStrike" kern="1200" cap="none" spc="0" normalizeH="0" baseline="0" noProof="0" dirty="0">
                <a:ln>
                  <a:noFill/>
                </a:ln>
                <a:solidFill>
                  <a:prstClr val="black">
                    <a:lumMod val="75000"/>
                    <a:lumOff val="25000"/>
                  </a:prstClr>
                </a:solidFill>
                <a:effectLst/>
                <a:uLnTx/>
                <a:uFillTx/>
                <a:latin typeface="Century Gothic" panose="020B0502020202020204"/>
                <a:ea typeface="+mn-ea"/>
                <a:cs typeface="+mn-cs"/>
              </a:rPr>
              <a:t>with the mouse to adjust the column width either larger or smaller.</a:t>
            </a:r>
          </a:p>
          <a:p>
            <a:endParaRPr lang="en-US" dirty="0"/>
          </a:p>
        </p:txBody>
      </p:sp>
    </p:spTree>
    <p:extLst>
      <p:ext uri="{BB962C8B-B14F-4D97-AF65-F5344CB8AC3E}">
        <p14:creationId xmlns:p14="http://schemas.microsoft.com/office/powerpoint/2010/main" val="260746348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0D0EC6-91E0-42B7-B36E-CAF55CB45772}"/>
              </a:ext>
            </a:extLst>
          </p:cNvPr>
          <p:cNvSpPr>
            <a:spLocks noGrp="1"/>
          </p:cNvSpPr>
          <p:nvPr>
            <p:ph type="title"/>
          </p:nvPr>
        </p:nvSpPr>
        <p:spPr>
          <a:xfrm>
            <a:off x="1637414" y="156277"/>
            <a:ext cx="9867198" cy="790501"/>
          </a:xfrm>
        </p:spPr>
        <p:txBody>
          <a:bodyPr/>
          <a:lstStyle/>
          <a:p>
            <a:r>
              <a:rPr lang="en-US" dirty="0"/>
              <a:t>RESIZING A ROW OR COLUMN</a:t>
            </a:r>
          </a:p>
        </p:txBody>
      </p:sp>
      <p:sp>
        <p:nvSpPr>
          <p:cNvPr id="3" name="Content Placeholder 2">
            <a:extLst>
              <a:ext uri="{FF2B5EF4-FFF2-40B4-BE49-F238E27FC236}">
                <a16:creationId xmlns:a16="http://schemas.microsoft.com/office/drawing/2014/main" id="{BE0001EB-751E-4879-93AA-5D49953DABC4}"/>
              </a:ext>
            </a:extLst>
          </p:cNvPr>
          <p:cNvSpPr>
            <a:spLocks noGrp="1"/>
          </p:cNvSpPr>
          <p:nvPr>
            <p:ph idx="1"/>
          </p:nvPr>
        </p:nvSpPr>
        <p:spPr>
          <a:xfrm>
            <a:off x="1637414" y="946778"/>
            <a:ext cx="9867198" cy="4964444"/>
          </a:xfrm>
        </p:spPr>
        <p:txBody>
          <a:bodyPr>
            <a:normAutofit/>
          </a:bodyPr>
          <a:lstStyle/>
          <a:p>
            <a:pPr>
              <a:lnSpc>
                <a:spcPct val="150000"/>
              </a:lnSpc>
            </a:pPr>
            <a:r>
              <a:rPr lang="en-US" sz="2400" dirty="0"/>
              <a:t>To resize a column or row we can use the </a:t>
            </a:r>
            <a:r>
              <a:rPr lang="en-US" sz="2400" b="1" dirty="0"/>
              <a:t>mouse</a:t>
            </a:r>
            <a:r>
              <a:rPr lang="en-US" sz="2400" dirty="0"/>
              <a:t> or the </a:t>
            </a:r>
            <a:r>
              <a:rPr lang="en-US" sz="2400" b="1" dirty="0"/>
              <a:t>commands on the Ribbon</a:t>
            </a:r>
            <a:r>
              <a:rPr lang="en-US" sz="2400" dirty="0"/>
              <a:t>. </a:t>
            </a:r>
          </a:p>
          <a:p>
            <a:pPr>
              <a:lnSpc>
                <a:spcPct val="150000"/>
              </a:lnSpc>
            </a:pPr>
            <a:r>
              <a:rPr lang="en-US" sz="2400" dirty="0"/>
              <a:t>You can use commands in the </a:t>
            </a:r>
            <a:r>
              <a:rPr lang="en-US" sz="2400" b="1" dirty="0"/>
              <a:t>Cell Size group </a:t>
            </a:r>
            <a:r>
              <a:rPr lang="en-US" sz="2400" dirty="0"/>
              <a:t>on the </a:t>
            </a:r>
            <a:r>
              <a:rPr lang="en-US" sz="2400" b="1" dirty="0"/>
              <a:t>Table Tools - Layout tab </a:t>
            </a:r>
            <a:r>
              <a:rPr lang="en-US" sz="2400" dirty="0"/>
              <a:t>to </a:t>
            </a:r>
            <a:r>
              <a:rPr lang="en-US" sz="2400" b="1" dirty="0"/>
              <a:t>adjust height and width </a:t>
            </a:r>
            <a:r>
              <a:rPr lang="en-US" sz="2400" dirty="0"/>
              <a:t>or use the </a:t>
            </a:r>
            <a:r>
              <a:rPr lang="en-US" sz="2400" b="1" dirty="0"/>
              <a:t>ruler</a:t>
            </a:r>
            <a:r>
              <a:rPr lang="en-US" sz="2400" dirty="0"/>
              <a:t> to </a:t>
            </a:r>
            <a:r>
              <a:rPr lang="en-US" sz="2400" b="1" dirty="0"/>
              <a:t>adjust the column width</a:t>
            </a:r>
            <a:r>
              <a:rPr lang="en-US" sz="2400" dirty="0"/>
              <a:t>. </a:t>
            </a:r>
          </a:p>
          <a:p>
            <a:pPr>
              <a:lnSpc>
                <a:spcPct val="150000"/>
              </a:lnSpc>
            </a:pPr>
            <a:r>
              <a:rPr lang="en-US" sz="2400" dirty="0"/>
              <a:t>In addition, the </a:t>
            </a:r>
            <a:r>
              <a:rPr lang="en-US" sz="2400" b="1" dirty="0"/>
              <a:t>Table Properties dialog box </a:t>
            </a:r>
            <a:r>
              <a:rPr lang="en-US" sz="2400" dirty="0"/>
              <a:t>enables you to set the measurements at a precise height for rows or an ideal width for columns, cells, and tables. </a:t>
            </a:r>
          </a:p>
        </p:txBody>
      </p:sp>
    </p:spTree>
    <p:extLst>
      <p:ext uri="{BB962C8B-B14F-4D97-AF65-F5344CB8AC3E}">
        <p14:creationId xmlns:p14="http://schemas.microsoft.com/office/powerpoint/2010/main" val="210463873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0E47D3-13FD-4070-B036-BFE803571CBE}"/>
              </a:ext>
            </a:extLst>
          </p:cNvPr>
          <p:cNvSpPr>
            <a:spLocks noGrp="1"/>
          </p:cNvSpPr>
          <p:nvPr>
            <p:ph type="title"/>
          </p:nvPr>
        </p:nvSpPr>
        <p:spPr>
          <a:xfrm>
            <a:off x="1648046" y="209441"/>
            <a:ext cx="9856566" cy="737337"/>
          </a:xfrm>
        </p:spPr>
        <p:txBody>
          <a:bodyPr/>
          <a:lstStyle/>
          <a:p>
            <a:r>
              <a:rPr lang="en-US" dirty="0"/>
              <a:t>CONTD…</a:t>
            </a:r>
          </a:p>
        </p:txBody>
      </p:sp>
      <p:sp>
        <p:nvSpPr>
          <p:cNvPr id="3" name="Content Placeholder 2">
            <a:extLst>
              <a:ext uri="{FF2B5EF4-FFF2-40B4-BE49-F238E27FC236}">
                <a16:creationId xmlns:a16="http://schemas.microsoft.com/office/drawing/2014/main" id="{957BEAC3-D2E0-44B2-BD17-5C87C8D34640}"/>
              </a:ext>
            </a:extLst>
          </p:cNvPr>
          <p:cNvSpPr>
            <a:spLocks noGrp="1"/>
          </p:cNvSpPr>
          <p:nvPr>
            <p:ph idx="1"/>
          </p:nvPr>
        </p:nvSpPr>
        <p:spPr>
          <a:xfrm>
            <a:off x="1648046" y="946778"/>
            <a:ext cx="9856566" cy="4964444"/>
          </a:xfrm>
        </p:spPr>
        <p:txBody>
          <a:bodyPr>
            <a:noAutofit/>
          </a:bodyPr>
          <a:lstStyle/>
          <a:p>
            <a:pPr>
              <a:lnSpc>
                <a:spcPct val="150000"/>
              </a:lnSpc>
            </a:pPr>
            <a:r>
              <a:rPr lang="en-US" sz="2000" b="1" dirty="0"/>
              <a:t>Click</a:t>
            </a:r>
            <a:r>
              <a:rPr lang="en-US" sz="2000" dirty="0"/>
              <a:t> in the </a:t>
            </a:r>
            <a:r>
              <a:rPr lang="en-US" sz="2000" b="1" dirty="0"/>
              <a:t>first column </a:t>
            </a:r>
            <a:r>
              <a:rPr lang="en-US" sz="2000" dirty="0"/>
              <a:t>and </a:t>
            </a:r>
            <a:r>
              <a:rPr lang="en-US" sz="2000" b="1" dirty="0"/>
              <a:t>position the mouse pointer </a:t>
            </a:r>
            <a:r>
              <a:rPr lang="en-US" sz="2000" dirty="0"/>
              <a:t>over the </a:t>
            </a:r>
            <a:r>
              <a:rPr lang="en-US" sz="2000" b="1" dirty="0"/>
              <a:t>horizontal ruler </a:t>
            </a:r>
            <a:r>
              <a:rPr lang="en-US" sz="2000" dirty="0"/>
              <a:t>on the </a:t>
            </a:r>
            <a:r>
              <a:rPr lang="en-US" sz="2000" b="1" dirty="0"/>
              <a:t>first column marker</a:t>
            </a:r>
            <a:r>
              <a:rPr lang="en-US" sz="2000" dirty="0"/>
              <a:t>. </a:t>
            </a:r>
          </a:p>
          <a:p>
            <a:pPr lvl="1">
              <a:lnSpc>
                <a:spcPct val="150000"/>
              </a:lnSpc>
            </a:pPr>
            <a:r>
              <a:rPr lang="en-US" sz="1800" dirty="0"/>
              <a:t>The pointer changes to a </a:t>
            </a:r>
            <a:r>
              <a:rPr lang="en-US" sz="1800" b="1" dirty="0"/>
              <a:t>double-headed arrow </a:t>
            </a:r>
            <a:r>
              <a:rPr lang="en-US" sz="1800" dirty="0"/>
              <a:t>along with the </a:t>
            </a:r>
            <a:r>
              <a:rPr lang="en-US" sz="1800" b="1" dirty="0"/>
              <a:t>ScreenTip “</a:t>
            </a:r>
            <a:r>
              <a:rPr lang="en-US" sz="1800" b="1" u="sng" dirty="0"/>
              <a:t>Move Table Column</a:t>
            </a:r>
            <a:r>
              <a:rPr lang="en-US" sz="1800" b="1" dirty="0"/>
              <a:t>”</a:t>
            </a:r>
            <a:r>
              <a:rPr lang="en-US" sz="1800" dirty="0"/>
              <a:t>.</a:t>
            </a:r>
          </a:p>
          <a:p>
            <a:pPr>
              <a:lnSpc>
                <a:spcPct val="150000"/>
              </a:lnSpc>
            </a:pPr>
            <a:r>
              <a:rPr lang="en-US" sz="2000" b="1" dirty="0"/>
              <a:t>Click</a:t>
            </a:r>
            <a:r>
              <a:rPr lang="en-US" sz="2000" dirty="0"/>
              <a:t> and </a:t>
            </a:r>
            <a:r>
              <a:rPr lang="en-US" sz="2000" b="1" dirty="0"/>
              <a:t>drag</a:t>
            </a:r>
            <a:r>
              <a:rPr lang="en-US" sz="2000" dirty="0"/>
              <a:t> the </a:t>
            </a:r>
            <a:r>
              <a:rPr lang="en-US" sz="2000" b="1" dirty="0"/>
              <a:t>column marker </a:t>
            </a:r>
            <a:r>
              <a:rPr lang="en-US" sz="2000" dirty="0"/>
              <a:t>to the right, just until the contents in the first column fit in a single line. </a:t>
            </a:r>
          </a:p>
          <a:p>
            <a:pPr>
              <a:lnSpc>
                <a:spcPct val="150000"/>
              </a:lnSpc>
            </a:pPr>
            <a:r>
              <a:rPr lang="en-US" sz="2000" dirty="0"/>
              <a:t>On the </a:t>
            </a:r>
            <a:r>
              <a:rPr lang="en-US" sz="2000" b="1" dirty="0"/>
              <a:t>Table Tools - Layout tab</a:t>
            </a:r>
            <a:r>
              <a:rPr lang="en-US" sz="2000" dirty="0"/>
              <a:t>, in the </a:t>
            </a:r>
            <a:r>
              <a:rPr lang="en-US" sz="2000" b="1" dirty="0"/>
              <a:t>Cell Size group</a:t>
            </a:r>
            <a:r>
              <a:rPr lang="en-US" sz="2000" dirty="0"/>
              <a:t>, the </a:t>
            </a:r>
            <a:r>
              <a:rPr lang="en-US" sz="2000" b="1" dirty="0"/>
              <a:t>width</a:t>
            </a:r>
            <a:r>
              <a:rPr lang="en-US" sz="2000" dirty="0"/>
              <a:t> automatically gets adjusted. </a:t>
            </a:r>
          </a:p>
          <a:p>
            <a:pPr>
              <a:lnSpc>
                <a:spcPct val="150000"/>
              </a:lnSpc>
            </a:pPr>
            <a:r>
              <a:rPr lang="en-US" sz="2000" dirty="0"/>
              <a:t>Just as columns can be adjusted manually, so can  rows—you use the vertical ruler to adjust the </a:t>
            </a:r>
            <a:r>
              <a:rPr lang="en-US" sz="2000" b="1" dirty="0"/>
              <a:t>row markers</a:t>
            </a:r>
            <a:r>
              <a:rPr lang="en-US" sz="2000" dirty="0"/>
              <a:t>.</a:t>
            </a:r>
          </a:p>
        </p:txBody>
      </p:sp>
    </p:spTree>
    <p:extLst>
      <p:ext uri="{BB962C8B-B14F-4D97-AF65-F5344CB8AC3E}">
        <p14:creationId xmlns:p14="http://schemas.microsoft.com/office/powerpoint/2010/main" val="409092732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ACF0DF-FD68-43A5-8F3B-CE951BDB8FDA}"/>
              </a:ext>
            </a:extLst>
          </p:cNvPr>
          <p:cNvSpPr>
            <a:spLocks noGrp="1"/>
          </p:cNvSpPr>
          <p:nvPr>
            <p:ph type="title"/>
          </p:nvPr>
        </p:nvSpPr>
        <p:spPr>
          <a:xfrm>
            <a:off x="1541721" y="209440"/>
            <a:ext cx="9962891" cy="737338"/>
          </a:xfrm>
        </p:spPr>
        <p:txBody>
          <a:bodyPr/>
          <a:lstStyle/>
          <a:p>
            <a:r>
              <a:rPr kumimoji="0" lang="en-US" sz="3600" b="0" i="0" u="none" strike="noStrike" kern="1200" cap="none" spc="0" normalizeH="0" baseline="0" noProof="0" dirty="0">
                <a:ln>
                  <a:noFill/>
                </a:ln>
                <a:solidFill>
                  <a:prstClr val="black">
                    <a:lumMod val="85000"/>
                    <a:lumOff val="15000"/>
                  </a:prstClr>
                </a:solidFill>
                <a:effectLst/>
                <a:uLnTx/>
                <a:uFillTx/>
                <a:latin typeface="Century Gothic" panose="020B0502020202020204"/>
                <a:ea typeface="+mj-ea"/>
                <a:cs typeface="+mj-cs"/>
              </a:rPr>
              <a:t>RESIZING A ROW OR COLUMN</a:t>
            </a:r>
            <a:endParaRPr lang="en-US" dirty="0"/>
          </a:p>
        </p:txBody>
      </p:sp>
      <p:sp>
        <p:nvSpPr>
          <p:cNvPr id="3" name="Content Placeholder 2">
            <a:extLst>
              <a:ext uri="{FF2B5EF4-FFF2-40B4-BE49-F238E27FC236}">
                <a16:creationId xmlns:a16="http://schemas.microsoft.com/office/drawing/2014/main" id="{411B5A4E-40E1-4914-A735-172B884F9D6B}"/>
              </a:ext>
            </a:extLst>
          </p:cNvPr>
          <p:cNvSpPr>
            <a:spLocks noGrp="1"/>
          </p:cNvSpPr>
          <p:nvPr>
            <p:ph idx="1"/>
          </p:nvPr>
        </p:nvSpPr>
        <p:spPr>
          <a:xfrm>
            <a:off x="1541721" y="946778"/>
            <a:ext cx="9962891" cy="4964444"/>
          </a:xfrm>
        </p:spPr>
        <p:txBody>
          <a:bodyPr/>
          <a:lstStyle/>
          <a:p>
            <a:pPr marL="342900" marR="0" lvl="0" indent="-342900" algn="l" defTabSz="457200" rtl="0" eaLnBrk="1" fontAlgn="auto" latinLnBrk="0" hangingPunct="1">
              <a:lnSpc>
                <a:spcPct val="150000"/>
              </a:lnSpc>
              <a:spcBef>
                <a:spcPts val="1000"/>
              </a:spcBef>
              <a:spcAft>
                <a:spcPts val="0"/>
              </a:spcAft>
              <a:buClr>
                <a:srgbClr val="A53010"/>
              </a:buClr>
              <a:buSzTx/>
              <a:buFont typeface="Wingdings 3" charset="2"/>
              <a:buChar char=""/>
              <a:tabLst/>
              <a:defRPr/>
            </a:pPr>
            <a:r>
              <a:rPr kumimoji="0" lang="en-US" sz="2400" b="0" i="0" u="none" strike="noStrike" kern="1200" cap="none" spc="0" normalizeH="0" baseline="0" noProof="0" dirty="0">
                <a:ln>
                  <a:noFill/>
                </a:ln>
                <a:solidFill>
                  <a:prstClr val="black">
                    <a:lumMod val="75000"/>
                    <a:lumOff val="25000"/>
                  </a:prstClr>
                </a:solidFill>
                <a:effectLst/>
                <a:uLnTx/>
                <a:uFillTx/>
                <a:latin typeface="Century Gothic" panose="020B0502020202020204"/>
                <a:ea typeface="+mn-ea"/>
                <a:cs typeface="+mn-cs"/>
              </a:rPr>
              <a:t>Position the insertion point in any column of a table.</a:t>
            </a:r>
          </a:p>
          <a:p>
            <a:pPr marL="342900" marR="0" lvl="0" indent="-342900" algn="l" defTabSz="457200" rtl="0" eaLnBrk="1" fontAlgn="auto" latinLnBrk="0" hangingPunct="1">
              <a:lnSpc>
                <a:spcPct val="150000"/>
              </a:lnSpc>
              <a:spcBef>
                <a:spcPts val="1000"/>
              </a:spcBef>
              <a:spcAft>
                <a:spcPts val="0"/>
              </a:spcAft>
              <a:buClr>
                <a:srgbClr val="A53010"/>
              </a:buClr>
              <a:buSzTx/>
              <a:buFont typeface="Wingdings 3" charset="2"/>
              <a:buChar char=""/>
              <a:tabLst/>
              <a:defRPr/>
            </a:pPr>
            <a:r>
              <a:rPr kumimoji="0" lang="en-US" sz="2400" b="0" i="0" u="none" strike="noStrike" kern="1200" cap="none" spc="0" normalizeH="0" baseline="0" noProof="0" dirty="0">
                <a:ln>
                  <a:noFill/>
                </a:ln>
                <a:solidFill>
                  <a:prstClr val="black">
                    <a:lumMod val="75000"/>
                    <a:lumOff val="25000"/>
                  </a:prstClr>
                </a:solidFill>
                <a:effectLst/>
                <a:uLnTx/>
                <a:uFillTx/>
                <a:latin typeface="Century Gothic" panose="020B0502020202020204"/>
                <a:ea typeface="+mn-ea"/>
                <a:cs typeface="+mn-cs"/>
              </a:rPr>
              <a:t> On the </a:t>
            </a:r>
            <a:r>
              <a:rPr kumimoji="0" lang="en-US" sz="2400" b="1" i="0" u="none" strike="noStrike" kern="1200" cap="none" spc="0" normalizeH="0" baseline="0" noProof="0" dirty="0">
                <a:ln>
                  <a:noFill/>
                </a:ln>
                <a:solidFill>
                  <a:prstClr val="black">
                    <a:lumMod val="75000"/>
                    <a:lumOff val="25000"/>
                  </a:prstClr>
                </a:solidFill>
                <a:effectLst/>
                <a:uLnTx/>
                <a:uFillTx/>
                <a:latin typeface="Century Gothic" panose="020B0502020202020204"/>
                <a:ea typeface="+mn-ea"/>
                <a:cs typeface="+mn-cs"/>
              </a:rPr>
              <a:t>Table Tools - Layout tab</a:t>
            </a:r>
            <a:r>
              <a:rPr kumimoji="0" lang="en-US" sz="2400" b="0" i="0" u="none" strike="noStrike" kern="1200" cap="none" spc="0" normalizeH="0" baseline="0" noProof="0" dirty="0">
                <a:ln>
                  <a:noFill/>
                </a:ln>
                <a:solidFill>
                  <a:prstClr val="black">
                    <a:lumMod val="75000"/>
                    <a:lumOff val="25000"/>
                  </a:prstClr>
                </a:solidFill>
                <a:effectLst/>
                <a:uLnTx/>
                <a:uFillTx/>
                <a:latin typeface="Century Gothic" panose="020B0502020202020204"/>
                <a:ea typeface="+mn-ea"/>
                <a:cs typeface="+mn-cs"/>
              </a:rPr>
              <a:t>, in the </a:t>
            </a:r>
            <a:r>
              <a:rPr kumimoji="0" lang="en-US" sz="2400" b="1" i="0" u="none" strike="noStrike" kern="1200" cap="none" spc="0" normalizeH="0" baseline="0" noProof="0" dirty="0">
                <a:ln>
                  <a:noFill/>
                </a:ln>
                <a:solidFill>
                  <a:prstClr val="black">
                    <a:lumMod val="75000"/>
                    <a:lumOff val="25000"/>
                  </a:prstClr>
                </a:solidFill>
                <a:effectLst/>
                <a:uLnTx/>
                <a:uFillTx/>
                <a:latin typeface="Century Gothic" panose="020B0502020202020204"/>
                <a:ea typeface="+mn-ea"/>
                <a:cs typeface="+mn-cs"/>
              </a:rPr>
              <a:t>Table group</a:t>
            </a:r>
            <a:r>
              <a:rPr kumimoji="0" lang="en-US" sz="2400" b="0" i="0" u="none" strike="noStrike" kern="1200" cap="none" spc="0" normalizeH="0" baseline="0" noProof="0" dirty="0">
                <a:ln>
                  <a:noFill/>
                </a:ln>
                <a:solidFill>
                  <a:prstClr val="black">
                    <a:lumMod val="75000"/>
                    <a:lumOff val="25000"/>
                  </a:prstClr>
                </a:solidFill>
                <a:effectLst/>
                <a:uLnTx/>
                <a:uFillTx/>
                <a:latin typeface="Century Gothic" panose="020B0502020202020204"/>
                <a:ea typeface="+mn-ea"/>
                <a:cs typeface="+mn-cs"/>
              </a:rPr>
              <a:t>, click the </a:t>
            </a:r>
            <a:r>
              <a:rPr kumimoji="0" lang="en-US" sz="2400" b="1" i="0" u="none" strike="noStrike" kern="1200" cap="none" spc="0" normalizeH="0" baseline="0" noProof="0" dirty="0">
                <a:ln>
                  <a:noFill/>
                </a:ln>
                <a:solidFill>
                  <a:prstClr val="black">
                    <a:lumMod val="75000"/>
                    <a:lumOff val="25000"/>
                  </a:prstClr>
                </a:solidFill>
                <a:effectLst/>
                <a:uLnTx/>
                <a:uFillTx/>
                <a:latin typeface="Century Gothic" panose="020B0502020202020204"/>
                <a:ea typeface="+mn-ea"/>
                <a:cs typeface="+mn-cs"/>
              </a:rPr>
              <a:t>Select button</a:t>
            </a:r>
            <a:r>
              <a:rPr kumimoji="0" lang="en-US" sz="2400" b="0" i="0" u="none" strike="noStrike" kern="1200" cap="none" spc="0" normalizeH="0" baseline="0" noProof="0" dirty="0">
                <a:ln>
                  <a:noFill/>
                </a:ln>
                <a:solidFill>
                  <a:prstClr val="black">
                    <a:lumMod val="75000"/>
                    <a:lumOff val="25000"/>
                  </a:prstClr>
                </a:solidFill>
                <a:effectLst/>
                <a:uLnTx/>
                <a:uFillTx/>
                <a:latin typeface="Century Gothic" panose="020B0502020202020204"/>
                <a:ea typeface="+mn-ea"/>
                <a:cs typeface="+mn-cs"/>
              </a:rPr>
              <a:t>, and choose </a:t>
            </a:r>
            <a:r>
              <a:rPr kumimoji="0" lang="en-US" sz="2400" b="1" i="0" u="none" strike="noStrike" kern="1200" cap="none" spc="0" normalizeH="0" baseline="0" noProof="0" dirty="0">
                <a:ln>
                  <a:noFill/>
                </a:ln>
                <a:solidFill>
                  <a:prstClr val="black">
                    <a:lumMod val="75000"/>
                    <a:lumOff val="25000"/>
                  </a:prstClr>
                </a:solidFill>
                <a:effectLst/>
                <a:uLnTx/>
                <a:uFillTx/>
                <a:latin typeface="Century Gothic" panose="020B0502020202020204"/>
                <a:ea typeface="+mn-ea"/>
                <a:cs typeface="+mn-cs"/>
              </a:rPr>
              <a:t>Select</a:t>
            </a:r>
            <a:r>
              <a:rPr kumimoji="0" lang="en-US" sz="2400" b="0" i="0" u="none" strike="noStrike" kern="1200" cap="none" spc="0" normalizeH="0" baseline="0" noProof="0" dirty="0">
                <a:ln>
                  <a:noFill/>
                </a:ln>
                <a:solidFill>
                  <a:prstClr val="black">
                    <a:lumMod val="75000"/>
                    <a:lumOff val="25000"/>
                  </a:prstClr>
                </a:solidFill>
                <a:effectLst/>
                <a:uLnTx/>
                <a:uFillTx/>
                <a:latin typeface="Century Gothic" panose="020B0502020202020204"/>
                <a:ea typeface="+mn-ea"/>
                <a:cs typeface="+mn-cs"/>
              </a:rPr>
              <a:t>  </a:t>
            </a:r>
            <a:r>
              <a:rPr kumimoji="0" lang="en-US" sz="2400" b="1" i="0" u="none" strike="noStrike" kern="1200" cap="none" spc="0" normalizeH="0" baseline="0" noProof="0" dirty="0">
                <a:ln>
                  <a:noFill/>
                </a:ln>
                <a:solidFill>
                  <a:prstClr val="black">
                    <a:lumMod val="75000"/>
                    <a:lumOff val="25000"/>
                  </a:prstClr>
                </a:solidFill>
                <a:effectLst/>
                <a:uLnTx/>
                <a:uFillTx/>
                <a:latin typeface="Century Gothic" panose="020B0502020202020204"/>
                <a:ea typeface="+mn-ea"/>
                <a:cs typeface="+mn-cs"/>
              </a:rPr>
              <a:t>Column </a:t>
            </a:r>
            <a:r>
              <a:rPr kumimoji="0" lang="en-US" sz="2400" b="0" i="0" u="none" strike="noStrike" kern="1200" cap="none" spc="0" normalizeH="0" baseline="0" noProof="0" dirty="0">
                <a:ln>
                  <a:noFill/>
                </a:ln>
                <a:solidFill>
                  <a:prstClr val="black">
                    <a:lumMod val="75000"/>
                    <a:lumOff val="25000"/>
                  </a:prstClr>
                </a:solidFill>
                <a:effectLst/>
                <a:uLnTx/>
                <a:uFillTx/>
                <a:latin typeface="Century Gothic" panose="020B0502020202020204"/>
                <a:ea typeface="+mn-ea"/>
                <a:cs typeface="+mn-cs"/>
              </a:rPr>
              <a:t>from the drop-down menu.</a:t>
            </a:r>
          </a:p>
          <a:p>
            <a:pPr marL="342900" marR="0" lvl="0" indent="-342900" algn="l" defTabSz="457200" rtl="0" eaLnBrk="1" fontAlgn="auto" latinLnBrk="0" hangingPunct="1">
              <a:lnSpc>
                <a:spcPct val="150000"/>
              </a:lnSpc>
              <a:spcBef>
                <a:spcPts val="1000"/>
              </a:spcBef>
              <a:spcAft>
                <a:spcPts val="0"/>
              </a:spcAft>
              <a:buClr>
                <a:srgbClr val="A53010"/>
              </a:buClr>
              <a:buSzTx/>
              <a:buFont typeface="Wingdings 3" charset="2"/>
              <a:buChar char=""/>
              <a:tabLst/>
              <a:defRPr/>
            </a:pPr>
            <a:r>
              <a:rPr kumimoji="0" lang="en-US" sz="2400" b="0" i="0" u="none" strike="noStrike" kern="1200" cap="none" spc="0" normalizeH="0" baseline="0" noProof="0" dirty="0">
                <a:ln>
                  <a:noFill/>
                </a:ln>
                <a:solidFill>
                  <a:prstClr val="black">
                    <a:lumMod val="75000"/>
                    <a:lumOff val="25000"/>
                  </a:prstClr>
                </a:solidFill>
                <a:effectLst/>
                <a:uLnTx/>
                <a:uFillTx/>
                <a:latin typeface="Century Gothic" panose="020B0502020202020204"/>
                <a:ea typeface="+mn-ea"/>
                <a:cs typeface="+mn-cs"/>
              </a:rPr>
              <a:t>On the </a:t>
            </a:r>
            <a:r>
              <a:rPr kumimoji="0" lang="en-US" sz="2400" b="1" i="0" u="none" strike="noStrike" kern="1200" cap="none" spc="0" normalizeH="0" baseline="0" noProof="0" dirty="0">
                <a:ln>
                  <a:noFill/>
                </a:ln>
                <a:solidFill>
                  <a:prstClr val="black">
                    <a:lumMod val="75000"/>
                    <a:lumOff val="25000"/>
                  </a:prstClr>
                </a:solidFill>
                <a:effectLst/>
                <a:uLnTx/>
                <a:uFillTx/>
                <a:latin typeface="Century Gothic" panose="020B0502020202020204"/>
                <a:ea typeface="+mn-ea"/>
                <a:cs typeface="+mn-cs"/>
              </a:rPr>
              <a:t>Table Tools - Layout tab</a:t>
            </a:r>
            <a:r>
              <a:rPr kumimoji="0" lang="en-US" sz="2400" b="0" i="0" u="none" strike="noStrike" kern="1200" cap="none" spc="0" normalizeH="0" baseline="0" noProof="0" dirty="0">
                <a:ln>
                  <a:noFill/>
                </a:ln>
                <a:solidFill>
                  <a:prstClr val="black">
                    <a:lumMod val="75000"/>
                    <a:lumOff val="25000"/>
                  </a:prstClr>
                </a:solidFill>
                <a:effectLst/>
                <a:uLnTx/>
                <a:uFillTx/>
                <a:latin typeface="Century Gothic" panose="020B0502020202020204"/>
                <a:ea typeface="+mn-ea"/>
                <a:cs typeface="+mn-cs"/>
              </a:rPr>
              <a:t>, in the </a:t>
            </a:r>
            <a:r>
              <a:rPr kumimoji="0" lang="en-US" sz="2400" b="1" i="0" u="none" strike="noStrike" kern="1200" cap="none" spc="0" normalizeH="0" baseline="0" noProof="0" dirty="0">
                <a:ln>
                  <a:noFill/>
                </a:ln>
                <a:solidFill>
                  <a:prstClr val="black">
                    <a:lumMod val="75000"/>
                    <a:lumOff val="25000"/>
                  </a:prstClr>
                </a:solidFill>
                <a:effectLst/>
                <a:uLnTx/>
                <a:uFillTx/>
                <a:latin typeface="Century Gothic" panose="020B0502020202020204"/>
                <a:ea typeface="+mn-ea"/>
                <a:cs typeface="+mn-cs"/>
              </a:rPr>
              <a:t>Cell Size group</a:t>
            </a:r>
            <a:r>
              <a:rPr kumimoji="0" lang="en-US" sz="2400" b="0" i="0" u="none" strike="noStrike" kern="1200" cap="none" spc="0" normalizeH="0" baseline="0" noProof="0" dirty="0">
                <a:ln>
                  <a:noFill/>
                </a:ln>
                <a:solidFill>
                  <a:prstClr val="black">
                    <a:lumMod val="75000"/>
                    <a:lumOff val="25000"/>
                  </a:prstClr>
                </a:solidFill>
                <a:effectLst/>
                <a:uLnTx/>
                <a:uFillTx/>
                <a:latin typeface="Century Gothic" panose="020B0502020202020204"/>
                <a:ea typeface="+mn-ea"/>
                <a:cs typeface="+mn-cs"/>
              </a:rPr>
              <a:t>, click the </a:t>
            </a:r>
            <a:r>
              <a:rPr kumimoji="0" lang="en-US" sz="2400" b="1" i="0" u="none" strike="noStrike" kern="1200" cap="none" spc="0" normalizeH="0" baseline="0" noProof="0" dirty="0">
                <a:ln>
                  <a:noFill/>
                </a:ln>
                <a:solidFill>
                  <a:prstClr val="black">
                    <a:lumMod val="75000"/>
                    <a:lumOff val="25000"/>
                  </a:prstClr>
                </a:solidFill>
                <a:effectLst/>
                <a:uLnTx/>
                <a:uFillTx/>
                <a:latin typeface="Century Gothic" panose="020B0502020202020204"/>
                <a:ea typeface="+mn-ea"/>
                <a:cs typeface="+mn-cs"/>
              </a:rPr>
              <a:t>up arrow </a:t>
            </a:r>
            <a:r>
              <a:rPr kumimoji="0" lang="en-US" sz="2400" b="0" i="0" u="none" strike="noStrike" kern="1200" cap="none" spc="0" normalizeH="0" baseline="0" noProof="0" dirty="0">
                <a:ln>
                  <a:noFill/>
                </a:ln>
                <a:solidFill>
                  <a:prstClr val="black">
                    <a:lumMod val="75000"/>
                    <a:lumOff val="25000"/>
                  </a:prstClr>
                </a:solidFill>
                <a:effectLst/>
                <a:uLnTx/>
                <a:uFillTx/>
                <a:latin typeface="Century Gothic" panose="020B0502020202020204"/>
                <a:ea typeface="+mn-ea"/>
                <a:cs typeface="+mn-cs"/>
              </a:rPr>
              <a:t>in the </a:t>
            </a:r>
            <a:r>
              <a:rPr kumimoji="0" lang="en-US" sz="2400" b="1" i="0" u="none" strike="noStrike" kern="1200" cap="none" spc="0" normalizeH="0" baseline="0" noProof="0" dirty="0">
                <a:ln>
                  <a:noFill/>
                </a:ln>
                <a:solidFill>
                  <a:prstClr val="black">
                    <a:lumMod val="75000"/>
                    <a:lumOff val="25000"/>
                  </a:prstClr>
                </a:solidFill>
                <a:effectLst/>
                <a:uLnTx/>
                <a:uFillTx/>
                <a:latin typeface="Century Gothic" panose="020B0502020202020204"/>
                <a:ea typeface="+mn-ea"/>
                <a:cs typeface="+mn-cs"/>
              </a:rPr>
              <a:t>Width  box </a:t>
            </a:r>
            <a:r>
              <a:rPr kumimoji="0" lang="en-US" sz="2400" b="0" i="0" u="none" strike="noStrike" kern="1200" cap="none" spc="0" normalizeH="0" baseline="0" noProof="0" dirty="0">
                <a:ln>
                  <a:noFill/>
                </a:ln>
                <a:solidFill>
                  <a:prstClr val="black">
                    <a:lumMod val="75000"/>
                    <a:lumOff val="25000"/>
                  </a:prstClr>
                </a:solidFill>
                <a:effectLst/>
                <a:uLnTx/>
                <a:uFillTx/>
                <a:latin typeface="Century Gothic" panose="020B0502020202020204"/>
                <a:ea typeface="+mn-ea"/>
                <a:cs typeface="+mn-cs"/>
              </a:rPr>
              <a:t>until all your text fits in one row and you will note that the column width changes. </a:t>
            </a:r>
          </a:p>
          <a:p>
            <a:endParaRPr lang="en-US" dirty="0"/>
          </a:p>
        </p:txBody>
      </p:sp>
    </p:spTree>
    <p:extLst>
      <p:ext uri="{BB962C8B-B14F-4D97-AF65-F5344CB8AC3E}">
        <p14:creationId xmlns:p14="http://schemas.microsoft.com/office/powerpoint/2010/main" val="216829844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7258B7-07DF-4490-BF63-1D67EAFC1BD7}"/>
              </a:ext>
            </a:extLst>
          </p:cNvPr>
          <p:cNvSpPr>
            <a:spLocks noGrp="1"/>
          </p:cNvSpPr>
          <p:nvPr>
            <p:ph type="title"/>
          </p:nvPr>
        </p:nvSpPr>
        <p:spPr>
          <a:xfrm>
            <a:off x="1616149" y="209440"/>
            <a:ext cx="9888463" cy="737338"/>
          </a:xfrm>
        </p:spPr>
        <p:txBody>
          <a:bodyPr/>
          <a:lstStyle/>
          <a:p>
            <a:r>
              <a:rPr kumimoji="0" lang="en-US" sz="3600" b="0" i="0" u="none" strike="noStrike" kern="1200" cap="none" spc="0" normalizeH="0" baseline="0" noProof="0" dirty="0">
                <a:ln>
                  <a:noFill/>
                </a:ln>
                <a:solidFill>
                  <a:prstClr val="black">
                    <a:lumMod val="85000"/>
                    <a:lumOff val="15000"/>
                  </a:prstClr>
                </a:solidFill>
                <a:effectLst/>
                <a:uLnTx/>
                <a:uFillTx/>
                <a:latin typeface="Century Gothic" panose="020B0502020202020204"/>
                <a:ea typeface="+mj-ea"/>
                <a:cs typeface="+mj-cs"/>
              </a:rPr>
              <a:t>CONTD…</a:t>
            </a:r>
            <a:endParaRPr lang="en-US" dirty="0"/>
          </a:p>
        </p:txBody>
      </p:sp>
      <p:sp>
        <p:nvSpPr>
          <p:cNvPr id="3" name="Content Placeholder 2">
            <a:extLst>
              <a:ext uri="{FF2B5EF4-FFF2-40B4-BE49-F238E27FC236}">
                <a16:creationId xmlns:a16="http://schemas.microsoft.com/office/drawing/2014/main" id="{7B996AB4-7D9E-46C3-9C5D-93008AAC75AC}"/>
              </a:ext>
            </a:extLst>
          </p:cNvPr>
          <p:cNvSpPr>
            <a:spLocks noGrp="1"/>
          </p:cNvSpPr>
          <p:nvPr>
            <p:ph idx="1"/>
          </p:nvPr>
        </p:nvSpPr>
        <p:spPr>
          <a:xfrm>
            <a:off x="1616149" y="946778"/>
            <a:ext cx="9888463" cy="4964444"/>
          </a:xfrm>
        </p:spPr>
        <p:txBody>
          <a:bodyPr>
            <a:noAutofit/>
          </a:bodyPr>
          <a:lstStyle/>
          <a:p>
            <a:pPr>
              <a:lnSpc>
                <a:spcPct val="150000"/>
              </a:lnSpc>
            </a:pPr>
            <a:r>
              <a:rPr lang="en-US" sz="2400" dirty="0"/>
              <a:t>Place the insertion point anywhere in the first row. </a:t>
            </a:r>
          </a:p>
          <a:p>
            <a:pPr>
              <a:lnSpc>
                <a:spcPct val="150000"/>
              </a:lnSpc>
            </a:pPr>
            <a:r>
              <a:rPr lang="en-US" sz="2400" dirty="0"/>
              <a:t>In the </a:t>
            </a:r>
            <a:r>
              <a:rPr lang="en-US" sz="2400" b="1" dirty="0"/>
              <a:t>Table group</a:t>
            </a:r>
            <a:r>
              <a:rPr lang="en-US" sz="2400" dirty="0"/>
              <a:t>, click the </a:t>
            </a:r>
            <a:r>
              <a:rPr lang="en-US" sz="2400" b="1" dirty="0"/>
              <a:t>Select button </a:t>
            </a:r>
            <a:r>
              <a:rPr lang="en-US" sz="2400" dirty="0"/>
              <a:t>again, and then click </a:t>
            </a:r>
            <a:r>
              <a:rPr lang="en-US" sz="2400" b="1" dirty="0"/>
              <a:t>Select</a:t>
            </a:r>
            <a:r>
              <a:rPr lang="en-US" sz="2400" dirty="0"/>
              <a:t> </a:t>
            </a:r>
            <a:r>
              <a:rPr lang="en-US" sz="2400" b="1" dirty="0"/>
              <a:t>Row</a:t>
            </a:r>
            <a:r>
              <a:rPr lang="en-US" sz="2400" dirty="0"/>
              <a:t> from the drop-down menu. The first row is selected.</a:t>
            </a:r>
          </a:p>
          <a:p>
            <a:pPr>
              <a:lnSpc>
                <a:spcPct val="150000"/>
              </a:lnSpc>
            </a:pPr>
            <a:r>
              <a:rPr lang="en-US" sz="2400" dirty="0"/>
              <a:t>On the </a:t>
            </a:r>
            <a:r>
              <a:rPr lang="en-US" sz="2400" b="1" dirty="0"/>
              <a:t>Table Tools - Layout tab</a:t>
            </a:r>
            <a:r>
              <a:rPr lang="en-US" sz="2400" dirty="0"/>
              <a:t>, in the </a:t>
            </a:r>
            <a:r>
              <a:rPr lang="en-US" sz="2400" b="1" dirty="0"/>
              <a:t>Cell Size group</a:t>
            </a:r>
            <a:r>
              <a:rPr lang="en-US" sz="2400" dirty="0"/>
              <a:t>, click the </a:t>
            </a:r>
            <a:r>
              <a:rPr lang="en-US" sz="2400" b="1" dirty="0"/>
              <a:t>dialog box launcher</a:t>
            </a:r>
            <a:r>
              <a:rPr lang="en-US" sz="2400" dirty="0"/>
              <a:t>.  The Table Properties dialog box appears.</a:t>
            </a:r>
          </a:p>
          <a:p>
            <a:pPr>
              <a:lnSpc>
                <a:spcPct val="150000"/>
              </a:lnSpc>
            </a:pPr>
            <a:r>
              <a:rPr lang="en-US" sz="2400" dirty="0"/>
              <a:t>Click the </a:t>
            </a:r>
            <a:r>
              <a:rPr lang="en-US" sz="2400" b="1" dirty="0"/>
              <a:t>Row</a:t>
            </a:r>
            <a:r>
              <a:rPr lang="en-US" sz="2400" dirty="0"/>
              <a:t> tab in the dialog box.</a:t>
            </a:r>
          </a:p>
          <a:p>
            <a:pPr>
              <a:lnSpc>
                <a:spcPct val="150000"/>
              </a:lnSpc>
            </a:pPr>
            <a:r>
              <a:rPr lang="en-US" sz="2400" dirty="0"/>
              <a:t>Select the </a:t>
            </a:r>
            <a:r>
              <a:rPr lang="en-US" sz="2400" b="1" dirty="0"/>
              <a:t>Specify height </a:t>
            </a:r>
            <a:r>
              <a:rPr lang="en-US" sz="2400" dirty="0"/>
              <a:t>checkbox. In the Height box, click the up arrow until the box  reads 0.5”.</a:t>
            </a:r>
          </a:p>
        </p:txBody>
      </p:sp>
    </p:spTree>
    <p:extLst>
      <p:ext uri="{BB962C8B-B14F-4D97-AF65-F5344CB8AC3E}">
        <p14:creationId xmlns:p14="http://schemas.microsoft.com/office/powerpoint/2010/main" val="10042617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4BC9C4-8C7A-4F34-8296-B0DFF1C5E608}"/>
              </a:ext>
            </a:extLst>
          </p:cNvPr>
          <p:cNvSpPr>
            <a:spLocks noGrp="1"/>
          </p:cNvSpPr>
          <p:nvPr>
            <p:ph type="title"/>
          </p:nvPr>
        </p:nvSpPr>
        <p:spPr>
          <a:xfrm>
            <a:off x="1626781" y="177542"/>
            <a:ext cx="9877831" cy="769236"/>
          </a:xfrm>
        </p:spPr>
        <p:txBody>
          <a:bodyPr/>
          <a:lstStyle/>
          <a:p>
            <a:r>
              <a:rPr kumimoji="0" lang="en-US" sz="3600" b="0" i="0" u="none" strike="noStrike" kern="1200" cap="none" spc="0" normalizeH="0" baseline="0" noProof="0" dirty="0">
                <a:ln>
                  <a:noFill/>
                </a:ln>
                <a:solidFill>
                  <a:prstClr val="black">
                    <a:lumMod val="85000"/>
                    <a:lumOff val="15000"/>
                  </a:prstClr>
                </a:solidFill>
                <a:effectLst/>
                <a:uLnTx/>
                <a:uFillTx/>
                <a:latin typeface="Century Gothic" panose="020B0502020202020204"/>
                <a:ea typeface="+mj-ea"/>
                <a:cs typeface="+mj-cs"/>
              </a:rPr>
              <a:t>CONTD…</a:t>
            </a:r>
            <a:endParaRPr lang="en-US" dirty="0"/>
          </a:p>
        </p:txBody>
      </p:sp>
      <p:sp>
        <p:nvSpPr>
          <p:cNvPr id="3" name="Content Placeholder 2">
            <a:extLst>
              <a:ext uri="{FF2B5EF4-FFF2-40B4-BE49-F238E27FC236}">
                <a16:creationId xmlns:a16="http://schemas.microsoft.com/office/drawing/2014/main" id="{001CEB81-CBBE-4777-B8BD-0170967B73F1}"/>
              </a:ext>
            </a:extLst>
          </p:cNvPr>
          <p:cNvSpPr>
            <a:spLocks noGrp="1"/>
          </p:cNvSpPr>
          <p:nvPr>
            <p:ph idx="1"/>
          </p:nvPr>
        </p:nvSpPr>
        <p:spPr>
          <a:xfrm>
            <a:off x="1626780" y="946778"/>
            <a:ext cx="9803219" cy="5166943"/>
          </a:xfrm>
        </p:spPr>
        <p:txBody>
          <a:bodyPr>
            <a:normAutofit/>
          </a:bodyPr>
          <a:lstStyle/>
          <a:p>
            <a:pPr marL="342900" marR="0" lvl="0" indent="-342900" algn="l" defTabSz="457200" rtl="0" eaLnBrk="1" fontAlgn="auto" latinLnBrk="0" hangingPunct="1">
              <a:lnSpc>
                <a:spcPct val="150000"/>
              </a:lnSpc>
              <a:spcBef>
                <a:spcPts val="1000"/>
              </a:spcBef>
              <a:spcAft>
                <a:spcPts val="0"/>
              </a:spcAft>
              <a:buClr>
                <a:srgbClr val="A53010"/>
              </a:buClr>
              <a:buSzTx/>
              <a:buFont typeface="Wingdings 3" charset="2"/>
              <a:buChar char=""/>
              <a:tabLst/>
              <a:defRPr/>
            </a:pPr>
            <a:r>
              <a:rPr kumimoji="0" lang="en-US" sz="2400" b="0" i="0" u="none" strike="noStrike" kern="1200" cap="none" spc="0" normalizeH="0" baseline="0" noProof="0" dirty="0">
                <a:ln>
                  <a:noFill/>
                </a:ln>
                <a:solidFill>
                  <a:prstClr val="black">
                    <a:lumMod val="75000"/>
                    <a:lumOff val="25000"/>
                  </a:prstClr>
                </a:solidFill>
                <a:effectLst/>
                <a:uLnTx/>
                <a:uFillTx/>
                <a:latin typeface="Century Gothic" panose="020B0502020202020204"/>
                <a:ea typeface="+mn-ea"/>
                <a:cs typeface="+mn-cs"/>
              </a:rPr>
              <a:t>Click the </a:t>
            </a:r>
            <a:r>
              <a:rPr kumimoji="0" lang="en-US" sz="2400" b="1" i="0" u="none" strike="noStrike" kern="1200" cap="none" spc="0" normalizeH="0" baseline="0" noProof="0" dirty="0">
                <a:ln>
                  <a:noFill/>
                </a:ln>
                <a:solidFill>
                  <a:prstClr val="black">
                    <a:lumMod val="75000"/>
                    <a:lumOff val="25000"/>
                  </a:prstClr>
                </a:solidFill>
                <a:effectLst/>
                <a:uLnTx/>
                <a:uFillTx/>
                <a:latin typeface="Century Gothic" panose="020B0502020202020204"/>
                <a:ea typeface="+mn-ea"/>
                <a:cs typeface="+mn-cs"/>
              </a:rPr>
              <a:t>Next Row button </a:t>
            </a:r>
            <a:r>
              <a:rPr kumimoji="0" lang="en-US" sz="2400" b="0" i="0" u="none" strike="noStrike" kern="1200" cap="none" spc="0" normalizeH="0" baseline="0" noProof="0" dirty="0">
                <a:ln>
                  <a:noFill/>
                </a:ln>
                <a:solidFill>
                  <a:prstClr val="black">
                    <a:lumMod val="75000"/>
                    <a:lumOff val="25000"/>
                  </a:prstClr>
                </a:solidFill>
                <a:effectLst/>
                <a:uLnTx/>
                <a:uFillTx/>
                <a:latin typeface="Century Gothic" panose="020B0502020202020204"/>
                <a:ea typeface="+mn-ea"/>
                <a:cs typeface="+mn-cs"/>
              </a:rPr>
              <a:t>and notice that the changes are applied only to the first row.  </a:t>
            </a:r>
          </a:p>
          <a:p>
            <a:pPr marL="342900" marR="0" lvl="0" indent="-342900" algn="l" defTabSz="457200" rtl="0" eaLnBrk="1" fontAlgn="auto" latinLnBrk="0" hangingPunct="1">
              <a:lnSpc>
                <a:spcPct val="150000"/>
              </a:lnSpc>
              <a:spcBef>
                <a:spcPts val="1000"/>
              </a:spcBef>
              <a:spcAft>
                <a:spcPts val="0"/>
              </a:spcAft>
              <a:buClr>
                <a:srgbClr val="A53010"/>
              </a:buClr>
              <a:buSzTx/>
              <a:buFont typeface="Wingdings 3" charset="2"/>
              <a:buChar char=""/>
              <a:tabLst/>
              <a:defRPr/>
            </a:pPr>
            <a:r>
              <a:rPr kumimoji="0" lang="en-US" sz="2400" b="0" i="0" u="none" strike="noStrike" kern="1200" cap="none" spc="0" normalizeH="0" baseline="0" noProof="0" dirty="0">
                <a:ln>
                  <a:noFill/>
                </a:ln>
                <a:solidFill>
                  <a:prstClr val="black">
                    <a:lumMod val="75000"/>
                    <a:lumOff val="25000"/>
                  </a:prstClr>
                </a:solidFill>
                <a:effectLst/>
                <a:uLnTx/>
                <a:uFillTx/>
                <a:latin typeface="Century Gothic" panose="020B0502020202020204"/>
                <a:ea typeface="+mn-ea"/>
                <a:cs typeface="+mn-cs"/>
              </a:rPr>
              <a:t>By clicking the Next Row button, the selection moves down one row.</a:t>
            </a:r>
          </a:p>
          <a:p>
            <a:pPr marL="342900" marR="0" lvl="0" indent="-342900" algn="l" defTabSz="457200" rtl="0" eaLnBrk="1" fontAlgn="auto" latinLnBrk="0" hangingPunct="1">
              <a:lnSpc>
                <a:spcPct val="150000"/>
              </a:lnSpc>
              <a:spcBef>
                <a:spcPts val="1000"/>
              </a:spcBef>
              <a:spcAft>
                <a:spcPts val="0"/>
              </a:spcAft>
              <a:buClr>
                <a:srgbClr val="A53010"/>
              </a:buClr>
              <a:buSzTx/>
              <a:buFont typeface="Wingdings 3" charset="2"/>
              <a:buChar char=""/>
              <a:tabLst/>
              <a:defRPr/>
            </a:pPr>
            <a:r>
              <a:rPr kumimoji="0" lang="en-US" sz="2400" b="0" i="0" u="none" strike="noStrike" kern="1200" cap="none" spc="0" normalizeH="0" baseline="0" noProof="0" dirty="0">
                <a:ln>
                  <a:noFill/>
                </a:ln>
                <a:solidFill>
                  <a:prstClr val="black">
                    <a:lumMod val="75000"/>
                    <a:lumOff val="25000"/>
                  </a:prstClr>
                </a:solidFill>
                <a:effectLst/>
                <a:uLnTx/>
                <a:uFillTx/>
                <a:latin typeface="Century Gothic" panose="020B0502020202020204"/>
                <a:ea typeface="+mn-ea"/>
                <a:cs typeface="+mn-cs"/>
              </a:rPr>
              <a:t>Click </a:t>
            </a:r>
            <a:r>
              <a:rPr kumimoji="0" lang="en-US" sz="2400" b="1" i="0" u="none" strike="noStrike" kern="1200" cap="none" spc="0" normalizeH="0" baseline="0" noProof="0" dirty="0">
                <a:ln>
                  <a:noFill/>
                </a:ln>
                <a:solidFill>
                  <a:prstClr val="black">
                    <a:lumMod val="75000"/>
                    <a:lumOff val="25000"/>
                  </a:prstClr>
                </a:solidFill>
                <a:effectLst/>
                <a:uLnTx/>
                <a:uFillTx/>
                <a:latin typeface="Century Gothic" panose="020B0502020202020204"/>
                <a:ea typeface="+mn-ea"/>
                <a:cs typeface="+mn-cs"/>
              </a:rPr>
              <a:t>OK</a:t>
            </a:r>
            <a:r>
              <a:rPr kumimoji="0" lang="en-US" sz="2400" b="0" i="0" u="none" strike="noStrike" kern="1200" cap="none" spc="0" normalizeH="0" baseline="0" noProof="0" dirty="0">
                <a:ln>
                  <a:noFill/>
                </a:ln>
                <a:solidFill>
                  <a:prstClr val="black">
                    <a:lumMod val="75000"/>
                    <a:lumOff val="25000"/>
                  </a:prstClr>
                </a:solidFill>
                <a:effectLst/>
                <a:uLnTx/>
                <a:uFillTx/>
                <a:latin typeface="Century Gothic" panose="020B0502020202020204"/>
                <a:ea typeface="+mn-ea"/>
                <a:cs typeface="+mn-cs"/>
              </a:rPr>
              <a:t>. In the </a:t>
            </a:r>
            <a:r>
              <a:rPr kumimoji="0" lang="en-US" sz="2400" b="1" i="0" u="none" strike="noStrike" kern="1200" cap="none" spc="0" normalizeH="0" baseline="0" noProof="0" dirty="0">
                <a:ln>
                  <a:noFill/>
                </a:ln>
                <a:solidFill>
                  <a:prstClr val="black">
                    <a:lumMod val="75000"/>
                    <a:lumOff val="25000"/>
                  </a:prstClr>
                </a:solidFill>
                <a:effectLst/>
                <a:uLnTx/>
                <a:uFillTx/>
                <a:latin typeface="Century Gothic" panose="020B0502020202020204"/>
                <a:ea typeface="+mn-ea"/>
                <a:cs typeface="+mn-cs"/>
              </a:rPr>
              <a:t>Cell Size group</a:t>
            </a:r>
            <a:r>
              <a:rPr kumimoji="0" lang="en-US" sz="2400" b="0" i="0" u="none" strike="noStrike" kern="1200" cap="none" spc="0" normalizeH="0" baseline="0" noProof="0" dirty="0">
                <a:ln>
                  <a:noFill/>
                </a:ln>
                <a:solidFill>
                  <a:prstClr val="black">
                    <a:lumMod val="75000"/>
                    <a:lumOff val="25000"/>
                  </a:prstClr>
                </a:solidFill>
                <a:effectLst/>
                <a:uLnTx/>
                <a:uFillTx/>
                <a:latin typeface="Century Gothic" panose="020B0502020202020204"/>
                <a:ea typeface="+mn-ea"/>
                <a:cs typeface="+mn-cs"/>
              </a:rPr>
              <a:t>, notice that the height for row 1 is at 0.5”. You can also adjust the height of a row </a:t>
            </a:r>
            <a:r>
              <a:rPr kumimoji="0" lang="en-US" sz="2400" b="1" i="0" u="none" strike="noStrike" kern="1200" cap="none" spc="0" normalizeH="0" baseline="0" noProof="0" dirty="0">
                <a:ln>
                  <a:noFill/>
                </a:ln>
                <a:solidFill>
                  <a:prstClr val="black">
                    <a:lumMod val="75000"/>
                    <a:lumOff val="25000"/>
                  </a:prstClr>
                </a:solidFill>
                <a:effectLst/>
                <a:uLnTx/>
                <a:uFillTx/>
                <a:latin typeface="Century Gothic" panose="020B0502020202020204"/>
                <a:ea typeface="+mn-ea"/>
                <a:cs typeface="+mn-cs"/>
              </a:rPr>
              <a:t>individually</a:t>
            </a:r>
            <a:r>
              <a:rPr kumimoji="0" lang="en-US" sz="2400" b="0" i="0" u="none" strike="noStrike" kern="1200" cap="none" spc="0" normalizeH="0" baseline="0" noProof="0" dirty="0">
                <a:ln>
                  <a:noFill/>
                </a:ln>
                <a:solidFill>
                  <a:prstClr val="black">
                    <a:lumMod val="75000"/>
                    <a:lumOff val="25000"/>
                  </a:prstClr>
                </a:solidFill>
                <a:effectLst/>
                <a:uLnTx/>
                <a:uFillTx/>
                <a:latin typeface="Century Gothic" panose="020B0502020202020204"/>
                <a:ea typeface="+mn-ea"/>
                <a:cs typeface="+mn-cs"/>
              </a:rPr>
              <a:t> or by </a:t>
            </a:r>
            <a:r>
              <a:rPr kumimoji="0" lang="en-US" sz="2400" b="1" i="0" u="none" strike="noStrike" kern="1200" cap="none" spc="0" normalizeH="0" baseline="0" noProof="0" dirty="0">
                <a:ln>
                  <a:noFill/>
                </a:ln>
                <a:solidFill>
                  <a:prstClr val="black">
                    <a:lumMod val="75000"/>
                    <a:lumOff val="25000"/>
                  </a:prstClr>
                </a:solidFill>
                <a:effectLst/>
                <a:uLnTx/>
                <a:uFillTx/>
                <a:latin typeface="Century Gothic" panose="020B0502020202020204"/>
                <a:ea typeface="+mn-ea"/>
                <a:cs typeface="+mn-cs"/>
              </a:rPr>
              <a:t>selection</a:t>
            </a:r>
            <a:r>
              <a:rPr kumimoji="0" lang="en-US" sz="2400" b="0" i="0" u="none" strike="noStrike" kern="1200" cap="none" spc="0" normalizeH="0" baseline="0" noProof="0" dirty="0">
                <a:ln>
                  <a:noFill/>
                </a:ln>
                <a:solidFill>
                  <a:prstClr val="black">
                    <a:lumMod val="75000"/>
                    <a:lumOff val="25000"/>
                  </a:prstClr>
                </a:solidFill>
                <a:effectLst/>
                <a:uLnTx/>
                <a:uFillTx/>
                <a:latin typeface="Century Gothic" panose="020B0502020202020204"/>
                <a:ea typeface="+mn-ea"/>
                <a:cs typeface="+mn-cs"/>
              </a:rPr>
              <a:t>.</a:t>
            </a:r>
          </a:p>
          <a:p>
            <a:pPr marL="342900" marR="0" lvl="0" indent="-342900" algn="l" defTabSz="457200" rtl="0" eaLnBrk="1" fontAlgn="auto" latinLnBrk="0" hangingPunct="1">
              <a:lnSpc>
                <a:spcPct val="150000"/>
              </a:lnSpc>
              <a:spcBef>
                <a:spcPts val="1000"/>
              </a:spcBef>
              <a:spcAft>
                <a:spcPts val="0"/>
              </a:spcAft>
              <a:buClr>
                <a:srgbClr val="A53010"/>
              </a:buClr>
              <a:buSzTx/>
              <a:buFont typeface="Wingdings 3" charset="2"/>
              <a:buChar char=""/>
              <a:tabLst/>
              <a:defRPr/>
            </a:pPr>
            <a:r>
              <a:rPr kumimoji="0" lang="en-US" sz="2400" b="1" i="0" u="none" strike="noStrike" kern="1200" cap="none" spc="0" normalizeH="0" baseline="0" noProof="0" dirty="0">
                <a:ln>
                  <a:noFill/>
                </a:ln>
                <a:solidFill>
                  <a:prstClr val="black">
                    <a:lumMod val="75000"/>
                    <a:lumOff val="25000"/>
                  </a:prstClr>
                </a:solidFill>
                <a:effectLst/>
                <a:uLnTx/>
                <a:uFillTx/>
                <a:latin typeface="Century Gothic" panose="020B0502020202020204"/>
                <a:ea typeface="+mn-ea"/>
                <a:cs typeface="+mn-cs"/>
              </a:rPr>
              <a:t>Click</a:t>
            </a:r>
            <a:r>
              <a:rPr kumimoji="0" lang="en-US" sz="2400" b="0" i="0" u="none" strike="noStrike" kern="1200" cap="none" spc="0" normalizeH="0" baseline="0" noProof="0" dirty="0">
                <a:ln>
                  <a:noFill/>
                </a:ln>
                <a:solidFill>
                  <a:prstClr val="black">
                    <a:lumMod val="75000"/>
                    <a:lumOff val="25000"/>
                  </a:prstClr>
                </a:solidFill>
                <a:effectLst/>
                <a:uLnTx/>
                <a:uFillTx/>
                <a:latin typeface="Century Gothic" panose="020B0502020202020204"/>
                <a:ea typeface="+mn-ea"/>
                <a:cs typeface="+mn-cs"/>
              </a:rPr>
              <a:t> in </a:t>
            </a:r>
            <a:r>
              <a:rPr kumimoji="0" lang="en-US" sz="2400" b="1" i="0" u="none" strike="noStrike" kern="1200" cap="none" spc="0" normalizeH="0" baseline="0" noProof="0" dirty="0">
                <a:ln>
                  <a:noFill/>
                </a:ln>
                <a:solidFill>
                  <a:prstClr val="black">
                    <a:lumMod val="75000"/>
                    <a:lumOff val="25000"/>
                  </a:prstClr>
                </a:solidFill>
                <a:effectLst/>
                <a:uLnTx/>
                <a:uFillTx/>
                <a:latin typeface="Century Gothic" panose="020B0502020202020204"/>
                <a:ea typeface="+mn-ea"/>
                <a:cs typeface="+mn-cs"/>
              </a:rPr>
              <a:t>any cell </a:t>
            </a:r>
            <a:r>
              <a:rPr kumimoji="0" lang="en-US" sz="2400" b="0" i="0" u="none" strike="noStrike" kern="1200" cap="none" spc="0" normalizeH="0" baseline="0" noProof="0" dirty="0">
                <a:ln>
                  <a:noFill/>
                </a:ln>
                <a:solidFill>
                  <a:prstClr val="black">
                    <a:lumMod val="75000"/>
                    <a:lumOff val="25000"/>
                  </a:prstClr>
                </a:solidFill>
                <a:effectLst/>
                <a:uLnTx/>
                <a:uFillTx/>
                <a:latin typeface="Century Gothic" panose="020B0502020202020204"/>
                <a:ea typeface="+mn-ea"/>
                <a:cs typeface="+mn-cs"/>
              </a:rPr>
              <a:t>to remove the selection.</a:t>
            </a:r>
          </a:p>
          <a:p>
            <a:endParaRPr lang="en-US" dirty="0"/>
          </a:p>
        </p:txBody>
      </p:sp>
    </p:spTree>
    <p:extLst>
      <p:ext uri="{BB962C8B-B14F-4D97-AF65-F5344CB8AC3E}">
        <p14:creationId xmlns:p14="http://schemas.microsoft.com/office/powerpoint/2010/main" val="93409831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3FE1E1-96E4-41AD-8F03-044B35189958}"/>
              </a:ext>
            </a:extLst>
          </p:cNvPr>
          <p:cNvSpPr>
            <a:spLocks noGrp="1"/>
          </p:cNvSpPr>
          <p:nvPr>
            <p:ph type="title"/>
          </p:nvPr>
        </p:nvSpPr>
        <p:spPr>
          <a:xfrm>
            <a:off x="1648047" y="220073"/>
            <a:ext cx="9856565" cy="726705"/>
          </a:xfrm>
        </p:spPr>
        <p:txBody>
          <a:bodyPr/>
          <a:lstStyle/>
          <a:p>
            <a:r>
              <a:rPr lang="en-US" dirty="0"/>
              <a:t>CREATING A HEADER ROW</a:t>
            </a:r>
          </a:p>
        </p:txBody>
      </p:sp>
      <p:sp>
        <p:nvSpPr>
          <p:cNvPr id="3" name="Content Placeholder 2">
            <a:extLst>
              <a:ext uri="{FF2B5EF4-FFF2-40B4-BE49-F238E27FC236}">
                <a16:creationId xmlns:a16="http://schemas.microsoft.com/office/drawing/2014/main" id="{A817355B-4271-432E-8B43-0668687F465F}"/>
              </a:ext>
            </a:extLst>
          </p:cNvPr>
          <p:cNvSpPr>
            <a:spLocks noGrp="1"/>
          </p:cNvSpPr>
          <p:nvPr>
            <p:ph idx="1"/>
          </p:nvPr>
        </p:nvSpPr>
        <p:spPr>
          <a:xfrm>
            <a:off x="1648047" y="946778"/>
            <a:ext cx="9856565" cy="4964444"/>
          </a:xfrm>
        </p:spPr>
        <p:txBody>
          <a:bodyPr>
            <a:noAutofit/>
          </a:bodyPr>
          <a:lstStyle/>
          <a:p>
            <a:pPr>
              <a:lnSpc>
                <a:spcPct val="150000"/>
              </a:lnSpc>
            </a:pPr>
            <a:r>
              <a:rPr lang="en-US" sz="2400" dirty="0"/>
              <a:t>Position the insertion point anywhere inside the table. </a:t>
            </a:r>
          </a:p>
          <a:p>
            <a:pPr>
              <a:lnSpc>
                <a:spcPct val="150000"/>
              </a:lnSpc>
            </a:pPr>
            <a:r>
              <a:rPr lang="en-US" sz="2400" dirty="0"/>
              <a:t>On the </a:t>
            </a:r>
            <a:r>
              <a:rPr lang="en-US" sz="2400" b="1" dirty="0"/>
              <a:t>Table Tools - Layout tab</a:t>
            </a:r>
            <a:r>
              <a:rPr lang="en-US" sz="2400" dirty="0"/>
              <a:t>, in the </a:t>
            </a:r>
            <a:r>
              <a:rPr lang="en-US" sz="2400" b="1" dirty="0"/>
              <a:t>Table group</a:t>
            </a:r>
            <a:r>
              <a:rPr lang="en-US" sz="2400" dirty="0"/>
              <a:t>, click the </a:t>
            </a:r>
            <a:r>
              <a:rPr lang="en-US" sz="2400" b="1" dirty="0"/>
              <a:t>Select button</a:t>
            </a:r>
            <a:r>
              <a:rPr lang="en-US" sz="2400" dirty="0"/>
              <a:t>, and then click </a:t>
            </a:r>
            <a:r>
              <a:rPr lang="en-US" sz="2400" b="1" dirty="0"/>
              <a:t>Select Table</a:t>
            </a:r>
            <a:r>
              <a:rPr lang="en-US" sz="2400" dirty="0"/>
              <a:t>.</a:t>
            </a:r>
          </a:p>
          <a:p>
            <a:pPr>
              <a:lnSpc>
                <a:spcPct val="150000"/>
              </a:lnSpc>
            </a:pPr>
            <a:r>
              <a:rPr lang="en-US" sz="2400" dirty="0"/>
              <a:t>On the </a:t>
            </a:r>
            <a:r>
              <a:rPr lang="en-US" sz="2400" b="1" dirty="0"/>
              <a:t>Home tab</a:t>
            </a:r>
            <a:r>
              <a:rPr lang="en-US" sz="2400" dirty="0"/>
              <a:t>, change the font size for the entire table you created until it extends to the next page. </a:t>
            </a:r>
          </a:p>
          <a:p>
            <a:pPr>
              <a:lnSpc>
                <a:spcPct val="150000"/>
              </a:lnSpc>
            </a:pPr>
            <a:r>
              <a:rPr lang="en-US" sz="2400" dirty="0"/>
              <a:t>By changing the font size in the table, the data extends to the next page.</a:t>
            </a:r>
          </a:p>
          <a:p>
            <a:pPr>
              <a:lnSpc>
                <a:spcPct val="150000"/>
              </a:lnSpc>
            </a:pPr>
            <a:r>
              <a:rPr lang="en-US" sz="2400" dirty="0"/>
              <a:t>Place the insertion point on the first row of the table.</a:t>
            </a:r>
          </a:p>
        </p:txBody>
      </p:sp>
    </p:spTree>
    <p:extLst>
      <p:ext uri="{BB962C8B-B14F-4D97-AF65-F5344CB8AC3E}">
        <p14:creationId xmlns:p14="http://schemas.microsoft.com/office/powerpoint/2010/main" val="344678379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491B10-B4D1-4B96-8267-607A7E134F60}"/>
              </a:ext>
            </a:extLst>
          </p:cNvPr>
          <p:cNvSpPr>
            <a:spLocks noGrp="1"/>
          </p:cNvSpPr>
          <p:nvPr>
            <p:ph type="title"/>
          </p:nvPr>
        </p:nvSpPr>
        <p:spPr>
          <a:xfrm>
            <a:off x="1603574" y="209440"/>
            <a:ext cx="8911687" cy="737338"/>
          </a:xfrm>
        </p:spPr>
        <p:txBody>
          <a:bodyPr/>
          <a:lstStyle/>
          <a:p>
            <a:r>
              <a:rPr kumimoji="0" lang="en-US" sz="3600" b="0" i="0" u="none" strike="noStrike" kern="1200" cap="none" spc="0" normalizeH="0" baseline="0" noProof="0" dirty="0">
                <a:ln>
                  <a:noFill/>
                </a:ln>
                <a:solidFill>
                  <a:prstClr val="black">
                    <a:lumMod val="85000"/>
                    <a:lumOff val="15000"/>
                  </a:prstClr>
                </a:solidFill>
                <a:effectLst/>
                <a:uLnTx/>
                <a:uFillTx/>
                <a:latin typeface="Century Gothic" panose="020B0502020202020204"/>
                <a:ea typeface="+mj-ea"/>
                <a:cs typeface="+mj-cs"/>
              </a:rPr>
              <a:t>CONTD…</a:t>
            </a:r>
            <a:endParaRPr lang="en-US" dirty="0"/>
          </a:p>
        </p:txBody>
      </p:sp>
      <p:sp>
        <p:nvSpPr>
          <p:cNvPr id="3" name="Content Placeholder 2">
            <a:extLst>
              <a:ext uri="{FF2B5EF4-FFF2-40B4-BE49-F238E27FC236}">
                <a16:creationId xmlns:a16="http://schemas.microsoft.com/office/drawing/2014/main" id="{762F55BC-D662-43A3-BC3A-1AD460C6314A}"/>
              </a:ext>
            </a:extLst>
          </p:cNvPr>
          <p:cNvSpPr>
            <a:spLocks noGrp="1"/>
          </p:cNvSpPr>
          <p:nvPr>
            <p:ph idx="1"/>
          </p:nvPr>
        </p:nvSpPr>
        <p:spPr>
          <a:xfrm>
            <a:off x="1603574" y="946778"/>
            <a:ext cx="9901038" cy="4964444"/>
          </a:xfrm>
        </p:spPr>
        <p:txBody>
          <a:bodyPr/>
          <a:lstStyle/>
          <a:p>
            <a:pPr marL="342900" marR="0" lvl="0" indent="-342900" algn="l" defTabSz="457200" rtl="0" eaLnBrk="1" fontAlgn="auto" latinLnBrk="0" hangingPunct="1">
              <a:lnSpc>
                <a:spcPct val="150000"/>
              </a:lnSpc>
              <a:spcBef>
                <a:spcPts val="1000"/>
              </a:spcBef>
              <a:spcAft>
                <a:spcPts val="0"/>
              </a:spcAft>
              <a:buClr>
                <a:srgbClr val="A53010"/>
              </a:buClr>
              <a:buSzTx/>
              <a:buFont typeface="Wingdings 3" charset="2"/>
              <a:buChar char=""/>
              <a:tabLst/>
              <a:defRPr/>
            </a:pPr>
            <a:r>
              <a:rPr kumimoji="0" lang="en-US" sz="2400" b="0" i="0" u="none" strike="noStrike" kern="1200" cap="none" spc="0" normalizeH="0" baseline="0" noProof="0" dirty="0">
                <a:ln>
                  <a:noFill/>
                </a:ln>
                <a:solidFill>
                  <a:prstClr val="black">
                    <a:lumMod val="75000"/>
                    <a:lumOff val="25000"/>
                  </a:prstClr>
                </a:solidFill>
                <a:effectLst/>
                <a:uLnTx/>
                <a:uFillTx/>
                <a:latin typeface="Century Gothic" panose="020B0502020202020204"/>
                <a:ea typeface="+mn-ea"/>
                <a:cs typeface="+mn-cs"/>
              </a:rPr>
              <a:t>On the </a:t>
            </a:r>
            <a:r>
              <a:rPr kumimoji="0" lang="en-US" sz="2400" b="1" i="0" u="none" strike="noStrike" kern="1200" cap="none" spc="0" normalizeH="0" baseline="0" noProof="0" dirty="0">
                <a:ln>
                  <a:noFill/>
                </a:ln>
                <a:solidFill>
                  <a:prstClr val="black">
                    <a:lumMod val="75000"/>
                    <a:lumOff val="25000"/>
                  </a:prstClr>
                </a:solidFill>
                <a:effectLst/>
                <a:uLnTx/>
                <a:uFillTx/>
                <a:latin typeface="Century Gothic" panose="020B0502020202020204"/>
                <a:ea typeface="+mn-ea"/>
                <a:cs typeface="+mn-cs"/>
              </a:rPr>
              <a:t>Table Tools - Layout tab</a:t>
            </a:r>
            <a:r>
              <a:rPr kumimoji="0" lang="en-US" sz="2400" b="0" i="0" u="none" strike="noStrike" kern="1200" cap="none" spc="0" normalizeH="0" baseline="0" noProof="0" dirty="0">
                <a:ln>
                  <a:noFill/>
                </a:ln>
                <a:solidFill>
                  <a:prstClr val="black">
                    <a:lumMod val="75000"/>
                    <a:lumOff val="25000"/>
                  </a:prstClr>
                </a:solidFill>
                <a:effectLst/>
                <a:uLnTx/>
                <a:uFillTx/>
                <a:latin typeface="Century Gothic" panose="020B0502020202020204"/>
                <a:ea typeface="+mn-ea"/>
                <a:cs typeface="+mn-cs"/>
              </a:rPr>
              <a:t>, in the </a:t>
            </a:r>
            <a:r>
              <a:rPr kumimoji="0" lang="en-US" sz="2400" b="1" i="0" u="none" strike="noStrike" kern="1200" cap="none" spc="0" normalizeH="0" baseline="0" noProof="0" dirty="0">
                <a:ln>
                  <a:noFill/>
                </a:ln>
                <a:solidFill>
                  <a:prstClr val="black">
                    <a:lumMod val="75000"/>
                    <a:lumOff val="25000"/>
                  </a:prstClr>
                </a:solidFill>
                <a:effectLst/>
                <a:uLnTx/>
                <a:uFillTx/>
                <a:latin typeface="Century Gothic" panose="020B0502020202020204"/>
                <a:ea typeface="+mn-ea"/>
                <a:cs typeface="+mn-cs"/>
              </a:rPr>
              <a:t>Rows &amp; Columns group</a:t>
            </a:r>
            <a:r>
              <a:rPr kumimoji="0" lang="en-US" sz="2400" b="0" i="0" u="none" strike="noStrike" kern="1200" cap="none" spc="0" normalizeH="0" baseline="0" noProof="0" dirty="0">
                <a:ln>
                  <a:noFill/>
                </a:ln>
                <a:solidFill>
                  <a:prstClr val="black">
                    <a:lumMod val="75000"/>
                    <a:lumOff val="25000"/>
                  </a:prstClr>
                </a:solidFill>
                <a:effectLst/>
                <a:uLnTx/>
                <a:uFillTx/>
                <a:latin typeface="Century Gothic" panose="020B0502020202020204"/>
                <a:ea typeface="+mn-ea"/>
                <a:cs typeface="+mn-cs"/>
              </a:rPr>
              <a:t>, click </a:t>
            </a:r>
            <a:r>
              <a:rPr kumimoji="0" lang="en-US" sz="2400" b="1" i="0" u="none" strike="noStrike" kern="1200" cap="none" spc="0" normalizeH="0" baseline="0" noProof="0" dirty="0">
                <a:ln>
                  <a:noFill/>
                </a:ln>
                <a:solidFill>
                  <a:prstClr val="black">
                    <a:lumMod val="75000"/>
                    <a:lumOff val="25000"/>
                  </a:prstClr>
                </a:solidFill>
                <a:effectLst/>
                <a:uLnTx/>
                <a:uFillTx/>
                <a:latin typeface="Century Gothic" panose="020B0502020202020204"/>
                <a:ea typeface="+mn-ea"/>
                <a:cs typeface="+mn-cs"/>
              </a:rPr>
              <a:t>Insert Above</a:t>
            </a:r>
            <a:r>
              <a:rPr kumimoji="0" lang="en-US" sz="2400" b="0" i="0" u="none" strike="noStrike" kern="1200" cap="none" spc="0" normalizeH="0" baseline="0" noProof="0" dirty="0">
                <a:ln>
                  <a:noFill/>
                </a:ln>
                <a:solidFill>
                  <a:prstClr val="black">
                    <a:lumMod val="75000"/>
                    <a:lumOff val="25000"/>
                  </a:prstClr>
                </a:solidFill>
                <a:effectLst/>
                <a:uLnTx/>
                <a:uFillTx/>
                <a:latin typeface="Century Gothic" panose="020B0502020202020204"/>
                <a:ea typeface="+mn-ea"/>
                <a:cs typeface="+mn-cs"/>
              </a:rPr>
              <a:t>. (</a:t>
            </a:r>
            <a:r>
              <a:rPr kumimoji="0" lang="en-US" b="1" i="0" u="none" strike="noStrike" kern="1200" cap="none" spc="0" normalizeH="0" baseline="0" noProof="0" dirty="0">
                <a:ln>
                  <a:noFill/>
                </a:ln>
                <a:solidFill>
                  <a:srgbClr val="FF0000"/>
                </a:solidFill>
                <a:effectLst/>
                <a:uLnTx/>
                <a:uFillTx/>
                <a:latin typeface="Century Gothic" panose="020B0502020202020204"/>
                <a:ea typeface="+mn-ea"/>
                <a:cs typeface="+mn-cs"/>
              </a:rPr>
              <a:t>Only if you don’t have a heading row already typed</a:t>
            </a:r>
            <a:r>
              <a:rPr kumimoji="0" lang="en-US" sz="2400" b="0" i="0" u="none" strike="noStrike" kern="1200" cap="none" spc="0" normalizeH="0" baseline="0" noProof="0" dirty="0">
                <a:ln>
                  <a:noFill/>
                </a:ln>
                <a:solidFill>
                  <a:prstClr val="black">
                    <a:lumMod val="75000"/>
                    <a:lumOff val="25000"/>
                  </a:prstClr>
                </a:solidFill>
                <a:effectLst/>
                <a:uLnTx/>
                <a:uFillTx/>
                <a:latin typeface="Century Gothic" panose="020B0502020202020204"/>
                <a:ea typeface="+mn-ea"/>
                <a:cs typeface="+mn-cs"/>
              </a:rPr>
              <a:t>)</a:t>
            </a:r>
          </a:p>
          <a:p>
            <a:pPr marL="342900" marR="0" lvl="0" indent="-342900" algn="l" defTabSz="457200" rtl="0" eaLnBrk="1" fontAlgn="auto" latinLnBrk="0" hangingPunct="1">
              <a:lnSpc>
                <a:spcPct val="150000"/>
              </a:lnSpc>
              <a:spcBef>
                <a:spcPts val="1000"/>
              </a:spcBef>
              <a:spcAft>
                <a:spcPts val="0"/>
              </a:spcAft>
              <a:buClr>
                <a:srgbClr val="A53010"/>
              </a:buClr>
              <a:buSzTx/>
              <a:buFont typeface="Wingdings 3" charset="2"/>
              <a:buChar char=""/>
              <a:tabLst/>
              <a:defRPr/>
            </a:pPr>
            <a:r>
              <a:rPr kumimoji="0" lang="en-US" sz="2400" b="0" i="0" u="none" strike="noStrike" kern="1200" cap="none" spc="0" normalizeH="0" baseline="0" noProof="0" dirty="0">
                <a:ln>
                  <a:noFill/>
                </a:ln>
                <a:solidFill>
                  <a:prstClr val="black">
                    <a:lumMod val="75000"/>
                    <a:lumOff val="25000"/>
                  </a:prstClr>
                </a:solidFill>
                <a:effectLst/>
                <a:uLnTx/>
                <a:uFillTx/>
                <a:latin typeface="Century Gothic" panose="020B0502020202020204"/>
                <a:ea typeface="+mn-ea"/>
                <a:cs typeface="+mn-cs"/>
              </a:rPr>
              <a:t>A new blank row is inserted.</a:t>
            </a:r>
          </a:p>
          <a:p>
            <a:pPr marL="342900" marR="0" lvl="0" indent="-342900" algn="l" defTabSz="457200" rtl="0" eaLnBrk="1" fontAlgn="auto" latinLnBrk="0" hangingPunct="1">
              <a:lnSpc>
                <a:spcPct val="150000"/>
              </a:lnSpc>
              <a:spcBef>
                <a:spcPts val="1000"/>
              </a:spcBef>
              <a:spcAft>
                <a:spcPts val="0"/>
              </a:spcAft>
              <a:buClr>
                <a:srgbClr val="A53010"/>
              </a:buClr>
              <a:buSzTx/>
              <a:buFont typeface="Wingdings 3" charset="2"/>
              <a:buChar char=""/>
              <a:tabLst/>
              <a:defRPr/>
            </a:pPr>
            <a:r>
              <a:rPr kumimoji="0" lang="en-US" sz="2400" b="0" i="0" u="none" strike="noStrike" kern="1200" cap="none" spc="0" normalizeH="0" baseline="0" noProof="0" dirty="0">
                <a:ln>
                  <a:noFill/>
                </a:ln>
                <a:solidFill>
                  <a:prstClr val="black">
                    <a:lumMod val="75000"/>
                    <a:lumOff val="25000"/>
                  </a:prstClr>
                </a:solidFill>
                <a:effectLst/>
                <a:uLnTx/>
                <a:uFillTx/>
                <a:latin typeface="Century Gothic" panose="020B0502020202020204"/>
                <a:ea typeface="+mn-ea"/>
                <a:cs typeface="+mn-cs"/>
              </a:rPr>
              <a:t>On the </a:t>
            </a:r>
            <a:r>
              <a:rPr kumimoji="0" lang="en-US" sz="2400" b="1" i="0" u="none" strike="noStrike" kern="1200" cap="none" spc="0" normalizeH="0" baseline="0" noProof="0" dirty="0">
                <a:ln>
                  <a:noFill/>
                </a:ln>
                <a:solidFill>
                  <a:prstClr val="black">
                    <a:lumMod val="75000"/>
                    <a:lumOff val="25000"/>
                  </a:prstClr>
                </a:solidFill>
                <a:effectLst/>
                <a:uLnTx/>
                <a:uFillTx/>
                <a:latin typeface="Century Gothic" panose="020B0502020202020204"/>
                <a:ea typeface="+mn-ea"/>
                <a:cs typeface="+mn-cs"/>
              </a:rPr>
              <a:t>Table Tools - Design tab</a:t>
            </a:r>
            <a:r>
              <a:rPr kumimoji="0" lang="en-US" sz="2400" b="0" i="0" u="none" strike="noStrike" kern="1200" cap="none" spc="0" normalizeH="0" baseline="0" noProof="0" dirty="0">
                <a:ln>
                  <a:noFill/>
                </a:ln>
                <a:solidFill>
                  <a:prstClr val="black">
                    <a:lumMod val="75000"/>
                    <a:lumOff val="25000"/>
                  </a:prstClr>
                </a:solidFill>
                <a:effectLst/>
                <a:uLnTx/>
                <a:uFillTx/>
                <a:latin typeface="Century Gothic" panose="020B0502020202020204"/>
                <a:ea typeface="+mn-ea"/>
                <a:cs typeface="+mn-cs"/>
              </a:rPr>
              <a:t>, in the </a:t>
            </a:r>
            <a:r>
              <a:rPr kumimoji="0" lang="en-US" sz="2400" b="1" i="0" u="none" strike="noStrike" kern="1200" cap="none" spc="0" normalizeH="0" baseline="0" noProof="0" dirty="0">
                <a:ln>
                  <a:noFill/>
                </a:ln>
                <a:solidFill>
                  <a:prstClr val="black">
                    <a:lumMod val="75000"/>
                    <a:lumOff val="25000"/>
                  </a:prstClr>
                </a:solidFill>
                <a:effectLst/>
                <a:uLnTx/>
                <a:uFillTx/>
                <a:latin typeface="Century Gothic" panose="020B0502020202020204"/>
                <a:ea typeface="+mn-ea"/>
                <a:cs typeface="+mn-cs"/>
              </a:rPr>
              <a:t>Table Style Options group</a:t>
            </a:r>
            <a:r>
              <a:rPr kumimoji="0" lang="en-US" sz="2400" b="0" i="0" u="none" strike="noStrike" kern="1200" cap="none" spc="0" normalizeH="0" baseline="0" noProof="0" dirty="0">
                <a:ln>
                  <a:noFill/>
                </a:ln>
                <a:solidFill>
                  <a:prstClr val="black">
                    <a:lumMod val="75000"/>
                    <a:lumOff val="25000"/>
                  </a:prstClr>
                </a:solidFill>
                <a:effectLst/>
                <a:uLnTx/>
                <a:uFillTx/>
                <a:latin typeface="Century Gothic" panose="020B0502020202020204"/>
                <a:ea typeface="+mn-ea"/>
                <a:cs typeface="+mn-cs"/>
              </a:rPr>
              <a:t>, select the </a:t>
            </a:r>
            <a:r>
              <a:rPr kumimoji="0" lang="en-US" sz="2400" b="1" i="0" u="none" strike="noStrike" kern="1200" cap="none" spc="0" normalizeH="0" baseline="0" noProof="0" dirty="0">
                <a:ln>
                  <a:noFill/>
                </a:ln>
                <a:solidFill>
                  <a:prstClr val="black">
                    <a:lumMod val="75000"/>
                    <a:lumOff val="25000"/>
                  </a:prstClr>
                </a:solidFill>
                <a:effectLst/>
                <a:uLnTx/>
                <a:uFillTx/>
                <a:latin typeface="Century Gothic" panose="020B0502020202020204"/>
                <a:ea typeface="+mn-ea"/>
                <a:cs typeface="+mn-cs"/>
              </a:rPr>
              <a:t>Header Row checkbox </a:t>
            </a:r>
            <a:r>
              <a:rPr kumimoji="0" lang="en-US" sz="2400" b="0" i="0" u="none" strike="noStrike" kern="1200" cap="none" spc="0" normalizeH="0" baseline="0" noProof="0" dirty="0">
                <a:ln>
                  <a:noFill/>
                </a:ln>
                <a:solidFill>
                  <a:prstClr val="black">
                    <a:lumMod val="75000"/>
                    <a:lumOff val="25000"/>
                  </a:prstClr>
                </a:solidFill>
                <a:effectLst/>
                <a:uLnTx/>
                <a:uFillTx/>
                <a:latin typeface="Century Gothic" panose="020B0502020202020204"/>
                <a:ea typeface="+mn-ea"/>
                <a:cs typeface="+mn-cs"/>
              </a:rPr>
              <a:t>to apply a distinctive format to the header row.</a:t>
            </a:r>
          </a:p>
          <a:p>
            <a:pPr marL="342900" marR="0" lvl="0" indent="-342900" algn="l" defTabSz="457200" rtl="0" eaLnBrk="1" fontAlgn="auto" latinLnBrk="0" hangingPunct="1">
              <a:lnSpc>
                <a:spcPct val="150000"/>
              </a:lnSpc>
              <a:spcBef>
                <a:spcPts val="1000"/>
              </a:spcBef>
              <a:spcAft>
                <a:spcPts val="0"/>
              </a:spcAft>
              <a:buClr>
                <a:srgbClr val="A53010"/>
              </a:buClr>
              <a:buSzTx/>
              <a:buFont typeface="Wingdings 3" charset="2"/>
              <a:buChar char=""/>
              <a:tabLst/>
              <a:defRPr/>
            </a:pPr>
            <a:r>
              <a:rPr kumimoji="0" lang="en-US" sz="2400" b="0" i="0" u="none" strike="noStrike" kern="1200" cap="none" spc="0" normalizeH="0" baseline="0" noProof="0" dirty="0">
                <a:ln>
                  <a:noFill/>
                </a:ln>
                <a:solidFill>
                  <a:prstClr val="black">
                    <a:lumMod val="75000"/>
                    <a:lumOff val="25000"/>
                  </a:prstClr>
                </a:solidFill>
                <a:effectLst/>
                <a:uLnTx/>
                <a:uFillTx/>
                <a:latin typeface="Century Gothic" panose="020B0502020202020204"/>
                <a:ea typeface="+mn-ea"/>
                <a:cs typeface="+mn-cs"/>
              </a:rPr>
              <a:t>Type headings in the cells of the table’s first row.</a:t>
            </a:r>
          </a:p>
          <a:p>
            <a:endParaRPr lang="en-US" dirty="0"/>
          </a:p>
        </p:txBody>
      </p:sp>
    </p:spTree>
    <p:extLst>
      <p:ext uri="{BB962C8B-B14F-4D97-AF65-F5344CB8AC3E}">
        <p14:creationId xmlns:p14="http://schemas.microsoft.com/office/powerpoint/2010/main" val="418685266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BC57262-3B6B-4C2B-93DB-6086B414251C}"/>
              </a:ext>
            </a:extLst>
          </p:cNvPr>
          <p:cNvSpPr>
            <a:spLocks noGrp="1"/>
          </p:cNvSpPr>
          <p:nvPr>
            <p:ph type="title"/>
          </p:nvPr>
        </p:nvSpPr>
        <p:spPr>
          <a:xfrm>
            <a:off x="1637414" y="166910"/>
            <a:ext cx="9867198" cy="779868"/>
          </a:xfrm>
        </p:spPr>
        <p:txBody>
          <a:bodyPr/>
          <a:lstStyle/>
          <a:p>
            <a:r>
              <a:rPr lang="en-US" dirty="0"/>
              <a:t>CONTD…</a:t>
            </a:r>
          </a:p>
        </p:txBody>
      </p:sp>
      <p:sp>
        <p:nvSpPr>
          <p:cNvPr id="3" name="Content Placeholder 2">
            <a:extLst>
              <a:ext uri="{FF2B5EF4-FFF2-40B4-BE49-F238E27FC236}">
                <a16:creationId xmlns:a16="http://schemas.microsoft.com/office/drawing/2014/main" id="{40594145-2269-47BF-8173-2436BCABF432}"/>
              </a:ext>
            </a:extLst>
          </p:cNvPr>
          <p:cNvSpPr>
            <a:spLocks noGrp="1"/>
          </p:cNvSpPr>
          <p:nvPr>
            <p:ph idx="1"/>
          </p:nvPr>
        </p:nvSpPr>
        <p:spPr>
          <a:xfrm>
            <a:off x="1637414" y="946778"/>
            <a:ext cx="9867198" cy="4964444"/>
          </a:xfrm>
        </p:spPr>
        <p:txBody>
          <a:bodyPr>
            <a:normAutofit/>
          </a:bodyPr>
          <a:lstStyle/>
          <a:p>
            <a:r>
              <a:rPr lang="en-US" sz="2000" dirty="0"/>
              <a:t>On the </a:t>
            </a:r>
            <a:r>
              <a:rPr lang="en-US" sz="2000" b="1" dirty="0"/>
              <a:t>Table group </a:t>
            </a:r>
            <a:r>
              <a:rPr lang="en-US" sz="2000" dirty="0"/>
              <a:t>of the </a:t>
            </a:r>
            <a:r>
              <a:rPr lang="en-US" sz="2000" b="1" dirty="0"/>
              <a:t>Table Tools - Layout tab</a:t>
            </a:r>
            <a:r>
              <a:rPr lang="en-US" sz="2000" dirty="0"/>
              <a:t>, click the </a:t>
            </a:r>
            <a:r>
              <a:rPr lang="en-US" sz="2000" b="1" dirty="0"/>
              <a:t>Select button </a:t>
            </a:r>
            <a:r>
              <a:rPr lang="en-US" sz="2000" dirty="0"/>
              <a:t>and </a:t>
            </a:r>
            <a:r>
              <a:rPr lang="en-US" sz="2000" b="1" dirty="0"/>
              <a:t>Select Row</a:t>
            </a:r>
            <a:r>
              <a:rPr lang="en-US" sz="2000" dirty="0"/>
              <a:t>.</a:t>
            </a:r>
          </a:p>
          <a:p>
            <a:r>
              <a:rPr lang="en-US" sz="2000" dirty="0"/>
              <a:t>On the </a:t>
            </a:r>
            <a:r>
              <a:rPr lang="en-US" sz="2000" b="1" dirty="0"/>
              <a:t>Table Tools - Layout tab</a:t>
            </a:r>
            <a:r>
              <a:rPr lang="en-US" sz="2000" dirty="0"/>
              <a:t>, in the </a:t>
            </a:r>
            <a:r>
              <a:rPr lang="en-US" sz="2000" b="1" dirty="0"/>
              <a:t>Data group</a:t>
            </a:r>
            <a:r>
              <a:rPr lang="en-US" sz="2000" dirty="0"/>
              <a:t>, click the </a:t>
            </a:r>
            <a:r>
              <a:rPr lang="en-US" sz="2000" b="1" dirty="0"/>
              <a:t>Repeat Header Rows button</a:t>
            </a:r>
            <a:r>
              <a:rPr lang="en-US" sz="2000" dirty="0"/>
              <a:t>. Scroll down and view the headings on the second page.</a:t>
            </a:r>
          </a:p>
          <a:p>
            <a:r>
              <a:rPr lang="en-US" sz="2000" dirty="0"/>
              <a:t>Click anywhere in the table to deselect.</a:t>
            </a:r>
          </a:p>
          <a:p>
            <a:r>
              <a:rPr lang="en-US" sz="2000" dirty="0"/>
              <a:t>Position the insertion point anywhere inside the table. On the </a:t>
            </a:r>
            <a:r>
              <a:rPr lang="en-US" sz="2000" b="1" dirty="0"/>
              <a:t>Table Tools - Layout tab</a:t>
            </a:r>
            <a:r>
              <a:rPr lang="en-US" sz="2000" dirty="0"/>
              <a:t>, in the </a:t>
            </a:r>
            <a:r>
              <a:rPr lang="en-US" sz="2000" b="1" dirty="0"/>
              <a:t>Table group</a:t>
            </a:r>
            <a:r>
              <a:rPr lang="en-US" sz="2000" dirty="0"/>
              <a:t>, click the </a:t>
            </a:r>
            <a:r>
              <a:rPr lang="en-US" sz="2000" b="1" dirty="0"/>
              <a:t>Select button</a:t>
            </a:r>
            <a:r>
              <a:rPr lang="en-US" sz="2000" dirty="0"/>
              <a:t>, and then click </a:t>
            </a:r>
            <a:r>
              <a:rPr lang="en-US" sz="2000" b="1" dirty="0"/>
              <a:t>Select Table.</a:t>
            </a:r>
          </a:p>
          <a:p>
            <a:r>
              <a:rPr lang="en-US" sz="2000" dirty="0"/>
              <a:t>On the </a:t>
            </a:r>
            <a:r>
              <a:rPr lang="en-US" sz="2000" b="1" dirty="0"/>
              <a:t>Home tab</a:t>
            </a:r>
            <a:r>
              <a:rPr lang="en-US" sz="2000" dirty="0"/>
              <a:t>, change the font size to as long as the content extends to a new page, the headings will appear, regardless of the font size.</a:t>
            </a:r>
          </a:p>
          <a:p>
            <a:r>
              <a:rPr lang="en-US" sz="2000" b="1" dirty="0"/>
              <a:t>Take Note: </a:t>
            </a:r>
            <a:r>
              <a:rPr lang="en-US" sz="2000" dirty="0"/>
              <a:t>Repeating rows are only visible in </a:t>
            </a:r>
            <a:r>
              <a:rPr lang="en-US" sz="2000" b="1" dirty="0"/>
              <a:t>Print Layout view, Backstage view, or on a printed document</a:t>
            </a:r>
          </a:p>
        </p:txBody>
      </p:sp>
    </p:spTree>
    <p:extLst>
      <p:ext uri="{BB962C8B-B14F-4D97-AF65-F5344CB8AC3E}">
        <p14:creationId xmlns:p14="http://schemas.microsoft.com/office/powerpoint/2010/main" val="191636201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3FA052-8267-4416-8D40-22210BFAA087}"/>
              </a:ext>
            </a:extLst>
          </p:cNvPr>
          <p:cNvSpPr>
            <a:spLocks noGrp="1"/>
          </p:cNvSpPr>
          <p:nvPr>
            <p:ph type="title"/>
          </p:nvPr>
        </p:nvSpPr>
        <p:spPr>
          <a:xfrm>
            <a:off x="1626781" y="166910"/>
            <a:ext cx="9877831" cy="779868"/>
          </a:xfrm>
        </p:spPr>
        <p:txBody>
          <a:bodyPr>
            <a:normAutofit/>
          </a:bodyPr>
          <a:lstStyle/>
          <a:p>
            <a:r>
              <a:rPr lang="en-US" dirty="0"/>
              <a:t>MOVING TABLE TO NEW PAGE/DOCUMENT</a:t>
            </a:r>
          </a:p>
        </p:txBody>
      </p:sp>
      <p:sp>
        <p:nvSpPr>
          <p:cNvPr id="3" name="Content Placeholder 2">
            <a:extLst>
              <a:ext uri="{FF2B5EF4-FFF2-40B4-BE49-F238E27FC236}">
                <a16:creationId xmlns:a16="http://schemas.microsoft.com/office/drawing/2014/main" id="{BAA65BB1-FE2B-437B-957E-279AB538F114}"/>
              </a:ext>
            </a:extLst>
          </p:cNvPr>
          <p:cNvSpPr>
            <a:spLocks noGrp="1"/>
          </p:cNvSpPr>
          <p:nvPr>
            <p:ph idx="1"/>
          </p:nvPr>
        </p:nvSpPr>
        <p:spPr>
          <a:xfrm>
            <a:off x="1626781" y="946778"/>
            <a:ext cx="9877831" cy="4964444"/>
          </a:xfrm>
        </p:spPr>
        <p:txBody>
          <a:bodyPr>
            <a:normAutofit/>
          </a:bodyPr>
          <a:lstStyle/>
          <a:p>
            <a:pPr>
              <a:lnSpc>
                <a:spcPct val="150000"/>
              </a:lnSpc>
            </a:pPr>
            <a:r>
              <a:rPr lang="en-US" sz="2400" dirty="0"/>
              <a:t>You can </a:t>
            </a:r>
            <a:r>
              <a:rPr lang="en-US" sz="2400" b="1" dirty="0"/>
              <a:t>move</a:t>
            </a:r>
            <a:r>
              <a:rPr lang="en-US" sz="2400" dirty="0"/>
              <a:t> a table to a </a:t>
            </a:r>
            <a:r>
              <a:rPr lang="en-US" sz="2400" b="1" dirty="0"/>
              <a:t>new page </a:t>
            </a:r>
            <a:r>
              <a:rPr lang="en-US" sz="2400" dirty="0"/>
              <a:t>or a </a:t>
            </a:r>
            <a:r>
              <a:rPr lang="en-US" sz="2400" b="1" dirty="0"/>
              <a:t>new document </a:t>
            </a:r>
            <a:r>
              <a:rPr lang="en-US" sz="2400" dirty="0"/>
              <a:t>by clicking the </a:t>
            </a:r>
            <a:r>
              <a:rPr lang="en-US" sz="2400" b="1" dirty="0"/>
              <a:t>Move handle </a:t>
            </a:r>
            <a:r>
              <a:rPr lang="en-US" sz="2400" dirty="0"/>
              <a:t>to select the table and then using the </a:t>
            </a:r>
            <a:r>
              <a:rPr lang="en-US" sz="2400" b="1" dirty="0"/>
              <a:t>Cut</a:t>
            </a:r>
            <a:r>
              <a:rPr lang="en-US" sz="2400" dirty="0"/>
              <a:t> and </a:t>
            </a:r>
            <a:r>
              <a:rPr lang="en-US" sz="2400" b="1" dirty="0"/>
              <a:t>Paste</a:t>
            </a:r>
            <a:r>
              <a:rPr lang="en-US" sz="2400" dirty="0"/>
              <a:t> commands, or </a:t>
            </a:r>
            <a:r>
              <a:rPr lang="en-US" sz="2400" b="1" dirty="0"/>
              <a:t>dragging</a:t>
            </a:r>
            <a:r>
              <a:rPr lang="en-US" sz="2400" dirty="0"/>
              <a:t> it while it is selected and holding the left mouse button.</a:t>
            </a:r>
          </a:p>
          <a:p>
            <a:pPr>
              <a:lnSpc>
                <a:spcPct val="150000"/>
              </a:lnSpc>
            </a:pPr>
            <a:r>
              <a:rPr lang="en-US" sz="2400" dirty="0"/>
              <a:t>You can also use the </a:t>
            </a:r>
            <a:r>
              <a:rPr lang="en-US" sz="2400" b="1" dirty="0"/>
              <a:t>Copy command </a:t>
            </a:r>
            <a:r>
              <a:rPr lang="en-US" sz="2400" dirty="0"/>
              <a:t>to </a:t>
            </a:r>
            <a:r>
              <a:rPr lang="en-US" sz="2400" b="1" dirty="0"/>
              <a:t>leave a copy </a:t>
            </a:r>
            <a:r>
              <a:rPr lang="en-US" sz="2400" dirty="0"/>
              <a:t>of the table in the original location.</a:t>
            </a:r>
          </a:p>
        </p:txBody>
      </p:sp>
    </p:spTree>
    <p:extLst>
      <p:ext uri="{BB962C8B-B14F-4D97-AF65-F5344CB8AC3E}">
        <p14:creationId xmlns:p14="http://schemas.microsoft.com/office/powerpoint/2010/main" val="2605329141"/>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33F8E1-59F5-4EC1-B2E0-CEFE45F09E7F}"/>
              </a:ext>
            </a:extLst>
          </p:cNvPr>
          <p:cNvSpPr>
            <a:spLocks noGrp="1"/>
          </p:cNvSpPr>
          <p:nvPr>
            <p:ph type="title"/>
          </p:nvPr>
        </p:nvSpPr>
        <p:spPr>
          <a:xfrm>
            <a:off x="1605516" y="156277"/>
            <a:ext cx="9899096" cy="790501"/>
          </a:xfrm>
        </p:spPr>
        <p:txBody>
          <a:bodyPr/>
          <a:lstStyle/>
          <a:p>
            <a:r>
              <a:rPr lang="en-US" dirty="0"/>
              <a:t>MERGING CELLS</a:t>
            </a:r>
          </a:p>
        </p:txBody>
      </p:sp>
      <p:sp>
        <p:nvSpPr>
          <p:cNvPr id="3" name="Content Placeholder 2">
            <a:extLst>
              <a:ext uri="{FF2B5EF4-FFF2-40B4-BE49-F238E27FC236}">
                <a16:creationId xmlns:a16="http://schemas.microsoft.com/office/drawing/2014/main" id="{E5EF6D2C-A9C9-404E-A0B8-9A8C663AECBE}"/>
              </a:ext>
            </a:extLst>
          </p:cNvPr>
          <p:cNvSpPr>
            <a:spLocks noGrp="1"/>
          </p:cNvSpPr>
          <p:nvPr>
            <p:ph idx="1"/>
          </p:nvPr>
        </p:nvSpPr>
        <p:spPr>
          <a:xfrm>
            <a:off x="1605516" y="946778"/>
            <a:ext cx="9899096" cy="4964444"/>
          </a:xfrm>
        </p:spPr>
        <p:txBody>
          <a:bodyPr>
            <a:normAutofit/>
          </a:bodyPr>
          <a:lstStyle/>
          <a:p>
            <a:pPr>
              <a:lnSpc>
                <a:spcPct val="150000"/>
              </a:lnSpc>
            </a:pPr>
            <a:r>
              <a:rPr lang="en-US" sz="2400" dirty="0"/>
              <a:t>If you want to </a:t>
            </a:r>
            <a:r>
              <a:rPr lang="en-US" sz="2400" b="1" dirty="0"/>
              <a:t>create</a:t>
            </a:r>
            <a:r>
              <a:rPr lang="en-US" sz="2400" dirty="0"/>
              <a:t> a </a:t>
            </a:r>
            <a:r>
              <a:rPr lang="en-US" sz="2400" b="1" dirty="0"/>
              <a:t>table heading </a:t>
            </a:r>
            <a:r>
              <a:rPr lang="en-US" sz="2400" dirty="0"/>
              <a:t>which will span several columns, you can use the </a:t>
            </a:r>
            <a:r>
              <a:rPr lang="en-US" sz="2400" b="1" dirty="0"/>
              <a:t>Merge Cells feature </a:t>
            </a:r>
            <a:r>
              <a:rPr lang="en-US" sz="2400" dirty="0"/>
              <a:t>to combine the adjacent cells into a single cell. </a:t>
            </a:r>
          </a:p>
          <a:p>
            <a:pPr>
              <a:lnSpc>
                <a:spcPct val="150000"/>
              </a:lnSpc>
            </a:pPr>
            <a:r>
              <a:rPr lang="en-US" sz="2400" dirty="0"/>
              <a:t>To merge cells, </a:t>
            </a:r>
            <a:r>
              <a:rPr lang="en-US" sz="2400" b="1" dirty="0"/>
              <a:t>Select the cells </a:t>
            </a:r>
            <a:r>
              <a:rPr lang="en-US" sz="2400" dirty="0"/>
              <a:t>you want to merge then, </a:t>
            </a:r>
            <a:r>
              <a:rPr lang="en-US" sz="2400" b="1" dirty="0"/>
              <a:t>right-click</a:t>
            </a:r>
            <a:r>
              <a:rPr lang="en-US" sz="2400" dirty="0"/>
              <a:t> the mouse button on the selected cells, and choose </a:t>
            </a:r>
            <a:r>
              <a:rPr lang="en-US" sz="2400" b="1" dirty="0"/>
              <a:t>MERGE CELLS</a:t>
            </a:r>
            <a:r>
              <a:rPr lang="en-US" sz="2400" dirty="0"/>
              <a:t>. Or</a:t>
            </a:r>
          </a:p>
          <a:p>
            <a:pPr>
              <a:lnSpc>
                <a:spcPct val="150000"/>
              </a:lnSpc>
            </a:pPr>
            <a:r>
              <a:rPr lang="en-US" sz="2400" b="1" dirty="0"/>
              <a:t>Select the cells </a:t>
            </a:r>
            <a:r>
              <a:rPr lang="en-US" sz="2400" dirty="0"/>
              <a:t>you want to merge then go </a:t>
            </a:r>
            <a:r>
              <a:rPr kumimoji="0" lang="en-US" sz="2400" b="0" i="0" u="none" strike="noStrike" kern="1200" cap="none" spc="0" normalizeH="0" baseline="0" noProof="0" dirty="0">
                <a:ln>
                  <a:noFill/>
                </a:ln>
                <a:solidFill>
                  <a:prstClr val="black">
                    <a:lumMod val="75000"/>
                    <a:lumOff val="25000"/>
                  </a:prstClr>
                </a:solidFill>
                <a:effectLst/>
                <a:uLnTx/>
                <a:uFillTx/>
                <a:latin typeface="Century Gothic" panose="020B0502020202020204"/>
                <a:ea typeface="+mn-ea"/>
                <a:cs typeface="+mn-cs"/>
              </a:rPr>
              <a:t>the </a:t>
            </a:r>
            <a:r>
              <a:rPr kumimoji="0" lang="en-US" sz="2400" b="1" i="0" u="none" strike="noStrike" kern="1200" cap="none" spc="0" normalizeH="0" baseline="0" noProof="0" dirty="0">
                <a:ln>
                  <a:noFill/>
                </a:ln>
                <a:solidFill>
                  <a:prstClr val="black">
                    <a:lumMod val="75000"/>
                    <a:lumOff val="25000"/>
                  </a:prstClr>
                </a:solidFill>
                <a:effectLst/>
                <a:uLnTx/>
                <a:uFillTx/>
                <a:latin typeface="Century Gothic" panose="020B0502020202020204"/>
                <a:ea typeface="+mn-ea"/>
                <a:cs typeface="+mn-cs"/>
              </a:rPr>
              <a:t>Table Tools - Layout tab</a:t>
            </a:r>
            <a:r>
              <a:rPr kumimoji="0" lang="en-US" sz="2400" b="0" i="0" u="none" strike="noStrike" kern="1200" cap="none" spc="0" normalizeH="0" baseline="0" noProof="0" dirty="0">
                <a:ln>
                  <a:noFill/>
                </a:ln>
                <a:solidFill>
                  <a:prstClr val="black">
                    <a:lumMod val="75000"/>
                    <a:lumOff val="25000"/>
                  </a:prstClr>
                </a:solidFill>
                <a:effectLst/>
                <a:uLnTx/>
                <a:uFillTx/>
                <a:latin typeface="Century Gothic" panose="020B0502020202020204"/>
                <a:ea typeface="+mn-ea"/>
                <a:cs typeface="+mn-cs"/>
              </a:rPr>
              <a:t>, and select </a:t>
            </a:r>
            <a:r>
              <a:rPr kumimoji="0" lang="en-US" sz="2400" b="1" i="0" u="none" strike="noStrike" kern="1200" cap="none" spc="0" normalizeH="0" baseline="0" noProof="0" dirty="0">
                <a:ln>
                  <a:noFill/>
                </a:ln>
                <a:solidFill>
                  <a:prstClr val="black">
                    <a:lumMod val="75000"/>
                    <a:lumOff val="25000"/>
                  </a:prstClr>
                </a:solidFill>
                <a:effectLst/>
                <a:uLnTx/>
                <a:uFillTx/>
                <a:latin typeface="Century Gothic" panose="020B0502020202020204"/>
                <a:ea typeface="+mn-ea"/>
                <a:cs typeface="+mn-cs"/>
              </a:rPr>
              <a:t>Merge Cells </a:t>
            </a:r>
            <a:r>
              <a:rPr kumimoji="0" lang="en-US" sz="2400" b="0" i="0" u="none" strike="noStrike" kern="1200" cap="none" spc="0" normalizeH="0" baseline="0" noProof="0" dirty="0">
                <a:ln>
                  <a:noFill/>
                </a:ln>
                <a:solidFill>
                  <a:prstClr val="black">
                    <a:lumMod val="75000"/>
                    <a:lumOff val="25000"/>
                  </a:prstClr>
                </a:solidFill>
                <a:effectLst/>
                <a:uLnTx/>
                <a:uFillTx/>
                <a:latin typeface="Century Gothic" panose="020B0502020202020204"/>
                <a:ea typeface="+mn-ea"/>
                <a:cs typeface="+mn-cs"/>
              </a:rPr>
              <a:t>in the </a:t>
            </a:r>
            <a:r>
              <a:rPr kumimoji="0" lang="en-US" sz="2400" b="1" i="0" u="none" strike="noStrike" kern="1200" cap="none" spc="0" normalizeH="0" baseline="0" noProof="0" dirty="0">
                <a:ln>
                  <a:noFill/>
                </a:ln>
                <a:solidFill>
                  <a:prstClr val="black">
                    <a:lumMod val="75000"/>
                    <a:lumOff val="25000"/>
                  </a:prstClr>
                </a:solidFill>
                <a:effectLst/>
                <a:uLnTx/>
                <a:uFillTx/>
                <a:latin typeface="Century Gothic" panose="020B0502020202020204"/>
                <a:ea typeface="+mn-ea"/>
                <a:cs typeface="+mn-cs"/>
              </a:rPr>
              <a:t>Merge group</a:t>
            </a:r>
            <a:r>
              <a:rPr kumimoji="0" lang="en-US" sz="2400" b="0" i="0" u="none" strike="noStrike" kern="1200" cap="none" spc="0" normalizeH="0" baseline="0" noProof="0" dirty="0">
                <a:ln>
                  <a:noFill/>
                </a:ln>
                <a:solidFill>
                  <a:prstClr val="black">
                    <a:lumMod val="75000"/>
                    <a:lumOff val="25000"/>
                  </a:prstClr>
                </a:solidFill>
                <a:effectLst/>
                <a:uLnTx/>
                <a:uFillTx/>
                <a:latin typeface="Century Gothic" panose="020B0502020202020204"/>
                <a:ea typeface="+mn-ea"/>
                <a:cs typeface="+mn-cs"/>
              </a:rPr>
              <a:t>.</a:t>
            </a:r>
            <a:endParaRPr lang="en-US" sz="2400" dirty="0"/>
          </a:p>
        </p:txBody>
      </p:sp>
    </p:spTree>
    <p:extLst>
      <p:ext uri="{BB962C8B-B14F-4D97-AF65-F5344CB8AC3E}">
        <p14:creationId xmlns:p14="http://schemas.microsoft.com/office/powerpoint/2010/main" val="87561897"/>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FA4416-8692-44C4-A01C-7446274BA13D}"/>
              </a:ext>
            </a:extLst>
          </p:cNvPr>
          <p:cNvSpPr>
            <a:spLocks noGrp="1"/>
          </p:cNvSpPr>
          <p:nvPr>
            <p:ph type="title"/>
          </p:nvPr>
        </p:nvSpPr>
        <p:spPr>
          <a:xfrm>
            <a:off x="1637414" y="220073"/>
            <a:ext cx="9867198" cy="726705"/>
          </a:xfrm>
        </p:spPr>
        <p:txBody>
          <a:bodyPr>
            <a:normAutofit fontScale="90000"/>
          </a:bodyPr>
          <a:lstStyle/>
          <a:p>
            <a:r>
              <a:rPr lang="en-US" dirty="0"/>
              <a:t>FORMATTING A TABLE</a:t>
            </a:r>
            <a:br>
              <a:rPr lang="en-US" dirty="0"/>
            </a:br>
            <a:endParaRPr lang="en-US" dirty="0"/>
          </a:p>
        </p:txBody>
      </p:sp>
      <p:sp>
        <p:nvSpPr>
          <p:cNvPr id="3" name="Content Placeholder 2">
            <a:extLst>
              <a:ext uri="{FF2B5EF4-FFF2-40B4-BE49-F238E27FC236}">
                <a16:creationId xmlns:a16="http://schemas.microsoft.com/office/drawing/2014/main" id="{A5E9A9C1-C70B-4BCB-B36E-3AC375073DBA}"/>
              </a:ext>
            </a:extLst>
          </p:cNvPr>
          <p:cNvSpPr>
            <a:spLocks noGrp="1"/>
          </p:cNvSpPr>
          <p:nvPr>
            <p:ph idx="1"/>
          </p:nvPr>
        </p:nvSpPr>
        <p:spPr>
          <a:xfrm>
            <a:off x="1637414" y="946778"/>
            <a:ext cx="9867198" cy="4964444"/>
          </a:xfrm>
        </p:spPr>
        <p:txBody>
          <a:bodyPr>
            <a:noAutofit/>
          </a:bodyPr>
          <a:lstStyle/>
          <a:p>
            <a:pPr>
              <a:lnSpc>
                <a:spcPct val="150000"/>
              </a:lnSpc>
            </a:pPr>
            <a:r>
              <a:rPr lang="en-US" sz="2400" dirty="0"/>
              <a:t>Once you have inserted a table into a document, you can apply a </a:t>
            </a:r>
            <a:r>
              <a:rPr lang="en-US" sz="2400" b="1" dirty="0"/>
              <a:t>preformatted style </a:t>
            </a:r>
            <a:r>
              <a:rPr lang="en-US" sz="2400" dirty="0"/>
              <a:t>using the </a:t>
            </a:r>
            <a:r>
              <a:rPr lang="en-US" sz="2400" b="1" dirty="0"/>
              <a:t>Table Styles gallery</a:t>
            </a:r>
            <a:r>
              <a:rPr lang="en-US" sz="2400" dirty="0"/>
              <a:t>. </a:t>
            </a:r>
          </a:p>
          <a:p>
            <a:pPr lvl="1">
              <a:lnSpc>
                <a:spcPct val="150000"/>
              </a:lnSpc>
            </a:pPr>
            <a:r>
              <a:rPr lang="en-US" sz="2400" dirty="0"/>
              <a:t>These styles add a professional appearance to the tables in your documents. </a:t>
            </a:r>
          </a:p>
          <a:p>
            <a:pPr>
              <a:lnSpc>
                <a:spcPct val="150000"/>
              </a:lnSpc>
            </a:pPr>
            <a:r>
              <a:rPr lang="en-US" sz="2400" dirty="0"/>
              <a:t>In the </a:t>
            </a:r>
            <a:r>
              <a:rPr lang="en-US" sz="2400" b="1" dirty="0"/>
              <a:t>Table Tools - Design tab</a:t>
            </a:r>
            <a:r>
              <a:rPr lang="en-US" sz="2400" dirty="0"/>
              <a:t>, in the </a:t>
            </a:r>
            <a:r>
              <a:rPr lang="en-US" sz="2400" b="1" dirty="0"/>
              <a:t>Borders group</a:t>
            </a:r>
            <a:r>
              <a:rPr lang="en-US" sz="2400" dirty="0"/>
              <a:t>, you can manually format </a:t>
            </a:r>
            <a:r>
              <a:rPr lang="en-US" sz="2400" b="1" dirty="0"/>
              <a:t>a table’s borders</a:t>
            </a:r>
            <a:r>
              <a:rPr lang="en-US" sz="2400" dirty="0"/>
              <a:t>. </a:t>
            </a:r>
          </a:p>
          <a:p>
            <a:pPr>
              <a:lnSpc>
                <a:spcPct val="150000"/>
              </a:lnSpc>
            </a:pPr>
            <a:r>
              <a:rPr lang="en-US" sz="2400" dirty="0"/>
              <a:t>The Borders group enables you to draw and apply border styles to the table.</a:t>
            </a:r>
          </a:p>
        </p:txBody>
      </p:sp>
    </p:spTree>
    <p:extLst>
      <p:ext uri="{BB962C8B-B14F-4D97-AF65-F5344CB8AC3E}">
        <p14:creationId xmlns:p14="http://schemas.microsoft.com/office/powerpoint/2010/main" val="2553463892"/>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18033F-C933-4B20-B6F6-6B732A471CD9}"/>
              </a:ext>
            </a:extLst>
          </p:cNvPr>
          <p:cNvSpPr>
            <a:spLocks noGrp="1"/>
          </p:cNvSpPr>
          <p:nvPr>
            <p:ph type="title"/>
          </p:nvPr>
        </p:nvSpPr>
        <p:spPr>
          <a:xfrm>
            <a:off x="1616149" y="188175"/>
            <a:ext cx="9888463" cy="758603"/>
          </a:xfrm>
        </p:spPr>
        <p:txBody>
          <a:bodyPr/>
          <a:lstStyle/>
          <a:p>
            <a:r>
              <a:rPr lang="en-US" dirty="0"/>
              <a:t>CONTD…</a:t>
            </a:r>
          </a:p>
        </p:txBody>
      </p:sp>
      <p:sp>
        <p:nvSpPr>
          <p:cNvPr id="3" name="Content Placeholder 2">
            <a:extLst>
              <a:ext uri="{FF2B5EF4-FFF2-40B4-BE49-F238E27FC236}">
                <a16:creationId xmlns:a16="http://schemas.microsoft.com/office/drawing/2014/main" id="{CD67E3A6-A6A5-4571-AC6A-4122ACA75743}"/>
              </a:ext>
            </a:extLst>
          </p:cNvPr>
          <p:cNvSpPr>
            <a:spLocks noGrp="1"/>
          </p:cNvSpPr>
          <p:nvPr>
            <p:ph idx="1"/>
          </p:nvPr>
        </p:nvSpPr>
        <p:spPr>
          <a:xfrm>
            <a:off x="1616150" y="946778"/>
            <a:ext cx="9537404" cy="4847966"/>
          </a:xfrm>
        </p:spPr>
        <p:txBody>
          <a:bodyPr>
            <a:normAutofit fontScale="92500" lnSpcReduction="10000"/>
          </a:bodyPr>
          <a:lstStyle/>
          <a:p>
            <a:pPr marL="0" indent="0">
              <a:lnSpc>
                <a:spcPct val="150000"/>
              </a:lnSpc>
              <a:buNone/>
            </a:pPr>
            <a:r>
              <a:rPr lang="en-US" sz="2400" b="1" dirty="0"/>
              <a:t>Applying a Style to a Table</a:t>
            </a:r>
          </a:p>
          <a:p>
            <a:pPr>
              <a:lnSpc>
                <a:spcPct val="150000"/>
              </a:lnSpc>
            </a:pPr>
            <a:r>
              <a:rPr lang="en-US" sz="2400" dirty="0"/>
              <a:t>With </a:t>
            </a:r>
            <a:r>
              <a:rPr lang="en-US" sz="2400" b="1" dirty="0"/>
              <a:t>Table Styles</a:t>
            </a:r>
            <a:r>
              <a:rPr lang="en-US" sz="2400" dirty="0"/>
              <a:t>, it is easy to quickly change a table’s formatting. You can apply styles to tables  by </a:t>
            </a:r>
            <a:r>
              <a:rPr lang="en-US" sz="2400" b="1" dirty="0"/>
              <a:t>positioning</a:t>
            </a:r>
            <a:r>
              <a:rPr lang="en-US" sz="2400" dirty="0"/>
              <a:t> the  </a:t>
            </a:r>
            <a:r>
              <a:rPr lang="en-US" sz="2400" b="1" dirty="0"/>
              <a:t>insertion point </a:t>
            </a:r>
            <a:r>
              <a:rPr lang="en-US" sz="2400" dirty="0"/>
              <a:t>in a </a:t>
            </a:r>
            <a:r>
              <a:rPr lang="en-US" sz="2400" b="1" dirty="0"/>
              <a:t>table</a:t>
            </a:r>
            <a:r>
              <a:rPr lang="en-US" sz="2400" dirty="0"/>
              <a:t> and selecting </a:t>
            </a:r>
            <a:r>
              <a:rPr lang="en-US" sz="2400" b="1" dirty="0"/>
              <a:t>a style </a:t>
            </a:r>
            <a:r>
              <a:rPr lang="en-US" sz="2400" dirty="0"/>
              <a:t>from the </a:t>
            </a:r>
            <a:r>
              <a:rPr lang="en-US" sz="2400" b="1" dirty="0"/>
              <a:t>Table Styles gallery</a:t>
            </a:r>
            <a:r>
              <a:rPr lang="en-US" sz="2400" dirty="0"/>
              <a:t>. </a:t>
            </a:r>
          </a:p>
          <a:p>
            <a:pPr>
              <a:lnSpc>
                <a:spcPct val="150000"/>
              </a:lnSpc>
            </a:pPr>
            <a:r>
              <a:rPr lang="en-US" sz="2400" dirty="0"/>
              <a:t>You can </a:t>
            </a:r>
            <a:r>
              <a:rPr lang="en-US" sz="2400" b="1" dirty="0"/>
              <a:t>preview the style </a:t>
            </a:r>
            <a:r>
              <a:rPr lang="en-US" sz="2400" dirty="0"/>
              <a:t>before applying it and change the style as many times as needed. </a:t>
            </a:r>
          </a:p>
          <a:p>
            <a:pPr>
              <a:lnSpc>
                <a:spcPct val="150000"/>
              </a:lnSpc>
            </a:pPr>
            <a:r>
              <a:rPr lang="en-US" sz="2400" dirty="0"/>
              <a:t>You can </a:t>
            </a:r>
            <a:r>
              <a:rPr lang="en-US" sz="2400" b="1" dirty="0"/>
              <a:t>modify an existing </a:t>
            </a:r>
            <a:r>
              <a:rPr lang="en-US" sz="2400" dirty="0"/>
              <a:t>Table Style or </a:t>
            </a:r>
            <a:r>
              <a:rPr lang="en-US" sz="2400" b="1" dirty="0"/>
              <a:t>create a New </a:t>
            </a:r>
            <a:r>
              <a:rPr lang="en-US" sz="2400" dirty="0"/>
              <a:t>Table Style and </a:t>
            </a:r>
            <a:r>
              <a:rPr lang="en-US" sz="2400" b="1" dirty="0"/>
              <a:t>add it to the gallery</a:t>
            </a:r>
            <a:r>
              <a:rPr lang="en-US" sz="2400" dirty="0"/>
              <a:t>, and then </a:t>
            </a:r>
            <a:r>
              <a:rPr lang="en-US" sz="2400" b="1" dirty="0"/>
              <a:t>modify or delete it</a:t>
            </a:r>
            <a:r>
              <a:rPr lang="en-US" sz="2400" dirty="0"/>
              <a:t>, as appropriate. </a:t>
            </a:r>
          </a:p>
          <a:p>
            <a:endParaRPr lang="en-US" dirty="0"/>
          </a:p>
        </p:txBody>
      </p:sp>
    </p:spTree>
    <p:extLst>
      <p:ext uri="{BB962C8B-B14F-4D97-AF65-F5344CB8AC3E}">
        <p14:creationId xmlns:p14="http://schemas.microsoft.com/office/powerpoint/2010/main" val="2678704894"/>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49553A-068E-4DCB-9B08-09D5FB485D87}"/>
              </a:ext>
            </a:extLst>
          </p:cNvPr>
          <p:cNvSpPr>
            <a:spLocks noGrp="1"/>
          </p:cNvSpPr>
          <p:nvPr>
            <p:ph type="title"/>
          </p:nvPr>
        </p:nvSpPr>
        <p:spPr>
          <a:xfrm>
            <a:off x="1626781" y="188176"/>
            <a:ext cx="9877831" cy="896345"/>
          </a:xfrm>
        </p:spPr>
        <p:txBody>
          <a:bodyPr>
            <a:normAutofit fontScale="90000"/>
          </a:bodyPr>
          <a:lstStyle/>
          <a:p>
            <a:r>
              <a:rPr lang="en-US" dirty="0"/>
              <a:t>CONTD…</a:t>
            </a:r>
            <a:br>
              <a:rPr lang="en-US" dirty="0"/>
            </a:br>
            <a:endParaRPr lang="en-US" dirty="0"/>
          </a:p>
        </p:txBody>
      </p:sp>
      <p:sp>
        <p:nvSpPr>
          <p:cNvPr id="3" name="Content Placeholder 2">
            <a:extLst>
              <a:ext uri="{FF2B5EF4-FFF2-40B4-BE49-F238E27FC236}">
                <a16:creationId xmlns:a16="http://schemas.microsoft.com/office/drawing/2014/main" id="{B7F124C4-A47B-4037-BDB3-F66AFAE6E13C}"/>
              </a:ext>
            </a:extLst>
          </p:cNvPr>
          <p:cNvSpPr>
            <a:spLocks noGrp="1"/>
          </p:cNvSpPr>
          <p:nvPr>
            <p:ph idx="1"/>
          </p:nvPr>
        </p:nvSpPr>
        <p:spPr>
          <a:xfrm>
            <a:off x="1626782" y="1084521"/>
            <a:ext cx="9473610" cy="4826701"/>
          </a:xfrm>
        </p:spPr>
        <p:txBody>
          <a:bodyPr>
            <a:normAutofit/>
          </a:bodyPr>
          <a:lstStyle/>
          <a:p>
            <a:pPr marL="0" indent="0">
              <a:lnSpc>
                <a:spcPct val="150000"/>
              </a:lnSpc>
              <a:buNone/>
            </a:pPr>
            <a:r>
              <a:rPr lang="en-US" sz="2400" b="1" dirty="0"/>
              <a:t>Apply a Style to a Table</a:t>
            </a:r>
            <a:endParaRPr lang="en-US" sz="2400" dirty="0"/>
          </a:p>
          <a:p>
            <a:pPr>
              <a:lnSpc>
                <a:spcPct val="150000"/>
              </a:lnSpc>
            </a:pPr>
            <a:r>
              <a:rPr lang="en-US" sz="2400" dirty="0"/>
              <a:t>Position the insertion point anywhere in the table.</a:t>
            </a:r>
          </a:p>
          <a:p>
            <a:pPr>
              <a:lnSpc>
                <a:spcPct val="150000"/>
              </a:lnSpc>
            </a:pPr>
            <a:r>
              <a:rPr lang="en-US" sz="2400" dirty="0"/>
              <a:t>On the </a:t>
            </a:r>
            <a:r>
              <a:rPr lang="en-US" sz="2400" b="1" dirty="0"/>
              <a:t>Table Tools - Design tab, </a:t>
            </a:r>
            <a:r>
              <a:rPr lang="en-US" sz="2400" dirty="0"/>
              <a:t>in the </a:t>
            </a:r>
            <a:r>
              <a:rPr lang="en-US" sz="2400" b="1" dirty="0"/>
              <a:t>Table Styles group</a:t>
            </a:r>
            <a:r>
              <a:rPr lang="en-US" sz="2400" dirty="0"/>
              <a:t>, click the </a:t>
            </a:r>
            <a:r>
              <a:rPr lang="en-US" sz="2400" b="1" dirty="0"/>
              <a:t>More button </a:t>
            </a:r>
            <a:r>
              <a:rPr lang="en-US" sz="2400" dirty="0"/>
              <a:t>to view  a gallery of Table Styles. There are three options available: </a:t>
            </a:r>
            <a:r>
              <a:rPr lang="en-US" sz="2400" b="1" dirty="0"/>
              <a:t>Plain Tables, Grid Tables, and List Tables.</a:t>
            </a:r>
          </a:p>
          <a:p>
            <a:pPr>
              <a:lnSpc>
                <a:spcPct val="150000"/>
              </a:lnSpc>
            </a:pPr>
            <a:r>
              <a:rPr lang="en-US" sz="2400" dirty="0"/>
              <a:t>Scroll down to the third row under the </a:t>
            </a:r>
            <a:r>
              <a:rPr lang="en-US" sz="2400" b="1" dirty="0"/>
              <a:t>Grid Tables </a:t>
            </a:r>
            <a:r>
              <a:rPr lang="en-US" sz="2400" dirty="0"/>
              <a:t>and select the </a:t>
            </a:r>
            <a:r>
              <a:rPr lang="en-US" sz="2400" b="1" dirty="0"/>
              <a:t>Grid Table 4 Accent 2 style</a:t>
            </a:r>
            <a:r>
              <a:rPr lang="en-US" sz="2400" dirty="0"/>
              <a:t>.</a:t>
            </a:r>
          </a:p>
        </p:txBody>
      </p:sp>
    </p:spTree>
    <p:extLst>
      <p:ext uri="{BB962C8B-B14F-4D97-AF65-F5344CB8AC3E}">
        <p14:creationId xmlns:p14="http://schemas.microsoft.com/office/powerpoint/2010/main" val="2999997809"/>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EF950BB-D0A8-42C4-BE48-53AB3332B40E}"/>
              </a:ext>
            </a:extLst>
          </p:cNvPr>
          <p:cNvSpPr>
            <a:spLocks noGrp="1"/>
          </p:cNvSpPr>
          <p:nvPr>
            <p:ph type="title"/>
          </p:nvPr>
        </p:nvSpPr>
        <p:spPr>
          <a:xfrm>
            <a:off x="1636443" y="251970"/>
            <a:ext cx="8911687" cy="885714"/>
          </a:xfrm>
        </p:spPr>
        <p:txBody>
          <a:bodyPr>
            <a:normAutofit/>
          </a:bodyPr>
          <a:lstStyle/>
          <a:p>
            <a:r>
              <a:rPr lang="en-US" dirty="0"/>
              <a:t>CONTD…</a:t>
            </a:r>
          </a:p>
        </p:txBody>
      </p:sp>
      <p:sp>
        <p:nvSpPr>
          <p:cNvPr id="3" name="Content Placeholder 2">
            <a:extLst>
              <a:ext uri="{FF2B5EF4-FFF2-40B4-BE49-F238E27FC236}">
                <a16:creationId xmlns:a16="http://schemas.microsoft.com/office/drawing/2014/main" id="{FD0F8183-21A4-4AC1-81AC-ECF7EE5E925F}"/>
              </a:ext>
            </a:extLst>
          </p:cNvPr>
          <p:cNvSpPr>
            <a:spLocks noGrp="1"/>
          </p:cNvSpPr>
          <p:nvPr>
            <p:ph idx="1"/>
          </p:nvPr>
        </p:nvSpPr>
        <p:spPr>
          <a:xfrm>
            <a:off x="1636444" y="1137684"/>
            <a:ext cx="9644700" cy="4773538"/>
          </a:xfrm>
        </p:spPr>
        <p:txBody>
          <a:bodyPr>
            <a:normAutofit fontScale="92500"/>
          </a:bodyPr>
          <a:lstStyle/>
          <a:p>
            <a:pPr marL="0" marR="0" lvl="0" indent="0" algn="l" defTabSz="457200" rtl="0" eaLnBrk="1" fontAlgn="auto" latinLnBrk="0" hangingPunct="1">
              <a:lnSpc>
                <a:spcPct val="150000"/>
              </a:lnSpc>
              <a:spcBef>
                <a:spcPts val="1000"/>
              </a:spcBef>
              <a:spcAft>
                <a:spcPts val="0"/>
              </a:spcAft>
              <a:buClr>
                <a:srgbClr val="A53010"/>
              </a:buClr>
              <a:buSzTx/>
              <a:buFont typeface="Wingdings 3" charset="2"/>
              <a:buNone/>
              <a:tabLst/>
              <a:defRPr/>
            </a:pPr>
            <a:r>
              <a:rPr kumimoji="0" lang="en-US" sz="2400" b="1" i="0" u="none" strike="noStrike" kern="1200" cap="none" spc="0" normalizeH="0" baseline="0" noProof="0" dirty="0">
                <a:ln>
                  <a:noFill/>
                </a:ln>
                <a:solidFill>
                  <a:prstClr val="black">
                    <a:lumMod val="75000"/>
                    <a:lumOff val="25000"/>
                  </a:prstClr>
                </a:solidFill>
                <a:effectLst/>
                <a:uLnTx/>
                <a:uFillTx/>
                <a:latin typeface="Century Gothic" panose="020B0502020202020204"/>
                <a:ea typeface="+mn-ea"/>
                <a:cs typeface="+mn-cs"/>
              </a:rPr>
              <a:t>Changes to Table Styles</a:t>
            </a:r>
          </a:p>
          <a:p>
            <a:pPr marL="342900" marR="0" lvl="0" indent="-342900" algn="l" defTabSz="457200" rtl="0" eaLnBrk="1" fontAlgn="auto" latinLnBrk="0" hangingPunct="1">
              <a:lnSpc>
                <a:spcPct val="150000"/>
              </a:lnSpc>
              <a:spcBef>
                <a:spcPts val="1000"/>
              </a:spcBef>
              <a:spcAft>
                <a:spcPts val="0"/>
              </a:spcAft>
              <a:buClr>
                <a:srgbClr val="A53010"/>
              </a:buClr>
              <a:buSzTx/>
              <a:buFont typeface="Wingdings 3" charset="2"/>
              <a:buChar char=""/>
              <a:tabLst/>
              <a:defRPr/>
            </a:pPr>
            <a:r>
              <a:rPr kumimoji="0" lang="en-US" sz="2400" b="0" i="0" u="none" strike="noStrike" kern="1200" cap="none" spc="0" normalizeH="0" baseline="0" noProof="0" dirty="0">
                <a:ln>
                  <a:noFill/>
                </a:ln>
                <a:solidFill>
                  <a:prstClr val="black">
                    <a:lumMod val="75000"/>
                    <a:lumOff val="25000"/>
                  </a:prstClr>
                </a:solidFill>
                <a:effectLst/>
                <a:uLnTx/>
                <a:uFillTx/>
                <a:latin typeface="Century Gothic" panose="020B0502020202020204"/>
                <a:ea typeface="+mn-ea"/>
                <a:cs typeface="+mn-cs"/>
              </a:rPr>
              <a:t>You can apply changes to a table style in an existing document or as a new document based on a template. </a:t>
            </a:r>
          </a:p>
          <a:p>
            <a:pPr marL="342900" marR="0" lvl="0" indent="-342900" algn="l" defTabSz="457200" rtl="0" eaLnBrk="1" fontAlgn="auto" latinLnBrk="0" hangingPunct="1">
              <a:lnSpc>
                <a:spcPct val="150000"/>
              </a:lnSpc>
              <a:spcBef>
                <a:spcPts val="1000"/>
              </a:spcBef>
              <a:spcAft>
                <a:spcPts val="0"/>
              </a:spcAft>
              <a:buClr>
                <a:srgbClr val="A53010"/>
              </a:buClr>
              <a:buSzTx/>
              <a:buFont typeface="Wingdings 3" charset="2"/>
              <a:buChar char=""/>
              <a:tabLst/>
              <a:defRPr/>
            </a:pPr>
            <a:r>
              <a:rPr kumimoji="0" lang="en-US" sz="2400" b="0" i="0" u="none" strike="noStrike" kern="1200" cap="none" spc="0" normalizeH="0" baseline="0" noProof="0" dirty="0">
                <a:ln>
                  <a:noFill/>
                </a:ln>
                <a:solidFill>
                  <a:prstClr val="black">
                    <a:lumMod val="75000"/>
                    <a:lumOff val="25000"/>
                  </a:prstClr>
                </a:solidFill>
                <a:effectLst/>
                <a:uLnTx/>
                <a:uFillTx/>
                <a:latin typeface="Century Gothic" panose="020B0502020202020204"/>
                <a:ea typeface="+mn-ea"/>
                <a:cs typeface="+mn-cs"/>
              </a:rPr>
              <a:t>You can apply the changes to the whole table or specifically to one of the Table Styles options such as in the banded rows or columns. </a:t>
            </a:r>
          </a:p>
          <a:p>
            <a:pPr marL="342900" marR="0" lvl="0" indent="-342900" algn="l" defTabSz="457200" rtl="0" eaLnBrk="1" fontAlgn="auto" latinLnBrk="0" hangingPunct="1">
              <a:lnSpc>
                <a:spcPct val="150000"/>
              </a:lnSpc>
              <a:spcBef>
                <a:spcPts val="1000"/>
              </a:spcBef>
              <a:spcAft>
                <a:spcPts val="0"/>
              </a:spcAft>
              <a:buClr>
                <a:srgbClr val="A53010"/>
              </a:buClr>
              <a:buSzTx/>
              <a:buFont typeface="Wingdings 3" charset="2"/>
              <a:buChar char=""/>
              <a:tabLst/>
              <a:defRPr/>
            </a:pPr>
            <a:r>
              <a:rPr kumimoji="0" lang="en-US" sz="2400" b="0" i="0" u="none" strike="noStrike" kern="1200" cap="none" spc="0" normalizeH="0" baseline="0" noProof="0" dirty="0">
                <a:ln>
                  <a:noFill/>
                </a:ln>
                <a:solidFill>
                  <a:prstClr val="black">
                    <a:lumMod val="75000"/>
                    <a:lumOff val="25000"/>
                  </a:prstClr>
                </a:solidFill>
                <a:effectLst/>
                <a:uLnTx/>
                <a:uFillTx/>
                <a:latin typeface="Century Gothic" panose="020B0502020202020204"/>
                <a:ea typeface="+mn-ea"/>
                <a:cs typeface="+mn-cs"/>
              </a:rPr>
              <a:t>You can apply formatting changes to the </a:t>
            </a:r>
            <a:r>
              <a:rPr kumimoji="0" lang="en-US" sz="2400" b="1" i="0" u="none" strike="noStrike" kern="1200" cap="none" spc="0" normalizeH="0" baseline="0" noProof="0" dirty="0">
                <a:ln>
                  <a:noFill/>
                </a:ln>
                <a:solidFill>
                  <a:prstClr val="black">
                    <a:lumMod val="75000"/>
                    <a:lumOff val="25000"/>
                  </a:prstClr>
                </a:solidFill>
                <a:effectLst/>
                <a:uLnTx/>
                <a:uFillTx/>
                <a:latin typeface="Century Gothic" panose="020B0502020202020204"/>
                <a:ea typeface="+mn-ea"/>
                <a:cs typeface="+mn-cs"/>
              </a:rPr>
              <a:t>table properties, borders/shading, banding, font, paragraphs, tabs, and text effects. </a:t>
            </a:r>
            <a:endParaRPr kumimoji="0" lang="en-US" sz="2400" b="0" i="0" u="none" strike="noStrike" kern="1200" cap="none" spc="0" normalizeH="0" baseline="0" noProof="0" dirty="0">
              <a:ln>
                <a:noFill/>
              </a:ln>
              <a:solidFill>
                <a:prstClr val="black">
                  <a:lumMod val="75000"/>
                  <a:lumOff val="25000"/>
                </a:prstClr>
              </a:solidFill>
              <a:effectLst/>
              <a:uLnTx/>
              <a:uFillTx/>
              <a:latin typeface="Century Gothic" panose="020B0502020202020204"/>
              <a:ea typeface="+mn-ea"/>
              <a:cs typeface="+mn-cs"/>
            </a:endParaRPr>
          </a:p>
          <a:p>
            <a:endParaRPr lang="en-US" dirty="0"/>
          </a:p>
        </p:txBody>
      </p:sp>
    </p:spTree>
    <p:extLst>
      <p:ext uri="{BB962C8B-B14F-4D97-AF65-F5344CB8AC3E}">
        <p14:creationId xmlns:p14="http://schemas.microsoft.com/office/powerpoint/2010/main" val="543703354"/>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1B7805-16F3-419A-BE3A-F0FD2EE56B9B}"/>
              </a:ext>
            </a:extLst>
          </p:cNvPr>
          <p:cNvSpPr>
            <a:spLocks noGrp="1"/>
          </p:cNvSpPr>
          <p:nvPr>
            <p:ph type="title"/>
          </p:nvPr>
        </p:nvSpPr>
        <p:spPr>
          <a:xfrm>
            <a:off x="1637414" y="188175"/>
            <a:ext cx="9867198" cy="758603"/>
          </a:xfrm>
        </p:spPr>
        <p:txBody>
          <a:bodyPr>
            <a:normAutofit fontScale="90000"/>
          </a:bodyPr>
          <a:lstStyle/>
          <a:p>
            <a:r>
              <a:rPr lang="en-US" dirty="0"/>
              <a:t>CONTD…</a:t>
            </a:r>
            <a:br>
              <a:rPr lang="en-US" dirty="0"/>
            </a:br>
            <a:endParaRPr lang="en-US" dirty="0"/>
          </a:p>
        </p:txBody>
      </p:sp>
      <p:sp>
        <p:nvSpPr>
          <p:cNvPr id="3" name="Content Placeholder 2">
            <a:extLst>
              <a:ext uri="{FF2B5EF4-FFF2-40B4-BE49-F238E27FC236}">
                <a16:creationId xmlns:a16="http://schemas.microsoft.com/office/drawing/2014/main" id="{EC208279-45B4-4719-BE69-B79CD3E72FA7}"/>
              </a:ext>
            </a:extLst>
          </p:cNvPr>
          <p:cNvSpPr>
            <a:spLocks noGrp="1"/>
          </p:cNvSpPr>
          <p:nvPr>
            <p:ph idx="1"/>
          </p:nvPr>
        </p:nvSpPr>
        <p:spPr>
          <a:xfrm>
            <a:off x="1637414" y="946778"/>
            <a:ext cx="9569302" cy="4964444"/>
          </a:xfrm>
        </p:spPr>
        <p:txBody>
          <a:bodyPr>
            <a:normAutofit fontScale="92500" lnSpcReduction="20000"/>
          </a:bodyPr>
          <a:lstStyle/>
          <a:p>
            <a:pPr marL="0" indent="0">
              <a:lnSpc>
                <a:spcPct val="160000"/>
              </a:lnSpc>
              <a:buNone/>
            </a:pPr>
            <a:r>
              <a:rPr lang="en-US" sz="2400" b="1" dirty="0"/>
              <a:t>Modify the Table Styles</a:t>
            </a:r>
            <a:endParaRPr lang="en-US" sz="2400" dirty="0"/>
          </a:p>
          <a:p>
            <a:pPr>
              <a:lnSpc>
                <a:spcPct val="160000"/>
              </a:lnSpc>
            </a:pPr>
            <a:r>
              <a:rPr lang="en-US" sz="2400" dirty="0"/>
              <a:t>Make sure that the insertion point is still in the table. If you click outside the table, the Design and Layout tabs will not be available.</a:t>
            </a:r>
          </a:p>
          <a:p>
            <a:pPr>
              <a:lnSpc>
                <a:spcPct val="160000"/>
              </a:lnSpc>
            </a:pPr>
            <a:r>
              <a:rPr lang="en-US" sz="2400" dirty="0"/>
              <a:t>On the </a:t>
            </a:r>
            <a:r>
              <a:rPr lang="en-US" sz="2400" b="1" dirty="0"/>
              <a:t>Table Tools - Design tab</a:t>
            </a:r>
            <a:r>
              <a:rPr lang="en-US" sz="2400" dirty="0"/>
              <a:t>, in the </a:t>
            </a:r>
            <a:r>
              <a:rPr lang="en-US" sz="2400" b="1" dirty="0"/>
              <a:t>Table Styles group</a:t>
            </a:r>
            <a:r>
              <a:rPr lang="en-US" sz="2400" dirty="0"/>
              <a:t>, click the </a:t>
            </a:r>
            <a:r>
              <a:rPr lang="en-US" sz="2400" b="1" dirty="0"/>
              <a:t>More button</a:t>
            </a:r>
            <a:r>
              <a:rPr lang="en-US" sz="2400" dirty="0"/>
              <a:t>.</a:t>
            </a:r>
          </a:p>
          <a:p>
            <a:pPr>
              <a:lnSpc>
                <a:spcPct val="160000"/>
              </a:lnSpc>
            </a:pPr>
            <a:r>
              <a:rPr lang="en-US" sz="2400" dirty="0"/>
              <a:t>Click </a:t>
            </a:r>
            <a:r>
              <a:rPr lang="en-US" sz="2400" b="1" dirty="0"/>
              <a:t>Modify Table Style </a:t>
            </a:r>
            <a:r>
              <a:rPr lang="en-US" sz="2400" dirty="0"/>
              <a:t>to open </a:t>
            </a:r>
            <a:r>
              <a:rPr lang="en-US" sz="2400" b="1" dirty="0"/>
              <a:t>the Modify Style dialog box</a:t>
            </a:r>
            <a:r>
              <a:rPr lang="en-US" sz="2400" dirty="0"/>
              <a:t>. Notice that in the </a:t>
            </a:r>
            <a:r>
              <a:rPr lang="en-US" sz="2400" b="1" dirty="0"/>
              <a:t>Name box</a:t>
            </a:r>
            <a:r>
              <a:rPr lang="en-US" sz="2400" dirty="0"/>
              <a:t>, Grid Table 4 – Accent 2 is applied from a previous exercise.</a:t>
            </a:r>
          </a:p>
          <a:p>
            <a:pPr marL="0" indent="0">
              <a:buNone/>
            </a:pPr>
            <a:endParaRPr lang="en-US" dirty="0"/>
          </a:p>
          <a:p>
            <a:endParaRPr lang="en-US" dirty="0"/>
          </a:p>
        </p:txBody>
      </p:sp>
    </p:spTree>
    <p:extLst>
      <p:ext uri="{BB962C8B-B14F-4D97-AF65-F5344CB8AC3E}">
        <p14:creationId xmlns:p14="http://schemas.microsoft.com/office/powerpoint/2010/main" val="784552294"/>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1B7805-16F3-419A-BE3A-F0FD2EE56B9B}"/>
              </a:ext>
            </a:extLst>
          </p:cNvPr>
          <p:cNvSpPr>
            <a:spLocks noGrp="1"/>
          </p:cNvSpPr>
          <p:nvPr>
            <p:ph type="title"/>
          </p:nvPr>
        </p:nvSpPr>
        <p:spPr>
          <a:xfrm>
            <a:off x="1637414" y="188175"/>
            <a:ext cx="9867198" cy="758603"/>
          </a:xfrm>
        </p:spPr>
        <p:txBody>
          <a:bodyPr>
            <a:normAutofit fontScale="90000"/>
          </a:bodyPr>
          <a:lstStyle/>
          <a:p>
            <a:r>
              <a:rPr lang="en-US" dirty="0"/>
              <a:t>CONTD…</a:t>
            </a:r>
            <a:br>
              <a:rPr lang="en-US" dirty="0"/>
            </a:br>
            <a:endParaRPr lang="en-US" dirty="0"/>
          </a:p>
        </p:txBody>
      </p:sp>
      <p:sp>
        <p:nvSpPr>
          <p:cNvPr id="3" name="Content Placeholder 2">
            <a:extLst>
              <a:ext uri="{FF2B5EF4-FFF2-40B4-BE49-F238E27FC236}">
                <a16:creationId xmlns:a16="http://schemas.microsoft.com/office/drawing/2014/main" id="{EC208279-45B4-4719-BE69-B79CD3E72FA7}"/>
              </a:ext>
            </a:extLst>
          </p:cNvPr>
          <p:cNvSpPr>
            <a:spLocks noGrp="1"/>
          </p:cNvSpPr>
          <p:nvPr>
            <p:ph idx="1"/>
          </p:nvPr>
        </p:nvSpPr>
        <p:spPr>
          <a:xfrm>
            <a:off x="1637414" y="946778"/>
            <a:ext cx="9569302" cy="4964444"/>
          </a:xfrm>
        </p:spPr>
        <p:txBody>
          <a:bodyPr>
            <a:normAutofit/>
          </a:bodyPr>
          <a:lstStyle/>
          <a:p>
            <a:pPr>
              <a:lnSpc>
                <a:spcPct val="150000"/>
              </a:lnSpc>
            </a:pPr>
            <a:r>
              <a:rPr lang="en-US" sz="2400" dirty="0"/>
              <a:t>In the </a:t>
            </a:r>
            <a:r>
              <a:rPr lang="en-US" sz="2400" b="1" dirty="0"/>
              <a:t>Apply formatting to box</a:t>
            </a:r>
            <a:r>
              <a:rPr lang="en-US" sz="2400" dirty="0"/>
              <a:t>, click the </a:t>
            </a:r>
            <a:r>
              <a:rPr lang="en-US" sz="2400" b="1" dirty="0"/>
              <a:t>drop-down arrow </a:t>
            </a:r>
            <a:r>
              <a:rPr lang="en-US" sz="2400" dirty="0"/>
              <a:t>and </a:t>
            </a:r>
            <a:r>
              <a:rPr lang="en-US" sz="2400" b="1" dirty="0"/>
              <a:t>select Last column</a:t>
            </a:r>
            <a:r>
              <a:rPr lang="en-US" sz="2400" dirty="0"/>
              <a:t>. This only applies the changes to the last column.</a:t>
            </a:r>
          </a:p>
          <a:p>
            <a:pPr>
              <a:lnSpc>
                <a:spcPct val="150000"/>
              </a:lnSpc>
            </a:pPr>
            <a:r>
              <a:rPr lang="en-US" sz="2400" dirty="0"/>
              <a:t>Click the </a:t>
            </a:r>
            <a:r>
              <a:rPr lang="en-US" sz="2400" b="1" dirty="0"/>
              <a:t>Format button </a:t>
            </a:r>
            <a:r>
              <a:rPr lang="en-US" sz="2400" dirty="0"/>
              <a:t>in the </a:t>
            </a:r>
            <a:r>
              <a:rPr lang="en-US" sz="2400" b="1" dirty="0"/>
              <a:t>Modify Styles dialog box </a:t>
            </a:r>
            <a:r>
              <a:rPr lang="en-US" sz="2400" dirty="0"/>
              <a:t>and select </a:t>
            </a:r>
            <a:r>
              <a:rPr lang="en-US" sz="2400" b="1" dirty="0"/>
              <a:t>Font</a:t>
            </a:r>
            <a:r>
              <a:rPr lang="en-US" sz="2400" dirty="0"/>
              <a:t> to open the </a:t>
            </a:r>
            <a:r>
              <a:rPr lang="en-US" sz="2400" b="1" dirty="0"/>
              <a:t>Font dialog box</a:t>
            </a:r>
            <a:r>
              <a:rPr lang="en-US" sz="2400" dirty="0"/>
              <a:t>. </a:t>
            </a:r>
          </a:p>
          <a:p>
            <a:pPr lvl="1">
              <a:lnSpc>
                <a:spcPct val="150000"/>
              </a:lnSpc>
            </a:pPr>
            <a:r>
              <a:rPr lang="en-US" sz="2400" dirty="0"/>
              <a:t>The Format button displays the menu of available options. Each menu opens its own dialog box.</a:t>
            </a:r>
          </a:p>
          <a:p>
            <a:pPr marL="0" indent="0">
              <a:buNone/>
            </a:pPr>
            <a:endParaRPr lang="en-US" dirty="0"/>
          </a:p>
          <a:p>
            <a:endParaRPr lang="en-US" dirty="0"/>
          </a:p>
        </p:txBody>
      </p:sp>
    </p:spTree>
    <p:extLst>
      <p:ext uri="{BB962C8B-B14F-4D97-AF65-F5344CB8AC3E}">
        <p14:creationId xmlns:p14="http://schemas.microsoft.com/office/powerpoint/2010/main" val="2615223011"/>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2D4CC4-2E69-4393-B1CA-5E901360BC52}"/>
              </a:ext>
            </a:extLst>
          </p:cNvPr>
          <p:cNvSpPr>
            <a:spLocks noGrp="1"/>
          </p:cNvSpPr>
          <p:nvPr>
            <p:ph type="title"/>
          </p:nvPr>
        </p:nvSpPr>
        <p:spPr>
          <a:xfrm>
            <a:off x="1499192" y="166910"/>
            <a:ext cx="9867198" cy="673062"/>
          </a:xfrm>
        </p:spPr>
        <p:txBody>
          <a:bodyPr/>
          <a:lstStyle/>
          <a:p>
            <a:r>
              <a:rPr lang="en-US" sz="3200" dirty="0">
                <a:solidFill>
                  <a:prstClr val="black">
                    <a:lumMod val="85000"/>
                    <a:lumOff val="15000"/>
                  </a:prstClr>
                </a:solidFill>
                <a:latin typeface="Century Gothic" panose="020B0502020202020204"/>
              </a:rPr>
              <a:t>CONTD…</a:t>
            </a:r>
            <a:endParaRPr lang="en-US" dirty="0"/>
          </a:p>
        </p:txBody>
      </p:sp>
      <p:sp>
        <p:nvSpPr>
          <p:cNvPr id="3" name="Content Placeholder 2">
            <a:extLst>
              <a:ext uri="{FF2B5EF4-FFF2-40B4-BE49-F238E27FC236}">
                <a16:creationId xmlns:a16="http://schemas.microsoft.com/office/drawing/2014/main" id="{5E093146-A576-4CEC-A2AC-4F735D168DC8}"/>
              </a:ext>
            </a:extLst>
          </p:cNvPr>
          <p:cNvSpPr>
            <a:spLocks noGrp="1"/>
          </p:cNvSpPr>
          <p:nvPr>
            <p:ph idx="1"/>
          </p:nvPr>
        </p:nvSpPr>
        <p:spPr>
          <a:xfrm>
            <a:off x="1499192" y="839972"/>
            <a:ext cx="10005420" cy="5071250"/>
          </a:xfrm>
        </p:spPr>
        <p:txBody>
          <a:bodyPr>
            <a:normAutofit fontScale="92500" lnSpcReduction="20000"/>
          </a:bodyPr>
          <a:lstStyle/>
          <a:p>
            <a:pPr>
              <a:lnSpc>
                <a:spcPct val="150000"/>
              </a:lnSpc>
            </a:pPr>
            <a:r>
              <a:rPr lang="en-US" sz="2400" dirty="0"/>
              <a:t>With the </a:t>
            </a:r>
            <a:r>
              <a:rPr lang="en-US" sz="2400" b="1" dirty="0"/>
              <a:t>Font dialog box </a:t>
            </a:r>
            <a:r>
              <a:rPr lang="en-US" sz="2400" dirty="0"/>
              <a:t>open, type </a:t>
            </a:r>
            <a:r>
              <a:rPr lang="en-US" sz="2400" b="1" dirty="0"/>
              <a:t>Garamond</a:t>
            </a:r>
            <a:r>
              <a:rPr lang="en-US" sz="2400" dirty="0"/>
              <a:t> in the font box. Notice that when you type the first three characters, Word displays available fonts. </a:t>
            </a:r>
            <a:r>
              <a:rPr lang="en-US" sz="2400" b="1" dirty="0"/>
              <a:t>Select Garamond</a:t>
            </a:r>
            <a:r>
              <a:rPr lang="en-US" sz="2400" dirty="0"/>
              <a:t>.</a:t>
            </a:r>
          </a:p>
          <a:p>
            <a:pPr>
              <a:lnSpc>
                <a:spcPct val="150000"/>
              </a:lnSpc>
            </a:pPr>
            <a:r>
              <a:rPr lang="en-US" sz="2400" dirty="0"/>
              <a:t>In the </a:t>
            </a:r>
            <a:r>
              <a:rPr lang="en-US" sz="2400" b="1" dirty="0"/>
              <a:t>Font style group</a:t>
            </a:r>
            <a:r>
              <a:rPr lang="en-US" sz="2400" dirty="0"/>
              <a:t>, select </a:t>
            </a:r>
            <a:r>
              <a:rPr lang="en-US" sz="2400" b="1" dirty="0"/>
              <a:t>Bold Italic, 12 </a:t>
            </a:r>
            <a:r>
              <a:rPr lang="en-US" sz="2400" b="1" dirty="0" err="1"/>
              <a:t>pt</a:t>
            </a:r>
            <a:r>
              <a:rPr lang="en-US" sz="2400" b="1" dirty="0"/>
              <a:t> </a:t>
            </a:r>
            <a:r>
              <a:rPr lang="en-US" sz="2400" dirty="0"/>
              <a:t>for Size, and </a:t>
            </a:r>
            <a:r>
              <a:rPr lang="en-US" sz="2400" b="1" dirty="0"/>
              <a:t>Blue, Accent 5</a:t>
            </a:r>
            <a:r>
              <a:rPr lang="en-US" sz="2400" dirty="0"/>
              <a:t>, </a:t>
            </a:r>
            <a:r>
              <a:rPr lang="en-US" sz="2400" b="1" dirty="0"/>
              <a:t>Darker 25%</a:t>
            </a:r>
            <a:r>
              <a:rPr lang="en-US" sz="2400" dirty="0"/>
              <a:t> for Font color.</a:t>
            </a:r>
          </a:p>
          <a:p>
            <a:pPr>
              <a:lnSpc>
                <a:spcPct val="150000"/>
              </a:lnSpc>
            </a:pPr>
            <a:r>
              <a:rPr lang="en-US" sz="2400" dirty="0"/>
              <a:t>Click </a:t>
            </a:r>
            <a:r>
              <a:rPr lang="en-US" sz="2400" b="1" dirty="0"/>
              <a:t>OK</a:t>
            </a:r>
            <a:r>
              <a:rPr lang="en-US" sz="2400" dirty="0"/>
              <a:t> to close the Font dialog box. Changing the attributes affects only the last column. Click </a:t>
            </a:r>
            <a:r>
              <a:rPr lang="en-US" sz="2400" b="1" dirty="0"/>
              <a:t>OK</a:t>
            </a:r>
            <a:r>
              <a:rPr lang="en-US" sz="2400" dirty="0"/>
              <a:t> to close the Modify Style dialog box. Nothing happens to the table. </a:t>
            </a:r>
          </a:p>
          <a:p>
            <a:pPr>
              <a:lnSpc>
                <a:spcPct val="150000"/>
              </a:lnSpc>
            </a:pPr>
            <a:r>
              <a:rPr lang="en-US" sz="2400" dirty="0"/>
              <a:t>In the </a:t>
            </a:r>
            <a:r>
              <a:rPr lang="en-US" sz="2400" b="1" dirty="0"/>
              <a:t>Table Style Options group</a:t>
            </a:r>
            <a:r>
              <a:rPr lang="en-US" sz="2400" dirty="0"/>
              <a:t>, select the </a:t>
            </a:r>
            <a:r>
              <a:rPr lang="en-US" sz="2400" b="1" dirty="0"/>
              <a:t>First Column checkbox</a:t>
            </a:r>
            <a:r>
              <a:rPr lang="en-US" sz="2400" dirty="0"/>
              <a:t>. The style changes you made appear in the table. </a:t>
            </a:r>
          </a:p>
          <a:p>
            <a:endParaRPr lang="en-US" dirty="0"/>
          </a:p>
        </p:txBody>
      </p:sp>
    </p:spTree>
    <p:extLst>
      <p:ext uri="{BB962C8B-B14F-4D97-AF65-F5344CB8AC3E}">
        <p14:creationId xmlns:p14="http://schemas.microsoft.com/office/powerpoint/2010/main" val="3042207035"/>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B75A4D-76A7-4034-87BE-D1DEB42D6663}"/>
              </a:ext>
            </a:extLst>
          </p:cNvPr>
          <p:cNvSpPr>
            <a:spLocks noGrp="1"/>
          </p:cNvSpPr>
          <p:nvPr>
            <p:ph type="title"/>
          </p:nvPr>
        </p:nvSpPr>
        <p:spPr>
          <a:xfrm>
            <a:off x="1616149" y="306333"/>
            <a:ext cx="9888463" cy="725025"/>
          </a:xfrm>
        </p:spPr>
        <p:txBody>
          <a:bodyPr>
            <a:normAutofit fontScale="90000"/>
          </a:bodyPr>
          <a:lstStyle/>
          <a:p>
            <a:r>
              <a:rPr lang="en-US" dirty="0"/>
              <a:t>INSERTING A QUICK TABLE </a:t>
            </a:r>
            <a:br>
              <a:rPr lang="en-US" dirty="0"/>
            </a:br>
            <a:endParaRPr lang="en-US" dirty="0"/>
          </a:p>
        </p:txBody>
      </p:sp>
      <p:sp>
        <p:nvSpPr>
          <p:cNvPr id="3" name="Content Placeholder 2">
            <a:extLst>
              <a:ext uri="{FF2B5EF4-FFF2-40B4-BE49-F238E27FC236}">
                <a16:creationId xmlns:a16="http://schemas.microsoft.com/office/drawing/2014/main" id="{8979A32C-613B-40F8-B3D7-C45F65854786}"/>
              </a:ext>
            </a:extLst>
          </p:cNvPr>
          <p:cNvSpPr>
            <a:spLocks noGrp="1"/>
          </p:cNvSpPr>
          <p:nvPr>
            <p:ph idx="1"/>
          </p:nvPr>
        </p:nvSpPr>
        <p:spPr>
          <a:xfrm>
            <a:off x="1616149" y="1031358"/>
            <a:ext cx="9888463" cy="4879864"/>
          </a:xfrm>
        </p:spPr>
        <p:txBody>
          <a:bodyPr>
            <a:normAutofit fontScale="85000" lnSpcReduction="10000"/>
          </a:bodyPr>
          <a:lstStyle/>
          <a:p>
            <a:pPr>
              <a:lnSpc>
                <a:spcPct val="150000"/>
              </a:lnSpc>
            </a:pPr>
            <a:r>
              <a:rPr lang="en-US" sz="2000" dirty="0"/>
              <a:t>Quick Tables are built-in preformatted tables, such as calendars and tabular lists, which you can insert and use in your documents. </a:t>
            </a:r>
          </a:p>
          <a:p>
            <a:pPr>
              <a:lnSpc>
                <a:spcPct val="150000"/>
              </a:lnSpc>
            </a:pPr>
            <a:r>
              <a:rPr lang="en-US" sz="2000" dirty="0"/>
              <a:t>Word 2016 provides a variety of Quick Tables that you can insert into your documents. You can edit the Quick Table calendar to reflect the current month and year. </a:t>
            </a:r>
          </a:p>
          <a:p>
            <a:pPr marL="0" indent="0">
              <a:lnSpc>
                <a:spcPct val="150000"/>
              </a:lnSpc>
              <a:buNone/>
            </a:pPr>
            <a:r>
              <a:rPr lang="en-US" sz="2000" b="1" dirty="0"/>
              <a:t>Insert a Quick Table Calendar into a document</a:t>
            </a:r>
            <a:endParaRPr lang="en-US" sz="2000" dirty="0"/>
          </a:p>
          <a:p>
            <a:pPr>
              <a:lnSpc>
                <a:spcPct val="150000"/>
              </a:lnSpc>
            </a:pPr>
            <a:r>
              <a:rPr lang="en-US" sz="2000" dirty="0"/>
              <a:t>On the </a:t>
            </a:r>
            <a:r>
              <a:rPr lang="en-US" sz="2000" b="1" dirty="0"/>
              <a:t>Insert tab</a:t>
            </a:r>
            <a:r>
              <a:rPr lang="en-US" sz="2000" dirty="0"/>
              <a:t>, in the </a:t>
            </a:r>
            <a:r>
              <a:rPr lang="en-US" sz="2000" b="1" dirty="0"/>
              <a:t>Tables group</a:t>
            </a:r>
            <a:r>
              <a:rPr lang="en-US" sz="2000" dirty="0"/>
              <a:t>, click the </a:t>
            </a:r>
            <a:r>
              <a:rPr lang="en-US" sz="2000" b="1" dirty="0"/>
              <a:t>Table button </a:t>
            </a:r>
            <a:r>
              <a:rPr lang="en-US" sz="2000" dirty="0"/>
              <a:t>to open the </a:t>
            </a:r>
            <a:r>
              <a:rPr lang="en-US" sz="2000" b="1" dirty="0"/>
              <a:t>Insert Table menu.</a:t>
            </a:r>
          </a:p>
          <a:p>
            <a:pPr>
              <a:lnSpc>
                <a:spcPct val="150000"/>
              </a:lnSpc>
            </a:pPr>
            <a:r>
              <a:rPr lang="en-US" sz="2000" dirty="0"/>
              <a:t>On the menu, just below the rows and columns, select </a:t>
            </a:r>
            <a:r>
              <a:rPr lang="en-US" sz="2000" b="1" dirty="0"/>
              <a:t>Quick Tables </a:t>
            </a:r>
            <a:r>
              <a:rPr lang="en-US" sz="2000" dirty="0"/>
              <a:t>from the menu. A gallery of built-in Quick Tables appears</a:t>
            </a:r>
          </a:p>
          <a:p>
            <a:pPr>
              <a:lnSpc>
                <a:spcPct val="150000"/>
              </a:lnSpc>
            </a:pPr>
            <a:r>
              <a:rPr lang="en-US" sz="2000" dirty="0"/>
              <a:t>Select </a:t>
            </a:r>
            <a:r>
              <a:rPr lang="en-US" sz="2000" b="1" dirty="0"/>
              <a:t>Calendar 2. </a:t>
            </a:r>
            <a:r>
              <a:rPr lang="en-US" sz="2000" dirty="0"/>
              <a:t>You can edit the data in the calendar to display the current month and year.</a:t>
            </a:r>
          </a:p>
        </p:txBody>
      </p:sp>
    </p:spTree>
    <p:extLst>
      <p:ext uri="{BB962C8B-B14F-4D97-AF65-F5344CB8AC3E}">
        <p14:creationId xmlns:p14="http://schemas.microsoft.com/office/powerpoint/2010/main" val="1763721994"/>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2A22A9-11F9-4373-8558-54D24208683F}"/>
              </a:ext>
            </a:extLst>
          </p:cNvPr>
          <p:cNvSpPr>
            <a:spLocks noGrp="1"/>
          </p:cNvSpPr>
          <p:nvPr>
            <p:ph type="title"/>
          </p:nvPr>
        </p:nvSpPr>
        <p:spPr>
          <a:xfrm>
            <a:off x="1637414" y="124380"/>
            <a:ext cx="9867198" cy="822398"/>
          </a:xfrm>
        </p:spPr>
        <p:txBody>
          <a:bodyPr/>
          <a:lstStyle/>
          <a:p>
            <a:r>
              <a:rPr lang="en-US" dirty="0"/>
              <a:t>HEADER AND FOOTER</a:t>
            </a:r>
          </a:p>
        </p:txBody>
      </p:sp>
      <p:sp>
        <p:nvSpPr>
          <p:cNvPr id="3" name="Content Placeholder 2">
            <a:extLst>
              <a:ext uri="{FF2B5EF4-FFF2-40B4-BE49-F238E27FC236}">
                <a16:creationId xmlns:a16="http://schemas.microsoft.com/office/drawing/2014/main" id="{AA150D82-DA20-439F-9C5D-BD1EF9648C11}"/>
              </a:ext>
            </a:extLst>
          </p:cNvPr>
          <p:cNvSpPr>
            <a:spLocks noGrp="1"/>
          </p:cNvSpPr>
          <p:nvPr>
            <p:ph idx="1"/>
          </p:nvPr>
        </p:nvSpPr>
        <p:spPr>
          <a:xfrm>
            <a:off x="1637414" y="946778"/>
            <a:ext cx="9867198" cy="4964444"/>
          </a:xfrm>
        </p:spPr>
        <p:txBody>
          <a:bodyPr>
            <a:normAutofit fontScale="77500" lnSpcReduction="20000"/>
          </a:bodyPr>
          <a:lstStyle/>
          <a:p>
            <a:pPr>
              <a:lnSpc>
                <a:spcPct val="150000"/>
              </a:lnSpc>
            </a:pPr>
            <a:r>
              <a:rPr lang="en-US" sz="2600" dirty="0"/>
              <a:t>A header appears at the top of a document page, and a footer appears at the bottom. </a:t>
            </a:r>
            <a:r>
              <a:rPr lang="en-US" sz="2600" b="1" dirty="0"/>
              <a:t>The Header &amp; Footer group </a:t>
            </a:r>
            <a:r>
              <a:rPr lang="en-US" sz="2600" dirty="0"/>
              <a:t>is found on the </a:t>
            </a:r>
            <a:r>
              <a:rPr lang="en-US" sz="2600" b="1" dirty="0"/>
              <a:t>Insert tab </a:t>
            </a:r>
            <a:r>
              <a:rPr lang="en-US" sz="2600" dirty="0"/>
              <a:t>and contains commands for inserting </a:t>
            </a:r>
            <a:r>
              <a:rPr lang="en-US" sz="2600" b="1" dirty="0"/>
              <a:t>built-in headers, footers, and page numbers </a:t>
            </a:r>
            <a:r>
              <a:rPr lang="en-US" sz="2600" dirty="0"/>
              <a:t>into a Word document.</a:t>
            </a:r>
          </a:p>
          <a:p>
            <a:pPr>
              <a:lnSpc>
                <a:spcPct val="150000"/>
              </a:lnSpc>
            </a:pPr>
            <a:r>
              <a:rPr lang="en-US" sz="2600" dirty="0"/>
              <a:t>The Page Number button in the Header &amp; Footer group has commands for </a:t>
            </a:r>
            <a:r>
              <a:rPr lang="en-US" sz="2600" b="1" dirty="0"/>
              <a:t>inserting page numbers in the header, the footer, or the side margin of a page</a:t>
            </a:r>
            <a:r>
              <a:rPr lang="en-US" sz="2600" dirty="0"/>
              <a:t> using a built-in gallery. </a:t>
            </a:r>
          </a:p>
          <a:p>
            <a:pPr marL="342900" marR="0" lvl="0" indent="-342900" algn="l" defTabSz="457200" rtl="0" eaLnBrk="1" fontAlgn="auto" latinLnBrk="0" hangingPunct="1">
              <a:lnSpc>
                <a:spcPct val="150000"/>
              </a:lnSpc>
              <a:spcBef>
                <a:spcPts val="1000"/>
              </a:spcBef>
              <a:spcAft>
                <a:spcPts val="0"/>
              </a:spcAft>
              <a:buClr>
                <a:srgbClr val="A53010"/>
              </a:buClr>
              <a:buSzTx/>
              <a:buFont typeface="Wingdings 3" charset="2"/>
              <a:buChar char=""/>
              <a:tabLst/>
              <a:defRPr/>
            </a:pPr>
            <a:r>
              <a:rPr kumimoji="0" lang="en-US" sz="2600" b="0" i="0" u="none" strike="noStrike" kern="1200" cap="none" spc="0" normalizeH="0" baseline="0" noProof="0" dirty="0">
                <a:ln>
                  <a:noFill/>
                </a:ln>
                <a:solidFill>
                  <a:prstClr val="black">
                    <a:lumMod val="75000"/>
                    <a:lumOff val="25000"/>
                  </a:prstClr>
                </a:solidFill>
                <a:effectLst/>
                <a:uLnTx/>
                <a:uFillTx/>
                <a:ea typeface="+mn-ea"/>
                <a:cs typeface="+mn-cs"/>
              </a:rPr>
              <a:t>To add a header or footer to a document:</a:t>
            </a:r>
          </a:p>
          <a:p>
            <a:pPr marL="742950" marR="0" lvl="1" indent="-285750" algn="l" defTabSz="457200" rtl="0" eaLnBrk="1" fontAlgn="auto" latinLnBrk="0" hangingPunct="1">
              <a:lnSpc>
                <a:spcPct val="150000"/>
              </a:lnSpc>
              <a:spcBef>
                <a:spcPts val="1000"/>
              </a:spcBef>
              <a:spcAft>
                <a:spcPts val="0"/>
              </a:spcAft>
              <a:buClr>
                <a:srgbClr val="A53010"/>
              </a:buClr>
              <a:buSzTx/>
              <a:buFont typeface="Wingdings 3" charset="2"/>
              <a:buChar char=""/>
              <a:tabLst/>
              <a:defRPr/>
            </a:pPr>
            <a:r>
              <a:rPr kumimoji="0" lang="en-US" sz="2600" b="0" i="0" u="none" strike="noStrike" kern="1200" cap="none" spc="0" normalizeH="0" baseline="0" noProof="0" dirty="0">
                <a:ln>
                  <a:noFill/>
                </a:ln>
                <a:solidFill>
                  <a:prstClr val="black">
                    <a:lumMod val="75000"/>
                    <a:lumOff val="25000"/>
                  </a:prstClr>
                </a:solidFill>
                <a:effectLst/>
                <a:uLnTx/>
                <a:uFillTx/>
                <a:ea typeface="+mn-ea"/>
                <a:cs typeface="+mn-cs"/>
              </a:rPr>
              <a:t>Choose the </a:t>
            </a:r>
            <a:r>
              <a:rPr kumimoji="0" lang="en-US" sz="2600" b="1" i="0" u="none" strike="noStrike" kern="1200" cap="none" spc="0" normalizeH="0" baseline="0" noProof="0" dirty="0">
                <a:ln>
                  <a:noFill/>
                </a:ln>
                <a:solidFill>
                  <a:prstClr val="black">
                    <a:lumMod val="75000"/>
                    <a:lumOff val="25000"/>
                  </a:prstClr>
                </a:solidFill>
                <a:effectLst/>
                <a:uLnTx/>
                <a:uFillTx/>
                <a:ea typeface="+mn-ea"/>
                <a:cs typeface="+mn-cs"/>
              </a:rPr>
              <a:t>Insert</a:t>
            </a:r>
            <a:r>
              <a:rPr kumimoji="0" lang="en-US" sz="2600" b="0" i="0" u="none" strike="noStrike" kern="1200" cap="none" spc="0" normalizeH="0" baseline="0" noProof="0" dirty="0">
                <a:ln>
                  <a:noFill/>
                </a:ln>
                <a:solidFill>
                  <a:prstClr val="black">
                    <a:lumMod val="75000"/>
                    <a:lumOff val="25000"/>
                  </a:prstClr>
                </a:solidFill>
                <a:effectLst/>
                <a:uLnTx/>
                <a:uFillTx/>
                <a:ea typeface="+mn-ea"/>
                <a:cs typeface="+mn-cs"/>
              </a:rPr>
              <a:t> tab and select </a:t>
            </a:r>
            <a:r>
              <a:rPr kumimoji="0" lang="en-US" sz="2600" b="1" i="0" u="none" strike="noStrike" kern="1200" cap="none" spc="0" normalizeH="0" baseline="0" noProof="0" dirty="0">
                <a:ln>
                  <a:noFill/>
                </a:ln>
                <a:solidFill>
                  <a:prstClr val="black">
                    <a:lumMod val="75000"/>
                    <a:lumOff val="25000"/>
                  </a:prstClr>
                </a:solidFill>
                <a:effectLst/>
                <a:uLnTx/>
                <a:uFillTx/>
                <a:ea typeface="+mn-ea"/>
                <a:cs typeface="+mn-cs"/>
              </a:rPr>
              <a:t>Header</a:t>
            </a:r>
            <a:r>
              <a:rPr kumimoji="0" lang="en-US" sz="2600" b="0" i="0" u="none" strike="noStrike" kern="1200" cap="none" spc="0" normalizeH="0" baseline="0" noProof="0" dirty="0">
                <a:ln>
                  <a:noFill/>
                </a:ln>
                <a:solidFill>
                  <a:prstClr val="black">
                    <a:lumMod val="75000"/>
                    <a:lumOff val="25000"/>
                  </a:prstClr>
                </a:solidFill>
                <a:effectLst/>
                <a:uLnTx/>
                <a:uFillTx/>
                <a:ea typeface="+mn-ea"/>
                <a:cs typeface="+mn-cs"/>
              </a:rPr>
              <a:t> or </a:t>
            </a:r>
            <a:r>
              <a:rPr kumimoji="0" lang="en-US" sz="2600" b="1" i="0" u="none" strike="noStrike" kern="1200" cap="none" spc="0" normalizeH="0" baseline="0" noProof="0" dirty="0">
                <a:ln>
                  <a:noFill/>
                </a:ln>
                <a:solidFill>
                  <a:prstClr val="black">
                    <a:lumMod val="75000"/>
                    <a:lumOff val="25000"/>
                  </a:prstClr>
                </a:solidFill>
                <a:effectLst/>
                <a:uLnTx/>
                <a:uFillTx/>
                <a:ea typeface="+mn-ea"/>
                <a:cs typeface="+mn-cs"/>
              </a:rPr>
              <a:t>Footer</a:t>
            </a:r>
            <a:r>
              <a:rPr kumimoji="0" lang="en-US" sz="2600" b="0" i="0" u="none" strike="noStrike" kern="1200" cap="none" spc="0" normalizeH="0" baseline="0" noProof="0" dirty="0">
                <a:ln>
                  <a:noFill/>
                </a:ln>
                <a:solidFill>
                  <a:prstClr val="black">
                    <a:lumMod val="75000"/>
                    <a:lumOff val="25000"/>
                  </a:prstClr>
                </a:solidFill>
                <a:effectLst/>
                <a:uLnTx/>
                <a:uFillTx/>
                <a:ea typeface="+mn-ea"/>
                <a:cs typeface="+mn-cs"/>
              </a:rPr>
              <a:t> from the </a:t>
            </a:r>
            <a:r>
              <a:rPr kumimoji="0" lang="en-US" sz="2600" b="1" i="0" u="none" strike="noStrike" kern="1200" cap="none" spc="0" normalizeH="0" baseline="0" noProof="0" dirty="0">
                <a:ln>
                  <a:noFill/>
                </a:ln>
                <a:solidFill>
                  <a:prstClr val="black">
                    <a:lumMod val="75000"/>
                    <a:lumOff val="25000"/>
                  </a:prstClr>
                </a:solidFill>
                <a:effectLst/>
                <a:uLnTx/>
                <a:uFillTx/>
                <a:ea typeface="+mn-ea"/>
                <a:cs typeface="+mn-cs"/>
              </a:rPr>
              <a:t>Header and Footer group.</a:t>
            </a:r>
          </a:p>
          <a:p>
            <a:pPr marL="742950" marR="0" lvl="1" indent="-285750" algn="l" defTabSz="457200" rtl="0" eaLnBrk="1" fontAlgn="auto" latinLnBrk="0" hangingPunct="1">
              <a:lnSpc>
                <a:spcPct val="150000"/>
              </a:lnSpc>
              <a:spcBef>
                <a:spcPts val="1000"/>
              </a:spcBef>
              <a:spcAft>
                <a:spcPts val="0"/>
              </a:spcAft>
              <a:buClr>
                <a:srgbClr val="A53010"/>
              </a:buClr>
              <a:buSzTx/>
              <a:buFont typeface="Wingdings 3" charset="2"/>
              <a:buChar char=""/>
              <a:tabLst/>
              <a:defRPr/>
            </a:pPr>
            <a:r>
              <a:rPr kumimoji="0" lang="en-US" sz="2600" b="0" i="0" u="none" strike="noStrike" kern="1200" cap="none" spc="0" normalizeH="0" baseline="0" noProof="0" dirty="0">
                <a:ln>
                  <a:noFill/>
                </a:ln>
                <a:solidFill>
                  <a:prstClr val="black">
                    <a:lumMod val="75000"/>
                    <a:lumOff val="25000"/>
                  </a:prstClr>
                </a:solidFill>
                <a:effectLst/>
                <a:uLnTx/>
                <a:uFillTx/>
                <a:ea typeface="+mn-ea"/>
                <a:cs typeface="+mn-cs"/>
              </a:rPr>
              <a:t>Select either </a:t>
            </a:r>
            <a:r>
              <a:rPr kumimoji="0" lang="en-US" sz="2600" b="1" i="0" u="none" strike="noStrike" kern="1200" cap="none" spc="0" normalizeH="0" baseline="0" noProof="0" dirty="0">
                <a:ln>
                  <a:noFill/>
                </a:ln>
                <a:solidFill>
                  <a:prstClr val="black">
                    <a:lumMod val="75000"/>
                    <a:lumOff val="25000"/>
                  </a:prstClr>
                </a:solidFill>
                <a:effectLst/>
                <a:uLnTx/>
                <a:uFillTx/>
                <a:ea typeface="+mn-ea"/>
                <a:cs typeface="+mn-cs"/>
              </a:rPr>
              <a:t>Header</a:t>
            </a:r>
            <a:r>
              <a:rPr kumimoji="0" lang="en-US" sz="2600" b="0" i="0" u="none" strike="noStrike" kern="1200" cap="none" spc="0" normalizeH="0" baseline="0" noProof="0" dirty="0">
                <a:ln>
                  <a:noFill/>
                </a:ln>
                <a:solidFill>
                  <a:prstClr val="black">
                    <a:lumMod val="75000"/>
                    <a:lumOff val="25000"/>
                  </a:prstClr>
                </a:solidFill>
                <a:effectLst/>
                <a:uLnTx/>
                <a:uFillTx/>
                <a:ea typeface="+mn-ea"/>
                <a:cs typeface="+mn-cs"/>
              </a:rPr>
              <a:t> or </a:t>
            </a:r>
            <a:r>
              <a:rPr kumimoji="0" lang="en-US" sz="2600" b="1" i="0" u="none" strike="noStrike" kern="1200" cap="none" spc="0" normalizeH="0" baseline="0" noProof="0" dirty="0">
                <a:ln>
                  <a:noFill/>
                </a:ln>
                <a:solidFill>
                  <a:prstClr val="black">
                    <a:lumMod val="75000"/>
                    <a:lumOff val="25000"/>
                  </a:prstClr>
                </a:solidFill>
                <a:effectLst/>
                <a:uLnTx/>
                <a:uFillTx/>
                <a:ea typeface="+mn-ea"/>
                <a:cs typeface="+mn-cs"/>
              </a:rPr>
              <a:t>Footer</a:t>
            </a:r>
            <a:r>
              <a:rPr kumimoji="0" lang="en-US" sz="2600" b="0" i="0" u="none" strike="noStrike" kern="1200" cap="none" spc="0" normalizeH="0" baseline="0" noProof="0" dirty="0">
                <a:ln>
                  <a:noFill/>
                </a:ln>
                <a:solidFill>
                  <a:prstClr val="black">
                    <a:lumMod val="75000"/>
                    <a:lumOff val="25000"/>
                  </a:prstClr>
                </a:solidFill>
                <a:effectLst/>
                <a:uLnTx/>
                <a:uFillTx/>
                <a:ea typeface="+mn-ea"/>
                <a:cs typeface="+mn-cs"/>
              </a:rPr>
              <a:t> for choices for a footer and page number</a:t>
            </a:r>
          </a:p>
          <a:p>
            <a:endParaRPr lang="en-US" sz="2000" dirty="0"/>
          </a:p>
        </p:txBody>
      </p:sp>
    </p:spTree>
    <p:extLst>
      <p:ext uri="{BB962C8B-B14F-4D97-AF65-F5344CB8AC3E}">
        <p14:creationId xmlns:p14="http://schemas.microsoft.com/office/powerpoint/2010/main" val="765254995"/>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B08A820-DE09-468E-857C-FE880B7868C5}"/>
              </a:ext>
            </a:extLst>
          </p:cNvPr>
          <p:cNvSpPr>
            <a:spLocks noGrp="1"/>
          </p:cNvSpPr>
          <p:nvPr>
            <p:ph type="title"/>
          </p:nvPr>
        </p:nvSpPr>
        <p:spPr>
          <a:xfrm>
            <a:off x="1640156" y="209440"/>
            <a:ext cx="8911687" cy="821918"/>
          </a:xfrm>
        </p:spPr>
        <p:txBody>
          <a:bodyPr/>
          <a:lstStyle/>
          <a:p>
            <a:r>
              <a:rPr lang="en-US" dirty="0"/>
              <a:t>CONTD…</a:t>
            </a:r>
          </a:p>
        </p:txBody>
      </p:sp>
      <p:sp>
        <p:nvSpPr>
          <p:cNvPr id="3" name="Content Placeholder 2">
            <a:extLst>
              <a:ext uri="{FF2B5EF4-FFF2-40B4-BE49-F238E27FC236}">
                <a16:creationId xmlns:a16="http://schemas.microsoft.com/office/drawing/2014/main" id="{A6478EBF-9DB4-4921-84D1-18766AC6C799}"/>
              </a:ext>
            </a:extLst>
          </p:cNvPr>
          <p:cNvSpPr>
            <a:spLocks noGrp="1"/>
          </p:cNvSpPr>
          <p:nvPr>
            <p:ph idx="1"/>
          </p:nvPr>
        </p:nvSpPr>
        <p:spPr>
          <a:xfrm>
            <a:off x="1640156" y="1031358"/>
            <a:ext cx="9864456" cy="4879864"/>
          </a:xfrm>
        </p:spPr>
        <p:txBody>
          <a:bodyPr>
            <a:normAutofit fontScale="85000" lnSpcReduction="10000"/>
          </a:bodyPr>
          <a:lstStyle/>
          <a:p>
            <a:pPr marL="742950" marR="0" lvl="1" indent="-285750" algn="l" defTabSz="457200" rtl="0" eaLnBrk="1" fontAlgn="auto" latinLnBrk="0" hangingPunct="1">
              <a:lnSpc>
                <a:spcPct val="150000"/>
              </a:lnSpc>
              <a:spcBef>
                <a:spcPts val="1000"/>
              </a:spcBef>
              <a:spcAft>
                <a:spcPts val="0"/>
              </a:spcAft>
              <a:buClr>
                <a:srgbClr val="A53010"/>
              </a:buClr>
              <a:buSzTx/>
              <a:buFont typeface="Wingdings 3" charset="2"/>
              <a:buChar char=""/>
              <a:tabLst/>
              <a:defRPr/>
            </a:pPr>
            <a:r>
              <a:rPr kumimoji="0" lang="en-US" sz="2400" b="0" i="0" u="none" strike="noStrike" kern="1200" cap="none" spc="0" normalizeH="0" baseline="0" noProof="0" dirty="0">
                <a:ln>
                  <a:noFill/>
                </a:ln>
                <a:solidFill>
                  <a:prstClr val="black">
                    <a:lumMod val="75000"/>
                    <a:lumOff val="25000"/>
                  </a:prstClr>
                </a:solidFill>
                <a:effectLst/>
                <a:uLnTx/>
                <a:uFillTx/>
                <a:latin typeface="Century Gothic" panose="020B0502020202020204"/>
                <a:ea typeface="+mn-ea"/>
                <a:cs typeface="+mn-cs"/>
              </a:rPr>
              <a:t>Select one of the </a:t>
            </a:r>
            <a:r>
              <a:rPr kumimoji="0" lang="en-US" sz="2400" b="1" i="0" u="none" strike="noStrike" kern="1200" cap="none" spc="0" normalizeH="0" baseline="0" noProof="0" dirty="0">
                <a:ln>
                  <a:noFill/>
                </a:ln>
                <a:solidFill>
                  <a:prstClr val="black">
                    <a:lumMod val="75000"/>
                    <a:lumOff val="25000"/>
                  </a:prstClr>
                </a:solidFill>
                <a:effectLst/>
                <a:uLnTx/>
                <a:uFillTx/>
                <a:latin typeface="Century Gothic" panose="020B0502020202020204"/>
                <a:ea typeface="+mn-ea"/>
                <a:cs typeface="+mn-cs"/>
              </a:rPr>
              <a:t>style options</a:t>
            </a:r>
            <a:endParaRPr kumimoji="0" lang="en-US" sz="2400" b="0" i="0" u="none" strike="noStrike" kern="1200" cap="none" spc="0" normalizeH="0" baseline="0" noProof="0" dirty="0">
              <a:ln>
                <a:noFill/>
              </a:ln>
              <a:solidFill>
                <a:prstClr val="black">
                  <a:lumMod val="75000"/>
                  <a:lumOff val="25000"/>
                </a:prstClr>
              </a:solidFill>
              <a:effectLst/>
              <a:uLnTx/>
              <a:uFillTx/>
              <a:latin typeface="Century Gothic" panose="020B0502020202020204"/>
              <a:ea typeface="+mn-ea"/>
              <a:cs typeface="+mn-cs"/>
            </a:endParaRPr>
          </a:p>
          <a:p>
            <a:pPr marL="742950" marR="0" lvl="1" indent="-285750" algn="l" defTabSz="457200" rtl="0" eaLnBrk="1" fontAlgn="auto" latinLnBrk="0" hangingPunct="1">
              <a:lnSpc>
                <a:spcPct val="150000"/>
              </a:lnSpc>
              <a:spcBef>
                <a:spcPts val="1000"/>
              </a:spcBef>
              <a:spcAft>
                <a:spcPts val="0"/>
              </a:spcAft>
              <a:buClr>
                <a:srgbClr val="A53010"/>
              </a:buClr>
              <a:buSzTx/>
              <a:buFont typeface="Wingdings 3" charset="2"/>
              <a:buChar char=""/>
              <a:tabLst/>
              <a:defRPr/>
            </a:pPr>
            <a:r>
              <a:rPr kumimoji="0" lang="en-US" sz="2400" b="0" i="0" u="none" strike="noStrike" kern="1200" cap="none" spc="0" normalizeH="0" baseline="0" noProof="0" dirty="0">
                <a:ln>
                  <a:noFill/>
                </a:ln>
                <a:solidFill>
                  <a:prstClr val="black">
                    <a:lumMod val="75000"/>
                    <a:lumOff val="25000"/>
                  </a:prstClr>
                </a:solidFill>
                <a:effectLst/>
                <a:uLnTx/>
                <a:uFillTx/>
                <a:latin typeface="Century Gothic" panose="020B0502020202020204"/>
                <a:ea typeface="+mn-ea"/>
                <a:cs typeface="+mn-cs"/>
              </a:rPr>
              <a:t>After selecting </a:t>
            </a:r>
            <a:r>
              <a:rPr kumimoji="0" lang="en-US" sz="2400" b="1" i="0" u="none" strike="noStrike" kern="1200" cap="none" spc="0" normalizeH="0" baseline="0" noProof="0" dirty="0">
                <a:ln>
                  <a:noFill/>
                </a:ln>
                <a:solidFill>
                  <a:prstClr val="black">
                    <a:lumMod val="75000"/>
                    <a:lumOff val="25000"/>
                  </a:prstClr>
                </a:solidFill>
                <a:effectLst/>
                <a:uLnTx/>
                <a:uFillTx/>
                <a:latin typeface="Century Gothic" panose="020B0502020202020204"/>
                <a:ea typeface="+mn-ea"/>
                <a:cs typeface="+mn-cs"/>
              </a:rPr>
              <a:t>Header</a:t>
            </a:r>
            <a:r>
              <a:rPr kumimoji="0" lang="en-US" sz="2400" b="0" i="0" u="none" strike="noStrike" kern="1200" cap="none" spc="0" normalizeH="0" baseline="0" noProof="0" dirty="0">
                <a:ln>
                  <a:noFill/>
                </a:ln>
                <a:solidFill>
                  <a:prstClr val="black">
                    <a:lumMod val="75000"/>
                    <a:lumOff val="25000"/>
                  </a:prstClr>
                </a:solidFill>
                <a:effectLst/>
                <a:uLnTx/>
                <a:uFillTx/>
                <a:latin typeface="Century Gothic" panose="020B0502020202020204"/>
                <a:ea typeface="+mn-ea"/>
                <a:cs typeface="+mn-cs"/>
              </a:rPr>
              <a:t> option, note the addition on the ribbon of </a:t>
            </a:r>
            <a:r>
              <a:rPr kumimoji="0" lang="en-US" sz="2400" b="1" i="0" u="none" strike="noStrike" kern="1200" cap="none" spc="0" normalizeH="0" baseline="0" noProof="0" dirty="0">
                <a:ln>
                  <a:noFill/>
                </a:ln>
                <a:solidFill>
                  <a:prstClr val="black">
                    <a:lumMod val="75000"/>
                    <a:lumOff val="25000"/>
                  </a:prstClr>
                </a:solidFill>
                <a:effectLst/>
                <a:uLnTx/>
                <a:uFillTx/>
                <a:latin typeface="Century Gothic" panose="020B0502020202020204"/>
                <a:ea typeface="+mn-ea"/>
                <a:cs typeface="+mn-cs"/>
              </a:rPr>
              <a:t>the Header/Footer Tools Design Tab</a:t>
            </a:r>
            <a:r>
              <a:rPr kumimoji="0" lang="en-US" sz="2400" b="0" i="0" u="none" strike="noStrike" kern="1200" cap="none" spc="0" normalizeH="0" baseline="0" noProof="0" dirty="0">
                <a:ln>
                  <a:noFill/>
                </a:ln>
                <a:solidFill>
                  <a:prstClr val="black">
                    <a:lumMod val="75000"/>
                    <a:lumOff val="25000"/>
                  </a:prstClr>
                </a:solidFill>
                <a:effectLst/>
                <a:uLnTx/>
                <a:uFillTx/>
                <a:latin typeface="Century Gothic" panose="020B0502020202020204"/>
                <a:ea typeface="+mn-ea"/>
                <a:cs typeface="+mn-cs"/>
              </a:rPr>
              <a:t>.</a:t>
            </a:r>
          </a:p>
          <a:p>
            <a:pPr marL="742950" marR="0" lvl="1" indent="-285750" algn="l" defTabSz="457200" rtl="0" eaLnBrk="1" fontAlgn="auto" latinLnBrk="0" hangingPunct="1">
              <a:lnSpc>
                <a:spcPct val="150000"/>
              </a:lnSpc>
              <a:spcBef>
                <a:spcPts val="1000"/>
              </a:spcBef>
              <a:spcAft>
                <a:spcPts val="0"/>
              </a:spcAft>
              <a:buClr>
                <a:srgbClr val="A53010"/>
              </a:buClr>
              <a:buSzTx/>
              <a:buFont typeface="Wingdings 3" charset="2"/>
              <a:buChar char=""/>
              <a:tabLst/>
              <a:defRPr/>
            </a:pPr>
            <a:r>
              <a:rPr kumimoji="0" lang="en-US" sz="2400" b="0" i="0" u="none" strike="noStrike" kern="1200" cap="none" spc="0" normalizeH="0" baseline="0" noProof="0" dirty="0">
                <a:ln>
                  <a:noFill/>
                </a:ln>
                <a:solidFill>
                  <a:prstClr val="black">
                    <a:lumMod val="75000"/>
                    <a:lumOff val="25000"/>
                  </a:prstClr>
                </a:solidFill>
                <a:effectLst/>
                <a:uLnTx/>
                <a:uFillTx/>
                <a:latin typeface="Century Gothic" panose="020B0502020202020204"/>
                <a:ea typeface="+mn-ea"/>
                <a:cs typeface="+mn-cs"/>
              </a:rPr>
              <a:t>Type the wanted </a:t>
            </a:r>
            <a:r>
              <a:rPr kumimoji="0" lang="en-US" sz="2400" b="1" i="0" u="none" strike="noStrike" kern="1200" cap="none" spc="0" normalizeH="0" baseline="0" noProof="0" dirty="0">
                <a:ln>
                  <a:noFill/>
                </a:ln>
                <a:solidFill>
                  <a:prstClr val="black">
                    <a:lumMod val="75000"/>
                    <a:lumOff val="25000"/>
                  </a:prstClr>
                </a:solidFill>
                <a:effectLst/>
                <a:uLnTx/>
                <a:uFillTx/>
                <a:latin typeface="Century Gothic" panose="020B0502020202020204"/>
                <a:ea typeface="+mn-ea"/>
                <a:cs typeface="+mn-cs"/>
              </a:rPr>
              <a:t>text</a:t>
            </a:r>
            <a:r>
              <a:rPr kumimoji="0" lang="en-US" sz="2400" b="0" i="0" u="none" strike="noStrike" kern="1200" cap="none" spc="0" normalizeH="0" baseline="0" noProof="0" dirty="0">
                <a:ln>
                  <a:noFill/>
                </a:ln>
                <a:solidFill>
                  <a:prstClr val="black">
                    <a:lumMod val="75000"/>
                    <a:lumOff val="25000"/>
                  </a:prstClr>
                </a:solidFill>
                <a:effectLst/>
                <a:uLnTx/>
                <a:uFillTx/>
                <a:latin typeface="Century Gothic" panose="020B0502020202020204"/>
                <a:ea typeface="+mn-ea"/>
                <a:cs typeface="+mn-cs"/>
              </a:rPr>
              <a:t> in the header box or footer. The Tab key moves the cursor from the left side to the middle of the page, and then to the right side. </a:t>
            </a:r>
          </a:p>
          <a:p>
            <a:pPr marL="742950" marR="0" lvl="1" indent="-285750" algn="l" defTabSz="457200" rtl="0" eaLnBrk="1" fontAlgn="auto" latinLnBrk="0" hangingPunct="1">
              <a:lnSpc>
                <a:spcPct val="150000"/>
              </a:lnSpc>
              <a:spcBef>
                <a:spcPts val="1000"/>
              </a:spcBef>
              <a:spcAft>
                <a:spcPts val="0"/>
              </a:spcAft>
              <a:buClr>
                <a:srgbClr val="A53010"/>
              </a:buClr>
              <a:buSzTx/>
              <a:buFont typeface="Wingdings 3" charset="2"/>
              <a:buChar char=""/>
              <a:tabLst/>
              <a:defRPr/>
            </a:pPr>
            <a:r>
              <a:rPr kumimoji="0" lang="en-US" sz="2400" b="0" i="0" u="none" strike="noStrike" kern="1200" cap="none" spc="0" normalizeH="0" baseline="0" noProof="0" dirty="0">
                <a:ln>
                  <a:noFill/>
                </a:ln>
                <a:solidFill>
                  <a:prstClr val="black">
                    <a:lumMod val="75000"/>
                    <a:lumOff val="25000"/>
                  </a:prstClr>
                </a:solidFill>
                <a:effectLst/>
                <a:uLnTx/>
                <a:uFillTx/>
                <a:latin typeface="Century Gothic" panose="020B0502020202020204"/>
                <a:ea typeface="+mn-ea"/>
                <a:cs typeface="+mn-cs"/>
              </a:rPr>
              <a:t>Choose the appropriate spot for inserting the </a:t>
            </a:r>
            <a:r>
              <a:rPr kumimoji="0" lang="en-US" sz="2400" b="1" i="0" u="none" strike="noStrike" kern="1200" cap="none" spc="0" normalizeH="0" baseline="0" noProof="0" dirty="0">
                <a:ln>
                  <a:noFill/>
                </a:ln>
                <a:solidFill>
                  <a:prstClr val="black">
                    <a:lumMod val="75000"/>
                    <a:lumOff val="25000"/>
                  </a:prstClr>
                </a:solidFill>
                <a:effectLst/>
                <a:uLnTx/>
                <a:uFillTx/>
                <a:latin typeface="Century Gothic" panose="020B0502020202020204"/>
                <a:ea typeface="+mn-ea"/>
                <a:cs typeface="+mn-cs"/>
              </a:rPr>
              <a:t>name of the document</a:t>
            </a:r>
            <a:r>
              <a:rPr kumimoji="0" lang="en-US" sz="2400" b="0" i="0" u="none" strike="noStrike" kern="1200" cap="none" spc="0" normalizeH="0" baseline="0" noProof="0" dirty="0">
                <a:ln>
                  <a:noFill/>
                </a:ln>
                <a:solidFill>
                  <a:prstClr val="black">
                    <a:lumMod val="75000"/>
                    <a:lumOff val="25000"/>
                  </a:prstClr>
                </a:solidFill>
                <a:effectLst/>
                <a:uLnTx/>
                <a:uFillTx/>
                <a:latin typeface="Century Gothic" panose="020B0502020202020204"/>
                <a:ea typeface="+mn-ea"/>
                <a:cs typeface="+mn-cs"/>
              </a:rPr>
              <a:t>, </a:t>
            </a:r>
            <a:r>
              <a:rPr kumimoji="0" lang="en-US" sz="2400" b="1" i="0" u="none" strike="noStrike" kern="1200" cap="none" spc="0" normalizeH="0" baseline="0" noProof="0" dirty="0">
                <a:ln>
                  <a:noFill/>
                </a:ln>
                <a:solidFill>
                  <a:prstClr val="black">
                    <a:lumMod val="75000"/>
                    <a:lumOff val="25000"/>
                  </a:prstClr>
                </a:solidFill>
                <a:effectLst/>
                <a:uLnTx/>
                <a:uFillTx/>
                <a:latin typeface="Century Gothic" panose="020B0502020202020204"/>
                <a:ea typeface="+mn-ea"/>
                <a:cs typeface="+mn-cs"/>
              </a:rPr>
              <a:t>the date</a:t>
            </a:r>
            <a:r>
              <a:rPr kumimoji="0" lang="en-US" sz="2400" b="0" i="0" u="none" strike="noStrike" kern="1200" cap="none" spc="0" normalizeH="0" baseline="0" noProof="0" dirty="0">
                <a:ln>
                  <a:noFill/>
                </a:ln>
                <a:solidFill>
                  <a:prstClr val="black">
                    <a:lumMod val="75000"/>
                    <a:lumOff val="25000"/>
                  </a:prstClr>
                </a:solidFill>
                <a:effectLst/>
                <a:uLnTx/>
                <a:uFillTx/>
                <a:latin typeface="Century Gothic" panose="020B0502020202020204"/>
                <a:ea typeface="+mn-ea"/>
                <a:cs typeface="+mn-cs"/>
              </a:rPr>
              <a:t>, or </a:t>
            </a:r>
            <a:r>
              <a:rPr kumimoji="0" lang="en-US" sz="2400" b="1" i="0" u="none" strike="noStrike" kern="1200" cap="none" spc="0" normalizeH="0" baseline="0" noProof="0" dirty="0">
                <a:ln>
                  <a:noFill/>
                </a:ln>
                <a:solidFill>
                  <a:prstClr val="black">
                    <a:lumMod val="75000"/>
                    <a:lumOff val="25000"/>
                  </a:prstClr>
                </a:solidFill>
                <a:effectLst/>
                <a:uLnTx/>
                <a:uFillTx/>
                <a:latin typeface="Century Gothic" panose="020B0502020202020204"/>
                <a:ea typeface="+mn-ea"/>
                <a:cs typeface="+mn-cs"/>
              </a:rPr>
              <a:t>page number</a:t>
            </a:r>
            <a:r>
              <a:rPr kumimoji="0" lang="en-US" sz="2400" b="0" i="0" u="none" strike="noStrike" kern="1200" cap="none" spc="0" normalizeH="0" baseline="0" noProof="0" dirty="0">
                <a:ln>
                  <a:noFill/>
                </a:ln>
                <a:solidFill>
                  <a:prstClr val="black">
                    <a:lumMod val="75000"/>
                    <a:lumOff val="25000"/>
                  </a:prstClr>
                </a:solidFill>
                <a:effectLst/>
                <a:uLnTx/>
                <a:uFillTx/>
                <a:latin typeface="Century Gothic" panose="020B0502020202020204"/>
                <a:ea typeface="+mn-ea"/>
                <a:cs typeface="+mn-cs"/>
              </a:rPr>
              <a:t>. You can also select options from the groups such </a:t>
            </a:r>
            <a:r>
              <a:rPr kumimoji="0" lang="en-US" sz="2400" b="1" i="0" u="none" strike="noStrike" kern="1200" cap="none" spc="0" normalizeH="0" baseline="0" noProof="0" dirty="0">
                <a:ln>
                  <a:noFill/>
                </a:ln>
                <a:solidFill>
                  <a:prstClr val="black">
                    <a:lumMod val="75000"/>
                    <a:lumOff val="25000"/>
                  </a:prstClr>
                </a:solidFill>
                <a:effectLst/>
                <a:uLnTx/>
                <a:uFillTx/>
                <a:latin typeface="Century Gothic" panose="020B0502020202020204"/>
                <a:ea typeface="+mn-ea"/>
                <a:cs typeface="+mn-cs"/>
              </a:rPr>
              <a:t>as Page number, Date and Time, Positioning, etc.,</a:t>
            </a:r>
            <a:r>
              <a:rPr kumimoji="0" lang="en-US" sz="2400" b="0" i="0" u="none" strike="noStrike" kern="1200" cap="none" spc="0" normalizeH="0" baseline="0" noProof="0" dirty="0">
                <a:ln>
                  <a:noFill/>
                </a:ln>
                <a:solidFill>
                  <a:prstClr val="black">
                    <a:lumMod val="75000"/>
                    <a:lumOff val="25000"/>
                  </a:prstClr>
                </a:solidFill>
                <a:effectLst/>
                <a:uLnTx/>
                <a:uFillTx/>
                <a:latin typeface="Century Gothic" panose="020B0502020202020204"/>
                <a:ea typeface="+mn-ea"/>
                <a:cs typeface="+mn-cs"/>
              </a:rPr>
              <a:t>.</a:t>
            </a:r>
          </a:p>
          <a:p>
            <a:pPr marL="742950" marR="0" lvl="1" indent="-285750" algn="l" defTabSz="457200" rtl="0" eaLnBrk="1" fontAlgn="auto" latinLnBrk="0" hangingPunct="1">
              <a:lnSpc>
                <a:spcPct val="150000"/>
              </a:lnSpc>
              <a:spcBef>
                <a:spcPts val="1000"/>
              </a:spcBef>
              <a:spcAft>
                <a:spcPts val="0"/>
              </a:spcAft>
              <a:buClr>
                <a:srgbClr val="A53010"/>
              </a:buClr>
              <a:buSzTx/>
              <a:buFont typeface="Wingdings 3" charset="2"/>
              <a:buChar char=""/>
              <a:tabLst/>
              <a:defRPr/>
            </a:pPr>
            <a:r>
              <a:rPr kumimoji="0" lang="en-US" sz="2400" b="0" i="0" u="none" strike="noStrike" kern="1200" cap="none" spc="0" normalizeH="0" baseline="0" noProof="0" dirty="0">
                <a:ln>
                  <a:noFill/>
                </a:ln>
                <a:solidFill>
                  <a:prstClr val="black">
                    <a:lumMod val="75000"/>
                    <a:lumOff val="25000"/>
                  </a:prstClr>
                </a:solidFill>
                <a:effectLst/>
                <a:uLnTx/>
                <a:uFillTx/>
                <a:latin typeface="Century Gothic" panose="020B0502020202020204"/>
                <a:ea typeface="+mn-ea"/>
                <a:cs typeface="+mn-cs"/>
              </a:rPr>
              <a:t>Click the </a:t>
            </a:r>
            <a:r>
              <a:rPr kumimoji="0" lang="en-US" sz="2400" b="1" i="0" u="none" strike="noStrike" kern="1200" cap="none" spc="0" normalizeH="0" baseline="0" noProof="0" dirty="0">
                <a:ln>
                  <a:noFill/>
                </a:ln>
                <a:solidFill>
                  <a:prstClr val="black">
                    <a:lumMod val="75000"/>
                    <a:lumOff val="25000"/>
                  </a:prstClr>
                </a:solidFill>
                <a:effectLst/>
                <a:uLnTx/>
                <a:uFillTx/>
                <a:latin typeface="Century Gothic" panose="020B0502020202020204"/>
                <a:ea typeface="+mn-ea"/>
                <a:cs typeface="+mn-cs"/>
              </a:rPr>
              <a:t>close Header and Footer </a:t>
            </a:r>
            <a:r>
              <a:rPr kumimoji="0" lang="en-US" sz="2400" b="0" i="0" u="none" strike="noStrike" kern="1200" cap="none" spc="0" normalizeH="0" baseline="0" noProof="0" dirty="0">
                <a:ln>
                  <a:noFill/>
                </a:ln>
                <a:solidFill>
                  <a:prstClr val="black">
                    <a:lumMod val="75000"/>
                    <a:lumOff val="25000"/>
                  </a:prstClr>
                </a:solidFill>
                <a:effectLst/>
                <a:uLnTx/>
                <a:uFillTx/>
                <a:latin typeface="Century Gothic" panose="020B0502020202020204"/>
                <a:ea typeface="+mn-ea"/>
                <a:cs typeface="+mn-cs"/>
              </a:rPr>
              <a:t>button when you finish.</a:t>
            </a:r>
          </a:p>
          <a:p>
            <a:endParaRPr lang="en-US" dirty="0"/>
          </a:p>
        </p:txBody>
      </p:sp>
    </p:spTree>
    <p:extLst>
      <p:ext uri="{BB962C8B-B14F-4D97-AF65-F5344CB8AC3E}">
        <p14:creationId xmlns:p14="http://schemas.microsoft.com/office/powerpoint/2010/main" val="1271342240"/>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4420D1-3EAC-41FE-BF80-F376D2795324}"/>
              </a:ext>
            </a:extLst>
          </p:cNvPr>
          <p:cNvSpPr>
            <a:spLocks noGrp="1"/>
          </p:cNvSpPr>
          <p:nvPr>
            <p:ph type="title"/>
          </p:nvPr>
        </p:nvSpPr>
        <p:spPr>
          <a:xfrm>
            <a:off x="1573619" y="209440"/>
            <a:ext cx="9856565" cy="864448"/>
          </a:xfrm>
        </p:spPr>
        <p:txBody>
          <a:bodyPr>
            <a:normAutofit fontScale="90000"/>
          </a:bodyPr>
          <a:lstStyle/>
          <a:p>
            <a:r>
              <a:rPr lang="en-US" dirty="0"/>
              <a:t>REFERENCES TAB</a:t>
            </a:r>
            <a:br>
              <a:rPr lang="en-US" dirty="0"/>
            </a:br>
            <a:endParaRPr lang="en-US" dirty="0"/>
          </a:p>
        </p:txBody>
      </p:sp>
      <p:sp>
        <p:nvSpPr>
          <p:cNvPr id="3" name="Content Placeholder 2">
            <a:extLst>
              <a:ext uri="{FF2B5EF4-FFF2-40B4-BE49-F238E27FC236}">
                <a16:creationId xmlns:a16="http://schemas.microsoft.com/office/drawing/2014/main" id="{F9600632-6E97-47BC-BDD9-6FC55C10E9FB}"/>
              </a:ext>
            </a:extLst>
          </p:cNvPr>
          <p:cNvSpPr>
            <a:spLocks noGrp="1"/>
          </p:cNvSpPr>
          <p:nvPr>
            <p:ph idx="1"/>
          </p:nvPr>
        </p:nvSpPr>
        <p:spPr>
          <a:xfrm>
            <a:off x="1573619" y="1073888"/>
            <a:ext cx="9930993" cy="4837334"/>
          </a:xfrm>
        </p:spPr>
        <p:txBody>
          <a:bodyPr>
            <a:normAutofit/>
          </a:bodyPr>
          <a:lstStyle/>
          <a:p>
            <a:pPr>
              <a:lnSpc>
                <a:spcPct val="150000"/>
              </a:lnSpc>
            </a:pPr>
            <a:r>
              <a:rPr lang="en-US" sz="2400" dirty="0"/>
              <a:t>Commands on the </a:t>
            </a:r>
            <a:r>
              <a:rPr lang="en-US" sz="2400" b="1" dirty="0"/>
              <a:t>References tab </a:t>
            </a:r>
            <a:r>
              <a:rPr lang="en-US" sz="2400" dirty="0"/>
              <a:t>are used to create </a:t>
            </a:r>
            <a:r>
              <a:rPr lang="en-US" sz="2400" b="1" dirty="0"/>
              <a:t>a table of contents</a:t>
            </a:r>
            <a:r>
              <a:rPr lang="en-US" sz="2400" dirty="0"/>
              <a:t>, </a:t>
            </a:r>
            <a:r>
              <a:rPr lang="en-US" sz="2400" b="1" dirty="0"/>
              <a:t>footnotes and endnotes</a:t>
            </a:r>
            <a:r>
              <a:rPr lang="en-US" sz="2400" dirty="0"/>
              <a:t>, </a:t>
            </a:r>
            <a:r>
              <a:rPr lang="en-US" sz="2400" b="1" dirty="0"/>
              <a:t>citations and a bibliography</a:t>
            </a:r>
            <a:r>
              <a:rPr lang="en-US" sz="2400" dirty="0"/>
              <a:t>, </a:t>
            </a:r>
            <a:r>
              <a:rPr lang="en-US" sz="2400" b="1" dirty="0"/>
              <a:t>captions</a:t>
            </a:r>
            <a:r>
              <a:rPr lang="en-US" sz="2400" dirty="0"/>
              <a:t>, </a:t>
            </a:r>
            <a:r>
              <a:rPr lang="en-US" sz="2400" b="1" dirty="0"/>
              <a:t>an index</a:t>
            </a:r>
            <a:r>
              <a:rPr lang="en-US" sz="2400" dirty="0"/>
              <a:t>, </a:t>
            </a:r>
            <a:r>
              <a:rPr lang="en-US" sz="2400" dirty="0" err="1"/>
              <a:t>etc</a:t>
            </a:r>
            <a:r>
              <a:rPr lang="en-US" sz="2400" dirty="0"/>
              <a:t>,.</a:t>
            </a:r>
          </a:p>
        </p:txBody>
      </p:sp>
    </p:spTree>
    <p:extLst>
      <p:ext uri="{BB962C8B-B14F-4D97-AF65-F5344CB8AC3E}">
        <p14:creationId xmlns:p14="http://schemas.microsoft.com/office/powerpoint/2010/main" val="960213000"/>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7E2729-E3BB-4A47-8500-176CC8E73A49}"/>
              </a:ext>
            </a:extLst>
          </p:cNvPr>
          <p:cNvSpPr>
            <a:spLocks noGrp="1"/>
          </p:cNvSpPr>
          <p:nvPr>
            <p:ph type="title"/>
          </p:nvPr>
        </p:nvSpPr>
        <p:spPr>
          <a:xfrm>
            <a:off x="1648047" y="306333"/>
            <a:ext cx="9856565" cy="831351"/>
          </a:xfrm>
        </p:spPr>
        <p:txBody>
          <a:bodyPr>
            <a:normAutofit fontScale="90000"/>
          </a:bodyPr>
          <a:lstStyle/>
          <a:p>
            <a:r>
              <a:rPr lang="en-US" dirty="0"/>
              <a:t>TABLE OF CONTENTS GROUP ON THE RIBBON</a:t>
            </a:r>
            <a:br>
              <a:rPr lang="en-US" dirty="0"/>
            </a:br>
            <a:endParaRPr lang="en-US" dirty="0"/>
          </a:p>
        </p:txBody>
      </p:sp>
      <p:sp>
        <p:nvSpPr>
          <p:cNvPr id="3" name="Content Placeholder 2">
            <a:extLst>
              <a:ext uri="{FF2B5EF4-FFF2-40B4-BE49-F238E27FC236}">
                <a16:creationId xmlns:a16="http://schemas.microsoft.com/office/drawing/2014/main" id="{B880D2D6-DBB8-491E-B581-332BF2264ED0}"/>
              </a:ext>
            </a:extLst>
          </p:cNvPr>
          <p:cNvSpPr>
            <a:spLocks noGrp="1"/>
          </p:cNvSpPr>
          <p:nvPr>
            <p:ph idx="1"/>
          </p:nvPr>
        </p:nvSpPr>
        <p:spPr>
          <a:xfrm>
            <a:off x="1648047" y="1137684"/>
            <a:ext cx="9856565" cy="4773538"/>
          </a:xfrm>
        </p:spPr>
        <p:txBody>
          <a:bodyPr>
            <a:normAutofit/>
          </a:bodyPr>
          <a:lstStyle/>
          <a:p>
            <a:pPr>
              <a:lnSpc>
                <a:spcPct val="150000"/>
              </a:lnSpc>
            </a:pPr>
            <a:r>
              <a:rPr lang="en-US" sz="2400" dirty="0"/>
              <a:t>When working with your research paper, adding a table of contents can make it easy for the reader to locate a section of your paper quickly. </a:t>
            </a:r>
          </a:p>
          <a:p>
            <a:pPr>
              <a:lnSpc>
                <a:spcPct val="150000"/>
              </a:lnSpc>
            </a:pPr>
            <a:r>
              <a:rPr lang="en-US" sz="2400" dirty="0"/>
              <a:t>The table of contents makes it easy to jump from one location in your document to another. </a:t>
            </a:r>
          </a:p>
          <a:p>
            <a:pPr>
              <a:lnSpc>
                <a:spcPct val="150000"/>
              </a:lnSpc>
            </a:pPr>
            <a:r>
              <a:rPr lang="en-US" sz="2400" dirty="0"/>
              <a:t>Word automatically creates links for you, and, should you decide to present the paper online, the links will be in your document</a:t>
            </a:r>
          </a:p>
        </p:txBody>
      </p:sp>
    </p:spTree>
    <p:extLst>
      <p:ext uri="{BB962C8B-B14F-4D97-AF65-F5344CB8AC3E}">
        <p14:creationId xmlns:p14="http://schemas.microsoft.com/office/powerpoint/2010/main" val="467503364"/>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532D62-280E-4B65-B14B-36183A4FACAF}"/>
              </a:ext>
            </a:extLst>
          </p:cNvPr>
          <p:cNvSpPr>
            <a:spLocks noGrp="1"/>
          </p:cNvSpPr>
          <p:nvPr>
            <p:ph type="title"/>
          </p:nvPr>
        </p:nvSpPr>
        <p:spPr>
          <a:xfrm>
            <a:off x="1637414" y="230705"/>
            <a:ext cx="9867198" cy="716073"/>
          </a:xfrm>
        </p:spPr>
        <p:txBody>
          <a:bodyPr/>
          <a:lstStyle/>
          <a:p>
            <a:r>
              <a:rPr lang="en-US" dirty="0"/>
              <a:t>CREATING A TABLE OF CONTENTS</a:t>
            </a:r>
          </a:p>
        </p:txBody>
      </p:sp>
      <p:sp>
        <p:nvSpPr>
          <p:cNvPr id="3" name="Content Placeholder 2">
            <a:extLst>
              <a:ext uri="{FF2B5EF4-FFF2-40B4-BE49-F238E27FC236}">
                <a16:creationId xmlns:a16="http://schemas.microsoft.com/office/drawing/2014/main" id="{2514B744-F092-4428-9234-8754D9E1BB4D}"/>
              </a:ext>
            </a:extLst>
          </p:cNvPr>
          <p:cNvSpPr>
            <a:spLocks noGrp="1"/>
          </p:cNvSpPr>
          <p:nvPr>
            <p:ph idx="1"/>
          </p:nvPr>
        </p:nvSpPr>
        <p:spPr>
          <a:xfrm>
            <a:off x="1637414" y="1052623"/>
            <a:ext cx="9867198" cy="4858599"/>
          </a:xfrm>
        </p:spPr>
        <p:txBody>
          <a:bodyPr>
            <a:noAutofit/>
          </a:bodyPr>
          <a:lstStyle/>
          <a:p>
            <a:r>
              <a:rPr lang="en-US" sz="2000" dirty="0"/>
              <a:t>A </a:t>
            </a:r>
            <a:r>
              <a:rPr lang="en-US" sz="2000" b="1" dirty="0"/>
              <a:t>table of contents </a:t>
            </a:r>
            <a:r>
              <a:rPr lang="en-US" sz="2000" dirty="0"/>
              <a:t>is usually found at the beginning of a long document to help readers quickly locate topics of interest.</a:t>
            </a:r>
          </a:p>
          <a:p>
            <a:r>
              <a:rPr lang="en-US" sz="2000" dirty="0"/>
              <a:t>A </a:t>
            </a:r>
            <a:r>
              <a:rPr lang="en-US" sz="2000" b="1" dirty="0"/>
              <a:t>table of contents </a:t>
            </a:r>
            <a:r>
              <a:rPr lang="en-US" sz="2000" dirty="0"/>
              <a:t>(TOC) is an ordered list of the headings in a document, along with the page numbers on which the headings are found. The table of contents follows the title page.</a:t>
            </a:r>
          </a:p>
          <a:p>
            <a:r>
              <a:rPr lang="en-US" sz="2000" dirty="0"/>
              <a:t>Word makes inserting a table of contents easy by providing a built-in gallery of styles on the Table of Contents menu. You can use one of the styles from the built-in gallery or manually format a  table of contents. </a:t>
            </a:r>
          </a:p>
          <a:p>
            <a:r>
              <a:rPr lang="en-US" sz="2000" dirty="0"/>
              <a:t>Your document must contain heading styles for Word to automatically build a Table of Contents. Word will construct your Table of Contents based on any heading style in the document. </a:t>
            </a:r>
          </a:p>
          <a:p>
            <a:r>
              <a:rPr lang="en-US" sz="2000" dirty="0"/>
              <a:t>For example, if you use </a:t>
            </a:r>
            <a:r>
              <a:rPr lang="en-US" sz="2000" b="1" dirty="0"/>
              <a:t>Heading 1</a:t>
            </a:r>
            <a:r>
              <a:rPr lang="en-US" sz="2000" dirty="0"/>
              <a:t>, </a:t>
            </a:r>
            <a:r>
              <a:rPr lang="en-US" sz="2000" b="1" dirty="0"/>
              <a:t>Heading 2</a:t>
            </a:r>
            <a:r>
              <a:rPr lang="en-US" sz="2000" dirty="0"/>
              <a:t>, and </a:t>
            </a:r>
            <a:r>
              <a:rPr lang="en-US" sz="2000" b="1" dirty="0"/>
              <a:t>Heading 3 styles </a:t>
            </a:r>
            <a:r>
              <a:rPr lang="en-US" sz="2000" dirty="0"/>
              <a:t>in your document and then generate a table of contents, Word automatically knows which heading style you are using. </a:t>
            </a:r>
          </a:p>
        </p:txBody>
      </p:sp>
    </p:spTree>
    <p:extLst>
      <p:ext uri="{BB962C8B-B14F-4D97-AF65-F5344CB8AC3E}">
        <p14:creationId xmlns:p14="http://schemas.microsoft.com/office/powerpoint/2010/main" val="2577357271"/>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3DBB6C-1496-43FB-9819-6C0DE2C25135}"/>
              </a:ext>
            </a:extLst>
          </p:cNvPr>
          <p:cNvSpPr>
            <a:spLocks noGrp="1"/>
          </p:cNvSpPr>
          <p:nvPr>
            <p:ph type="title"/>
          </p:nvPr>
        </p:nvSpPr>
        <p:spPr>
          <a:xfrm>
            <a:off x="1658679" y="209440"/>
            <a:ext cx="9845933" cy="875081"/>
          </a:xfrm>
        </p:spPr>
        <p:txBody>
          <a:bodyPr/>
          <a:lstStyle/>
          <a:p>
            <a:r>
              <a:rPr kumimoji="0" lang="en-US" sz="3600" b="0" i="0" u="none" strike="noStrike" kern="1200" cap="none" spc="0" normalizeH="0" baseline="0" noProof="0" dirty="0">
                <a:ln>
                  <a:noFill/>
                </a:ln>
                <a:solidFill>
                  <a:prstClr val="black">
                    <a:lumMod val="85000"/>
                    <a:lumOff val="15000"/>
                  </a:prstClr>
                </a:solidFill>
                <a:effectLst/>
                <a:uLnTx/>
                <a:uFillTx/>
                <a:latin typeface="Century Gothic" panose="020B0502020202020204"/>
                <a:ea typeface="+mj-ea"/>
                <a:cs typeface="+mj-cs"/>
              </a:rPr>
              <a:t>CONTD…</a:t>
            </a:r>
            <a:endParaRPr lang="en-US" dirty="0"/>
          </a:p>
        </p:txBody>
      </p:sp>
      <p:sp>
        <p:nvSpPr>
          <p:cNvPr id="3" name="Content Placeholder 2">
            <a:extLst>
              <a:ext uri="{FF2B5EF4-FFF2-40B4-BE49-F238E27FC236}">
                <a16:creationId xmlns:a16="http://schemas.microsoft.com/office/drawing/2014/main" id="{739C4B98-46B5-4AD2-B158-3C960D0A970F}"/>
              </a:ext>
            </a:extLst>
          </p:cNvPr>
          <p:cNvSpPr>
            <a:spLocks noGrp="1"/>
          </p:cNvSpPr>
          <p:nvPr>
            <p:ph idx="1"/>
          </p:nvPr>
        </p:nvSpPr>
        <p:spPr>
          <a:xfrm>
            <a:off x="1658679" y="1084521"/>
            <a:ext cx="9845933" cy="4826701"/>
          </a:xfrm>
        </p:spPr>
        <p:txBody>
          <a:bodyPr>
            <a:noAutofit/>
          </a:bodyPr>
          <a:lstStyle/>
          <a:p>
            <a:pPr marL="0" indent="0">
              <a:buNone/>
            </a:pPr>
            <a:r>
              <a:rPr lang="en-US" sz="2000" b="1" dirty="0">
                <a:solidFill>
                  <a:srgbClr val="FF0000"/>
                </a:solidFill>
              </a:rPr>
              <a:t>NOTE: Before creating the Table of Contents in this class following the below steps you need to have a document which has different heading styles (up to 4 styles) from the Home tab, Styles group.</a:t>
            </a:r>
          </a:p>
          <a:p>
            <a:r>
              <a:rPr lang="en-US" sz="2000" dirty="0"/>
              <a:t>Position the insertion point at the beginning of the document. On the </a:t>
            </a:r>
            <a:r>
              <a:rPr lang="en-US" sz="2000" b="1" dirty="0"/>
              <a:t>Layout tab</a:t>
            </a:r>
            <a:r>
              <a:rPr lang="en-US" sz="2000" dirty="0"/>
              <a:t>, in the  </a:t>
            </a:r>
            <a:r>
              <a:rPr lang="en-US" sz="2000" b="1" dirty="0"/>
              <a:t>Page Setup group</a:t>
            </a:r>
            <a:r>
              <a:rPr lang="en-US" sz="2000" dirty="0"/>
              <a:t>, click </a:t>
            </a:r>
            <a:r>
              <a:rPr lang="en-US" sz="2000" b="1" dirty="0"/>
              <a:t>Breaks</a:t>
            </a:r>
            <a:r>
              <a:rPr lang="en-US" sz="2000" dirty="0"/>
              <a:t> and, in the </a:t>
            </a:r>
            <a:r>
              <a:rPr lang="en-US" sz="2000" b="1" dirty="0"/>
              <a:t>Section Breaks section</a:t>
            </a:r>
            <a:r>
              <a:rPr lang="en-US" sz="2000" dirty="0"/>
              <a:t>, select </a:t>
            </a:r>
            <a:r>
              <a:rPr lang="en-US" sz="2000" b="1" dirty="0"/>
              <a:t>Next Page</a:t>
            </a:r>
            <a:r>
              <a:rPr lang="en-US" sz="2000" dirty="0"/>
              <a:t>. Then, move the insertion point to the top of the first page. </a:t>
            </a:r>
          </a:p>
          <a:p>
            <a:r>
              <a:rPr lang="en-US" sz="2000" dirty="0"/>
              <a:t>By inserting a section break, you separate the Table of Contents from the rest of the document, because you may  need to insert page numbers differently.</a:t>
            </a:r>
          </a:p>
          <a:p>
            <a:r>
              <a:rPr lang="en-US" sz="2000" dirty="0"/>
              <a:t>Press Enter twice to create a blank line above the section break, and place the insertion point on the top line.</a:t>
            </a:r>
          </a:p>
          <a:p>
            <a:r>
              <a:rPr lang="en-US" sz="2000" dirty="0"/>
              <a:t>On the </a:t>
            </a:r>
            <a:r>
              <a:rPr lang="en-US" sz="2000" b="1" dirty="0"/>
              <a:t>References tab,</a:t>
            </a:r>
            <a:r>
              <a:rPr lang="en-US" sz="2000" dirty="0"/>
              <a:t> in the </a:t>
            </a:r>
            <a:r>
              <a:rPr lang="en-US" sz="2000" b="1" dirty="0"/>
              <a:t>Table of Contents group</a:t>
            </a:r>
            <a:r>
              <a:rPr lang="en-US" sz="2000" dirty="0"/>
              <a:t>, click the </a:t>
            </a:r>
            <a:r>
              <a:rPr lang="en-US" sz="2000" b="1" dirty="0"/>
              <a:t>Table of Contents button</a:t>
            </a:r>
            <a:r>
              <a:rPr lang="en-US" sz="2000" dirty="0"/>
              <a:t>. A menu appears, containing a gallery of built-in styles.</a:t>
            </a:r>
          </a:p>
        </p:txBody>
      </p:sp>
    </p:spTree>
    <p:extLst>
      <p:ext uri="{BB962C8B-B14F-4D97-AF65-F5344CB8AC3E}">
        <p14:creationId xmlns:p14="http://schemas.microsoft.com/office/powerpoint/2010/main" val="254310374"/>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06B97A-23D2-4BD3-92C2-EBE531BDCE1E}"/>
              </a:ext>
            </a:extLst>
          </p:cNvPr>
          <p:cNvSpPr>
            <a:spLocks noGrp="1"/>
          </p:cNvSpPr>
          <p:nvPr>
            <p:ph type="title"/>
          </p:nvPr>
        </p:nvSpPr>
        <p:spPr>
          <a:xfrm>
            <a:off x="1658679" y="188175"/>
            <a:ext cx="9845933" cy="758603"/>
          </a:xfrm>
        </p:spPr>
        <p:txBody>
          <a:bodyPr/>
          <a:lstStyle/>
          <a:p>
            <a:r>
              <a:rPr kumimoji="0" lang="en-US" sz="3600" b="0" i="0" u="none" strike="noStrike" kern="1200" cap="none" spc="0" normalizeH="0" baseline="0" noProof="0" dirty="0">
                <a:ln>
                  <a:noFill/>
                </a:ln>
                <a:solidFill>
                  <a:prstClr val="black">
                    <a:lumMod val="85000"/>
                    <a:lumOff val="15000"/>
                  </a:prstClr>
                </a:solidFill>
                <a:effectLst/>
                <a:uLnTx/>
                <a:uFillTx/>
                <a:latin typeface="Century Gothic" panose="020B0502020202020204"/>
                <a:ea typeface="+mj-ea"/>
                <a:cs typeface="+mj-cs"/>
              </a:rPr>
              <a:t>CONTD…</a:t>
            </a:r>
            <a:endParaRPr lang="en-US" dirty="0"/>
          </a:p>
        </p:txBody>
      </p:sp>
      <p:sp>
        <p:nvSpPr>
          <p:cNvPr id="3" name="Content Placeholder 2">
            <a:extLst>
              <a:ext uri="{FF2B5EF4-FFF2-40B4-BE49-F238E27FC236}">
                <a16:creationId xmlns:a16="http://schemas.microsoft.com/office/drawing/2014/main" id="{5348E95F-6F38-4479-A221-B64201A718A6}"/>
              </a:ext>
            </a:extLst>
          </p:cNvPr>
          <p:cNvSpPr>
            <a:spLocks noGrp="1"/>
          </p:cNvSpPr>
          <p:nvPr>
            <p:ph idx="1"/>
          </p:nvPr>
        </p:nvSpPr>
        <p:spPr>
          <a:xfrm>
            <a:off x="1658679" y="946778"/>
            <a:ext cx="9845933" cy="4964444"/>
          </a:xfrm>
        </p:spPr>
        <p:txBody>
          <a:bodyPr>
            <a:normAutofit fontScale="92500" lnSpcReduction="20000"/>
          </a:bodyPr>
          <a:lstStyle/>
          <a:p>
            <a:pPr>
              <a:lnSpc>
                <a:spcPct val="150000"/>
              </a:lnSpc>
            </a:pPr>
            <a:r>
              <a:rPr lang="en-US" sz="2000" dirty="0"/>
              <a:t>Select the </a:t>
            </a:r>
            <a:r>
              <a:rPr lang="en-US" sz="2000" b="1" dirty="0"/>
              <a:t>Automatic Table 2 style</a:t>
            </a:r>
            <a:r>
              <a:rPr lang="en-US" sz="2000" dirty="0"/>
              <a:t>. The table of contents is inserted in the document. When you click inside the table of contents, it is shaded in gray. Each entry is linked  to a heading in the document and has a ScreenTip instructing you to </a:t>
            </a:r>
            <a:r>
              <a:rPr lang="en-US" sz="2000" b="1" dirty="0" err="1"/>
              <a:t>Ctrl+Click</a:t>
            </a:r>
            <a:r>
              <a:rPr lang="en-US" sz="2000" b="1" dirty="0"/>
              <a:t> </a:t>
            </a:r>
            <a:r>
              <a:rPr lang="en-US" sz="2000" dirty="0"/>
              <a:t>to advance to that heading. </a:t>
            </a:r>
          </a:p>
          <a:p>
            <a:pPr>
              <a:lnSpc>
                <a:spcPct val="150000"/>
              </a:lnSpc>
            </a:pPr>
            <a:r>
              <a:rPr lang="en-US" sz="2000" dirty="0"/>
              <a:t>This particular Table of Contents style contains headings and right tab settings with dot leaders. The page numbers are automatically inserted for each heading. When you select the table, the Table of Contents tab appears at the top, enabling you to select the table, change the format, and update its contents.</a:t>
            </a:r>
          </a:p>
          <a:p>
            <a:pPr>
              <a:lnSpc>
                <a:spcPct val="150000"/>
              </a:lnSpc>
            </a:pPr>
            <a:r>
              <a:rPr lang="en-US" sz="2000" dirty="0"/>
              <a:t>Press </a:t>
            </a:r>
            <a:r>
              <a:rPr lang="en-US" sz="2000" b="1" dirty="0"/>
              <a:t>Ctrl</a:t>
            </a:r>
            <a:r>
              <a:rPr lang="en-US" sz="2000" dirty="0"/>
              <a:t> and click </a:t>
            </a:r>
            <a:r>
              <a:rPr lang="en-US" sz="2000" b="1" dirty="0"/>
              <a:t>the mouse button </a:t>
            </a:r>
            <a:r>
              <a:rPr lang="en-US" sz="2000" dirty="0"/>
              <a:t>to follow the link to a particular heading. Word jumps to that section of the document. Press </a:t>
            </a:r>
            <a:r>
              <a:rPr lang="en-US" sz="2000" b="1" dirty="0" err="1"/>
              <a:t>Ctrl+Home</a:t>
            </a:r>
            <a:r>
              <a:rPr lang="en-US" sz="2000" b="1" dirty="0"/>
              <a:t> </a:t>
            </a:r>
            <a:r>
              <a:rPr lang="en-US" sz="2000" dirty="0"/>
              <a:t>to go to the beginning of the document.</a:t>
            </a:r>
          </a:p>
          <a:p>
            <a:endParaRPr lang="en-US" dirty="0"/>
          </a:p>
        </p:txBody>
      </p:sp>
    </p:spTree>
    <p:extLst>
      <p:ext uri="{BB962C8B-B14F-4D97-AF65-F5344CB8AC3E}">
        <p14:creationId xmlns:p14="http://schemas.microsoft.com/office/powerpoint/2010/main" val="1535746374"/>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C52838-548E-444B-8144-0CF4E0EA9347}"/>
              </a:ext>
            </a:extLst>
          </p:cNvPr>
          <p:cNvSpPr>
            <a:spLocks noGrp="1"/>
          </p:cNvSpPr>
          <p:nvPr>
            <p:ph type="title"/>
          </p:nvPr>
        </p:nvSpPr>
        <p:spPr>
          <a:xfrm>
            <a:off x="1679944" y="230706"/>
            <a:ext cx="9824668" cy="843182"/>
          </a:xfrm>
        </p:spPr>
        <p:txBody>
          <a:bodyPr/>
          <a:lstStyle/>
          <a:p>
            <a:r>
              <a:rPr lang="en-US" dirty="0">
                <a:solidFill>
                  <a:prstClr val="black">
                    <a:lumMod val="85000"/>
                    <a:lumOff val="15000"/>
                  </a:prstClr>
                </a:solidFill>
                <a:latin typeface="Century Gothic" panose="020B0502020202020204"/>
              </a:rPr>
              <a:t>FORMATTING</a:t>
            </a:r>
            <a:r>
              <a:rPr kumimoji="0" lang="en-US" sz="3600" b="0" i="0" u="none" strike="noStrike" kern="1200" cap="none" spc="0" normalizeH="0" baseline="0" noProof="0" dirty="0">
                <a:ln>
                  <a:noFill/>
                </a:ln>
                <a:solidFill>
                  <a:prstClr val="black">
                    <a:lumMod val="85000"/>
                    <a:lumOff val="15000"/>
                  </a:prstClr>
                </a:solidFill>
                <a:effectLst/>
                <a:uLnTx/>
                <a:uFillTx/>
                <a:latin typeface="Century Gothic" panose="020B0502020202020204"/>
                <a:ea typeface="+mj-ea"/>
                <a:cs typeface="+mj-cs"/>
              </a:rPr>
              <a:t> A TABLE OF CONTENTS</a:t>
            </a:r>
            <a:endParaRPr lang="en-US" dirty="0"/>
          </a:p>
        </p:txBody>
      </p:sp>
      <p:sp>
        <p:nvSpPr>
          <p:cNvPr id="3" name="Content Placeholder 2">
            <a:extLst>
              <a:ext uri="{FF2B5EF4-FFF2-40B4-BE49-F238E27FC236}">
                <a16:creationId xmlns:a16="http://schemas.microsoft.com/office/drawing/2014/main" id="{3973D57F-7926-4F0C-8D1F-9BD3A480B410}"/>
              </a:ext>
            </a:extLst>
          </p:cNvPr>
          <p:cNvSpPr>
            <a:spLocks noGrp="1"/>
          </p:cNvSpPr>
          <p:nvPr>
            <p:ph idx="1"/>
          </p:nvPr>
        </p:nvSpPr>
        <p:spPr>
          <a:xfrm>
            <a:off x="1679944" y="1073888"/>
            <a:ext cx="9824668" cy="4837334"/>
          </a:xfrm>
        </p:spPr>
        <p:txBody>
          <a:bodyPr>
            <a:normAutofit fontScale="92500" lnSpcReduction="20000"/>
          </a:bodyPr>
          <a:lstStyle/>
          <a:p>
            <a:pPr>
              <a:lnSpc>
                <a:spcPct val="150000"/>
              </a:lnSpc>
            </a:pPr>
            <a:r>
              <a:rPr lang="en-US" sz="2000" dirty="0"/>
              <a:t>The Table of Contents dialog box has other formatting options, including whether to </a:t>
            </a:r>
            <a:r>
              <a:rPr lang="en-US" sz="2000" b="1" dirty="0"/>
              <a:t>show page numbers </a:t>
            </a:r>
            <a:r>
              <a:rPr lang="en-US" sz="2000" dirty="0"/>
              <a:t>or </a:t>
            </a:r>
            <a:r>
              <a:rPr lang="en-US" sz="2000" b="1" dirty="0"/>
              <a:t>right-align page numbers</a:t>
            </a:r>
            <a:r>
              <a:rPr lang="en-US" sz="2000" dirty="0"/>
              <a:t>. You can also specify tab leaders, which are the symbols that appear between the table of contents topic and the corresponding page number. </a:t>
            </a:r>
          </a:p>
          <a:p>
            <a:pPr marL="0" indent="0">
              <a:lnSpc>
                <a:spcPct val="150000"/>
              </a:lnSpc>
              <a:buNone/>
            </a:pPr>
            <a:r>
              <a:rPr lang="en-US" sz="2000" b="1" dirty="0"/>
              <a:t>STEPS</a:t>
            </a:r>
          </a:p>
          <a:p>
            <a:pPr>
              <a:lnSpc>
                <a:spcPct val="150000"/>
              </a:lnSpc>
            </a:pPr>
            <a:r>
              <a:rPr lang="en-US" sz="2000" dirty="0"/>
              <a:t>Select the table of contents you created, and in the </a:t>
            </a:r>
            <a:r>
              <a:rPr lang="en-US" sz="2000" b="1" dirty="0"/>
              <a:t>Table of Contents group</a:t>
            </a:r>
            <a:r>
              <a:rPr lang="en-US" sz="2000" dirty="0"/>
              <a:t>, click the </a:t>
            </a:r>
            <a:r>
              <a:rPr lang="en-US" sz="2000" b="1" dirty="0"/>
              <a:t>Table of Contents button</a:t>
            </a:r>
            <a:r>
              <a:rPr lang="en-US" sz="2000" dirty="0"/>
              <a:t>.</a:t>
            </a:r>
          </a:p>
          <a:p>
            <a:pPr>
              <a:lnSpc>
                <a:spcPct val="150000"/>
              </a:lnSpc>
            </a:pPr>
            <a:r>
              <a:rPr lang="en-US" sz="2000" dirty="0"/>
              <a:t>Select </a:t>
            </a:r>
            <a:r>
              <a:rPr lang="en-US" sz="2000" b="1" dirty="0"/>
              <a:t>Custom Table of Contents </a:t>
            </a:r>
            <a:r>
              <a:rPr lang="en-US" sz="2000" dirty="0"/>
              <a:t>from the menu. The Table of Contents dialog box appears. </a:t>
            </a:r>
          </a:p>
          <a:p>
            <a:pPr lvl="1">
              <a:lnSpc>
                <a:spcPct val="150000"/>
              </a:lnSpc>
            </a:pPr>
            <a:r>
              <a:rPr lang="en-US" sz="2000" b="1" dirty="0"/>
              <a:t>The Print Preview box </a:t>
            </a:r>
            <a:r>
              <a:rPr lang="en-US" sz="2000" dirty="0"/>
              <a:t>shows the style used to create the printed table of contents. </a:t>
            </a:r>
          </a:p>
        </p:txBody>
      </p:sp>
    </p:spTree>
    <p:extLst>
      <p:ext uri="{BB962C8B-B14F-4D97-AF65-F5344CB8AC3E}">
        <p14:creationId xmlns:p14="http://schemas.microsoft.com/office/powerpoint/2010/main" val="2698067583"/>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FBBACC-51D4-4473-BDEF-FCAF0E285A9F}"/>
              </a:ext>
            </a:extLst>
          </p:cNvPr>
          <p:cNvSpPr>
            <a:spLocks noGrp="1"/>
          </p:cNvSpPr>
          <p:nvPr>
            <p:ph type="title"/>
          </p:nvPr>
        </p:nvSpPr>
        <p:spPr>
          <a:xfrm>
            <a:off x="1658679" y="209440"/>
            <a:ext cx="9845933" cy="821918"/>
          </a:xfrm>
        </p:spPr>
        <p:txBody>
          <a:bodyPr>
            <a:normAutofit/>
          </a:bodyPr>
          <a:lstStyle/>
          <a:p>
            <a:r>
              <a:rPr kumimoji="0" lang="en-US" sz="3600" b="0" i="0" u="none" strike="noStrike" kern="1200" cap="none" spc="0" normalizeH="0" baseline="0" noProof="0" dirty="0">
                <a:ln>
                  <a:noFill/>
                </a:ln>
                <a:solidFill>
                  <a:prstClr val="black">
                    <a:lumMod val="85000"/>
                    <a:lumOff val="15000"/>
                  </a:prstClr>
                </a:solidFill>
                <a:effectLst/>
                <a:uLnTx/>
                <a:uFillTx/>
                <a:latin typeface="Century Gothic" panose="020B0502020202020204"/>
                <a:ea typeface="+mj-ea"/>
                <a:cs typeface="+mj-cs"/>
              </a:rPr>
              <a:t>CONTD…</a:t>
            </a:r>
            <a:endParaRPr lang="en-US" dirty="0"/>
          </a:p>
        </p:txBody>
      </p:sp>
      <p:sp>
        <p:nvSpPr>
          <p:cNvPr id="3" name="Content Placeholder 2">
            <a:extLst>
              <a:ext uri="{FF2B5EF4-FFF2-40B4-BE49-F238E27FC236}">
                <a16:creationId xmlns:a16="http://schemas.microsoft.com/office/drawing/2014/main" id="{44F19E6C-55DE-45E3-B588-FA3F8465E676}"/>
              </a:ext>
            </a:extLst>
          </p:cNvPr>
          <p:cNvSpPr>
            <a:spLocks noGrp="1"/>
          </p:cNvSpPr>
          <p:nvPr>
            <p:ph idx="1"/>
          </p:nvPr>
        </p:nvSpPr>
        <p:spPr>
          <a:xfrm>
            <a:off x="1658679" y="1031358"/>
            <a:ext cx="9845933" cy="4879864"/>
          </a:xfrm>
        </p:spPr>
        <p:txBody>
          <a:bodyPr>
            <a:noAutofit/>
          </a:bodyPr>
          <a:lstStyle/>
          <a:p>
            <a:pPr marL="742950" marR="0" lvl="1" indent="-285750" algn="l" defTabSz="457200" rtl="0" eaLnBrk="1" fontAlgn="auto" latinLnBrk="0" hangingPunct="1">
              <a:lnSpc>
                <a:spcPct val="150000"/>
              </a:lnSpc>
              <a:spcBef>
                <a:spcPts val="1000"/>
              </a:spcBef>
              <a:spcAft>
                <a:spcPts val="0"/>
              </a:spcAft>
              <a:buClr>
                <a:srgbClr val="A53010"/>
              </a:buClr>
              <a:buSzTx/>
              <a:buFont typeface="Wingdings 3" charset="2"/>
              <a:buChar char=""/>
              <a:tabLst/>
              <a:defRPr/>
            </a:pPr>
            <a:r>
              <a:rPr kumimoji="0" lang="en-US" sz="2000" b="1" i="0" u="none" strike="noStrike" kern="1200" cap="none" spc="0" normalizeH="0" baseline="0" noProof="0" dirty="0">
                <a:ln>
                  <a:noFill/>
                </a:ln>
                <a:solidFill>
                  <a:prstClr val="black">
                    <a:lumMod val="75000"/>
                    <a:lumOff val="25000"/>
                  </a:prstClr>
                </a:solidFill>
                <a:effectLst/>
                <a:uLnTx/>
                <a:uFillTx/>
                <a:ea typeface="+mn-ea"/>
                <a:cs typeface="+mn-cs"/>
              </a:rPr>
              <a:t>The Web Preview box </a:t>
            </a:r>
            <a:r>
              <a:rPr kumimoji="0" lang="en-US" sz="2000" b="0" i="0" u="none" strike="noStrike" kern="1200" cap="none" spc="0" normalizeH="0" baseline="0" noProof="0" dirty="0">
                <a:ln>
                  <a:noFill/>
                </a:ln>
                <a:solidFill>
                  <a:prstClr val="black">
                    <a:lumMod val="75000"/>
                    <a:lumOff val="25000"/>
                  </a:prstClr>
                </a:solidFill>
                <a:effectLst/>
                <a:uLnTx/>
                <a:uFillTx/>
                <a:ea typeface="+mn-ea"/>
                <a:cs typeface="+mn-cs"/>
              </a:rPr>
              <a:t>displays the same content using hyperlinks instead of page numbers. Using the controls in the Table of Contents dialog box, you can specify whether to show page numbers and whether to right-align those page numbers. Tab leaders are symbols that serve as a visual guide connecting the headings to the page numbers. These can appear as </a:t>
            </a:r>
            <a:r>
              <a:rPr kumimoji="0" lang="en-US" sz="2000" b="1" i="0" u="none" strike="noStrike" kern="1200" cap="none" spc="0" normalizeH="0" baseline="0" noProof="0" dirty="0">
                <a:ln>
                  <a:noFill/>
                </a:ln>
                <a:solidFill>
                  <a:prstClr val="black">
                    <a:lumMod val="75000"/>
                    <a:lumOff val="25000"/>
                  </a:prstClr>
                </a:solidFill>
                <a:effectLst/>
                <a:uLnTx/>
                <a:uFillTx/>
                <a:ea typeface="+mn-ea"/>
                <a:cs typeface="+mn-cs"/>
              </a:rPr>
              <a:t>periods, hyphens, lines, or nothing at all</a:t>
            </a:r>
            <a:r>
              <a:rPr kumimoji="0" lang="en-US" sz="2000" b="0" i="0" u="none" strike="noStrike" kern="1200" cap="none" spc="0" normalizeH="0" baseline="0" noProof="0" dirty="0">
                <a:ln>
                  <a:noFill/>
                </a:ln>
                <a:solidFill>
                  <a:prstClr val="black">
                    <a:lumMod val="75000"/>
                    <a:lumOff val="25000"/>
                  </a:prstClr>
                </a:solidFill>
                <a:effectLst/>
                <a:uLnTx/>
                <a:uFillTx/>
                <a:ea typeface="+mn-ea"/>
                <a:cs typeface="+mn-cs"/>
              </a:rPr>
              <a:t>. You can also change the format of the Table of Contents to display multiple heading levels</a:t>
            </a:r>
          </a:p>
          <a:p>
            <a:pPr>
              <a:lnSpc>
                <a:spcPct val="150000"/>
              </a:lnSpc>
            </a:pPr>
            <a:r>
              <a:rPr lang="en-US" sz="2000" dirty="0"/>
              <a:t>In the </a:t>
            </a:r>
            <a:r>
              <a:rPr lang="en-US" sz="2000" b="1" dirty="0"/>
              <a:t>General section</a:t>
            </a:r>
            <a:r>
              <a:rPr lang="en-US" sz="2000" dirty="0"/>
              <a:t>, from </a:t>
            </a:r>
            <a:r>
              <a:rPr lang="en-US" sz="2000" b="1" dirty="0"/>
              <a:t>the Formats drop-down list,</a:t>
            </a:r>
            <a:r>
              <a:rPr lang="en-US" sz="2000" dirty="0"/>
              <a:t> select </a:t>
            </a:r>
            <a:r>
              <a:rPr lang="en-US" sz="2000" b="1" dirty="0"/>
              <a:t>the Simple format</a:t>
            </a:r>
            <a:r>
              <a:rPr lang="en-US" sz="2000" dirty="0"/>
              <a:t>. You can see the format’s differences in the preview areas.</a:t>
            </a:r>
          </a:p>
        </p:txBody>
      </p:sp>
    </p:spTree>
    <p:extLst>
      <p:ext uri="{BB962C8B-B14F-4D97-AF65-F5344CB8AC3E}">
        <p14:creationId xmlns:p14="http://schemas.microsoft.com/office/powerpoint/2010/main" val="1144369875"/>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FBBACC-51D4-4473-BDEF-FCAF0E285A9F}"/>
              </a:ext>
            </a:extLst>
          </p:cNvPr>
          <p:cNvSpPr>
            <a:spLocks noGrp="1"/>
          </p:cNvSpPr>
          <p:nvPr>
            <p:ph type="title"/>
          </p:nvPr>
        </p:nvSpPr>
        <p:spPr>
          <a:xfrm>
            <a:off x="1658679" y="209440"/>
            <a:ext cx="9845933" cy="821918"/>
          </a:xfrm>
        </p:spPr>
        <p:txBody>
          <a:bodyPr>
            <a:normAutofit/>
          </a:bodyPr>
          <a:lstStyle/>
          <a:p>
            <a:r>
              <a:rPr kumimoji="0" lang="en-US" sz="3600" b="0" i="0" u="none" strike="noStrike" kern="1200" cap="none" spc="0" normalizeH="0" baseline="0" noProof="0" dirty="0">
                <a:ln>
                  <a:noFill/>
                </a:ln>
                <a:solidFill>
                  <a:prstClr val="black">
                    <a:lumMod val="85000"/>
                    <a:lumOff val="15000"/>
                  </a:prstClr>
                </a:solidFill>
                <a:effectLst/>
                <a:uLnTx/>
                <a:uFillTx/>
                <a:latin typeface="Century Gothic" panose="020B0502020202020204"/>
                <a:ea typeface="+mj-ea"/>
                <a:cs typeface="+mj-cs"/>
              </a:rPr>
              <a:t>CONTD…</a:t>
            </a:r>
            <a:endParaRPr lang="en-US" dirty="0"/>
          </a:p>
        </p:txBody>
      </p:sp>
      <p:sp>
        <p:nvSpPr>
          <p:cNvPr id="3" name="Content Placeholder 2">
            <a:extLst>
              <a:ext uri="{FF2B5EF4-FFF2-40B4-BE49-F238E27FC236}">
                <a16:creationId xmlns:a16="http://schemas.microsoft.com/office/drawing/2014/main" id="{44F19E6C-55DE-45E3-B588-FA3F8465E676}"/>
              </a:ext>
            </a:extLst>
          </p:cNvPr>
          <p:cNvSpPr>
            <a:spLocks noGrp="1"/>
          </p:cNvSpPr>
          <p:nvPr>
            <p:ph idx="1"/>
          </p:nvPr>
        </p:nvSpPr>
        <p:spPr>
          <a:xfrm>
            <a:off x="1658679" y="1031358"/>
            <a:ext cx="9845933" cy="4879864"/>
          </a:xfrm>
        </p:spPr>
        <p:txBody>
          <a:bodyPr>
            <a:noAutofit/>
          </a:bodyPr>
          <a:lstStyle/>
          <a:p>
            <a:pPr>
              <a:lnSpc>
                <a:spcPct val="150000"/>
              </a:lnSpc>
            </a:pPr>
            <a:r>
              <a:rPr lang="en-US" sz="2400" dirty="0"/>
              <a:t>Click </a:t>
            </a:r>
            <a:r>
              <a:rPr lang="en-US" sz="2400" b="1" dirty="0"/>
              <a:t>the Options button</a:t>
            </a:r>
            <a:r>
              <a:rPr lang="en-US" sz="2400" dirty="0"/>
              <a:t>. The Table of Contents Options dialog box appears.</a:t>
            </a:r>
          </a:p>
          <a:p>
            <a:pPr>
              <a:lnSpc>
                <a:spcPct val="150000"/>
              </a:lnSpc>
            </a:pPr>
            <a:r>
              <a:rPr lang="en-US" sz="2400" dirty="0"/>
              <a:t>In </a:t>
            </a:r>
            <a:r>
              <a:rPr lang="en-US" sz="2400" b="1" dirty="0"/>
              <a:t>the Build table of contents from</a:t>
            </a:r>
            <a:r>
              <a:rPr lang="en-US" sz="2400" dirty="0"/>
              <a:t> section, scroll down in the TOC level list until you come to the styles and their levels marked for inclusion in the table of contents.</a:t>
            </a:r>
          </a:p>
          <a:p>
            <a:pPr>
              <a:lnSpc>
                <a:spcPct val="150000"/>
              </a:lnSpc>
            </a:pPr>
            <a:r>
              <a:rPr lang="en-US" sz="2400" dirty="0"/>
              <a:t>Add a TOC level 4 by typing 4 in the box by Heading 4. A check mark appears by the heading.</a:t>
            </a:r>
          </a:p>
        </p:txBody>
      </p:sp>
    </p:spTree>
    <p:extLst>
      <p:ext uri="{BB962C8B-B14F-4D97-AF65-F5344CB8AC3E}">
        <p14:creationId xmlns:p14="http://schemas.microsoft.com/office/powerpoint/2010/main" val="1693139361"/>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12A256-ABC6-4AEE-8561-8C46612729DB}"/>
              </a:ext>
            </a:extLst>
          </p:cNvPr>
          <p:cNvSpPr>
            <a:spLocks noGrp="1"/>
          </p:cNvSpPr>
          <p:nvPr>
            <p:ph type="title"/>
          </p:nvPr>
        </p:nvSpPr>
        <p:spPr>
          <a:xfrm>
            <a:off x="1658679" y="306333"/>
            <a:ext cx="9845933" cy="810086"/>
          </a:xfrm>
        </p:spPr>
        <p:txBody>
          <a:bodyPr>
            <a:normAutofit/>
          </a:bodyPr>
          <a:lstStyle/>
          <a:p>
            <a:r>
              <a:rPr kumimoji="0" lang="en-US" sz="3600" b="0" i="0" u="none" strike="noStrike" kern="1200" cap="none" spc="0" normalizeH="0" baseline="0" noProof="0" dirty="0">
                <a:ln>
                  <a:noFill/>
                </a:ln>
                <a:solidFill>
                  <a:prstClr val="black">
                    <a:lumMod val="85000"/>
                    <a:lumOff val="15000"/>
                  </a:prstClr>
                </a:solidFill>
                <a:effectLst/>
                <a:uLnTx/>
                <a:uFillTx/>
                <a:latin typeface="Century Gothic" panose="020B0502020202020204"/>
                <a:ea typeface="+mj-ea"/>
                <a:cs typeface="+mj-cs"/>
              </a:rPr>
              <a:t>CONTD…</a:t>
            </a:r>
            <a:endParaRPr lang="en-US" dirty="0"/>
          </a:p>
        </p:txBody>
      </p:sp>
      <p:sp>
        <p:nvSpPr>
          <p:cNvPr id="3" name="Content Placeholder 2">
            <a:extLst>
              <a:ext uri="{FF2B5EF4-FFF2-40B4-BE49-F238E27FC236}">
                <a16:creationId xmlns:a16="http://schemas.microsoft.com/office/drawing/2014/main" id="{B7EE35F1-3DCD-42FF-B548-D898F2DE5DB7}"/>
              </a:ext>
            </a:extLst>
          </p:cNvPr>
          <p:cNvSpPr>
            <a:spLocks noGrp="1"/>
          </p:cNvSpPr>
          <p:nvPr>
            <p:ph idx="1"/>
          </p:nvPr>
        </p:nvSpPr>
        <p:spPr>
          <a:xfrm>
            <a:off x="1658679" y="1116419"/>
            <a:ext cx="9845933" cy="4794803"/>
          </a:xfrm>
        </p:spPr>
        <p:txBody>
          <a:bodyPr>
            <a:normAutofit/>
          </a:bodyPr>
          <a:lstStyle/>
          <a:p>
            <a:pPr>
              <a:lnSpc>
                <a:spcPct val="160000"/>
              </a:lnSpc>
            </a:pPr>
            <a:r>
              <a:rPr lang="en-US" sz="2000" dirty="0"/>
              <a:t>Click</a:t>
            </a:r>
            <a:r>
              <a:rPr lang="en-US" sz="2000" b="1" dirty="0"/>
              <a:t> OK </a:t>
            </a:r>
            <a:r>
              <a:rPr lang="en-US" sz="2000" dirty="0"/>
              <a:t>to close the </a:t>
            </a:r>
            <a:r>
              <a:rPr lang="en-US" sz="2000" b="1" dirty="0"/>
              <a:t>Table of Contents Options dialog box</a:t>
            </a:r>
            <a:r>
              <a:rPr lang="en-US" sz="2000" dirty="0"/>
              <a:t>, and then click </a:t>
            </a:r>
            <a:r>
              <a:rPr lang="en-US" sz="2000" b="1" dirty="0"/>
              <a:t>OK</a:t>
            </a:r>
            <a:r>
              <a:rPr lang="en-US" sz="2000" dirty="0"/>
              <a:t> to close the Table of Contents dialog box. </a:t>
            </a:r>
          </a:p>
          <a:p>
            <a:pPr>
              <a:lnSpc>
                <a:spcPct val="160000"/>
              </a:lnSpc>
            </a:pPr>
            <a:r>
              <a:rPr lang="en-US" sz="2000" dirty="0"/>
              <a:t>When a </a:t>
            </a:r>
            <a:r>
              <a:rPr lang="en-US" sz="2000" b="1" dirty="0"/>
              <a:t>message box appears</a:t>
            </a:r>
            <a:r>
              <a:rPr lang="en-US" sz="2000" dirty="0"/>
              <a:t>, prompting you to replace the table of contents, click </a:t>
            </a:r>
            <a:r>
              <a:rPr lang="en-US" sz="2000" b="1" dirty="0"/>
              <a:t>OK</a:t>
            </a:r>
            <a:r>
              <a:rPr lang="en-US" sz="2000" dirty="0"/>
              <a:t>. The table of contents is updated and now contains the page number next to the heading with no tab leader. If you had four heading levels in your document, you would see Heading 4 in the Styles group of the Home tab.</a:t>
            </a:r>
          </a:p>
          <a:p>
            <a:pPr>
              <a:lnSpc>
                <a:spcPct val="160000"/>
              </a:lnSpc>
            </a:pPr>
            <a:r>
              <a:rPr lang="en-US" sz="2000" dirty="0"/>
              <a:t>OPEN </a:t>
            </a:r>
            <a:r>
              <a:rPr lang="en-US" sz="2000" b="1" dirty="0"/>
              <a:t>the Custom Table of Contents </a:t>
            </a:r>
            <a:r>
              <a:rPr lang="en-US" sz="2000" dirty="0"/>
              <a:t>and </a:t>
            </a:r>
            <a:r>
              <a:rPr lang="en-US" sz="2000" b="1" dirty="0"/>
              <a:t>the Table of Contents Options dialog boxes </a:t>
            </a:r>
            <a:r>
              <a:rPr lang="en-US" sz="2000" dirty="0"/>
              <a:t>again and remove the Heading 4 you created earlier.</a:t>
            </a:r>
          </a:p>
          <a:p>
            <a:pPr marL="0" indent="0">
              <a:buNone/>
            </a:pPr>
            <a:endParaRPr lang="en-US" dirty="0"/>
          </a:p>
        </p:txBody>
      </p:sp>
    </p:spTree>
    <p:extLst>
      <p:ext uri="{BB962C8B-B14F-4D97-AF65-F5344CB8AC3E}">
        <p14:creationId xmlns:p14="http://schemas.microsoft.com/office/powerpoint/2010/main" val="3134987225"/>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12A256-ABC6-4AEE-8561-8C46612729DB}"/>
              </a:ext>
            </a:extLst>
          </p:cNvPr>
          <p:cNvSpPr>
            <a:spLocks noGrp="1"/>
          </p:cNvSpPr>
          <p:nvPr>
            <p:ph type="title"/>
          </p:nvPr>
        </p:nvSpPr>
        <p:spPr>
          <a:xfrm>
            <a:off x="1658679" y="306333"/>
            <a:ext cx="9845933" cy="810086"/>
          </a:xfrm>
        </p:spPr>
        <p:txBody>
          <a:bodyPr>
            <a:normAutofit/>
          </a:bodyPr>
          <a:lstStyle/>
          <a:p>
            <a:r>
              <a:rPr kumimoji="0" lang="en-US" sz="3600" b="0" i="0" u="none" strike="noStrike" kern="1200" cap="none" spc="0" normalizeH="0" baseline="0" noProof="0" dirty="0">
                <a:ln>
                  <a:noFill/>
                </a:ln>
                <a:solidFill>
                  <a:prstClr val="black">
                    <a:lumMod val="85000"/>
                    <a:lumOff val="15000"/>
                  </a:prstClr>
                </a:solidFill>
                <a:effectLst/>
                <a:uLnTx/>
                <a:uFillTx/>
                <a:latin typeface="Century Gothic" panose="020B0502020202020204"/>
                <a:ea typeface="+mj-ea"/>
                <a:cs typeface="+mj-cs"/>
              </a:rPr>
              <a:t>CONTD…</a:t>
            </a:r>
            <a:endParaRPr lang="en-US" dirty="0"/>
          </a:p>
        </p:txBody>
      </p:sp>
      <p:sp>
        <p:nvSpPr>
          <p:cNvPr id="3" name="Content Placeholder 2">
            <a:extLst>
              <a:ext uri="{FF2B5EF4-FFF2-40B4-BE49-F238E27FC236}">
                <a16:creationId xmlns:a16="http://schemas.microsoft.com/office/drawing/2014/main" id="{B7EE35F1-3DCD-42FF-B548-D898F2DE5DB7}"/>
              </a:ext>
            </a:extLst>
          </p:cNvPr>
          <p:cNvSpPr>
            <a:spLocks noGrp="1"/>
          </p:cNvSpPr>
          <p:nvPr>
            <p:ph idx="1"/>
          </p:nvPr>
        </p:nvSpPr>
        <p:spPr>
          <a:xfrm>
            <a:off x="1658679" y="1116419"/>
            <a:ext cx="9845933" cy="4794803"/>
          </a:xfrm>
        </p:spPr>
        <p:txBody>
          <a:bodyPr>
            <a:normAutofit/>
          </a:bodyPr>
          <a:lstStyle/>
          <a:p>
            <a:pPr>
              <a:lnSpc>
                <a:spcPct val="160000"/>
              </a:lnSpc>
            </a:pPr>
            <a:r>
              <a:rPr lang="en-US" sz="2000" dirty="0"/>
              <a:t>Click </a:t>
            </a:r>
            <a:r>
              <a:rPr lang="en-US" sz="2000" b="1" dirty="0"/>
              <a:t>OK </a:t>
            </a:r>
            <a:r>
              <a:rPr lang="en-US" sz="2000" dirty="0"/>
              <a:t>to close the Table of Contents Options dialog box. </a:t>
            </a:r>
          </a:p>
          <a:p>
            <a:pPr>
              <a:lnSpc>
                <a:spcPct val="160000"/>
              </a:lnSpc>
            </a:pPr>
            <a:r>
              <a:rPr lang="en-US" sz="2000" dirty="0"/>
              <a:t>In the </a:t>
            </a:r>
            <a:r>
              <a:rPr lang="en-US" sz="2000" b="1" dirty="0"/>
              <a:t>Table of Contents dialog box</a:t>
            </a:r>
            <a:r>
              <a:rPr lang="en-US" sz="2000" dirty="0"/>
              <a:t>, in the </a:t>
            </a:r>
            <a:r>
              <a:rPr lang="en-US" sz="2000" b="1" dirty="0"/>
              <a:t>Format drop-down list</a:t>
            </a:r>
            <a:r>
              <a:rPr lang="en-US" sz="2000" dirty="0"/>
              <a:t>, select </a:t>
            </a:r>
            <a:r>
              <a:rPr lang="en-US" sz="2000" b="1" dirty="0"/>
              <a:t>Distinctive</a:t>
            </a:r>
            <a:r>
              <a:rPr lang="en-US" sz="2000" dirty="0"/>
              <a:t>. The table of contents now appears with a line as a tab leader followed by the page number. </a:t>
            </a:r>
          </a:p>
          <a:p>
            <a:pPr>
              <a:lnSpc>
                <a:spcPct val="160000"/>
              </a:lnSpc>
            </a:pPr>
            <a:r>
              <a:rPr lang="en-US" sz="2000" dirty="0"/>
              <a:t>Click </a:t>
            </a:r>
            <a:r>
              <a:rPr lang="en-US" sz="2000" b="1" dirty="0"/>
              <a:t>OK</a:t>
            </a:r>
            <a:r>
              <a:rPr lang="en-US" sz="2000" dirty="0"/>
              <a:t> to close the dialog box and then click </a:t>
            </a:r>
            <a:r>
              <a:rPr lang="en-US" sz="2000" b="1" dirty="0"/>
              <a:t>Yes</a:t>
            </a:r>
            <a:r>
              <a:rPr lang="en-US" sz="2000" dirty="0"/>
              <a:t> to replace the table of contents.</a:t>
            </a:r>
          </a:p>
          <a:p>
            <a:pPr marL="0" indent="0">
              <a:buNone/>
            </a:pPr>
            <a:endParaRPr lang="en-US" dirty="0"/>
          </a:p>
        </p:txBody>
      </p:sp>
    </p:spTree>
    <p:extLst>
      <p:ext uri="{BB962C8B-B14F-4D97-AF65-F5344CB8AC3E}">
        <p14:creationId xmlns:p14="http://schemas.microsoft.com/office/powerpoint/2010/main" val="3906219121"/>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C999C68-2A45-4A6E-9779-D76131AF0C08}"/>
              </a:ext>
            </a:extLst>
          </p:cNvPr>
          <p:cNvSpPr>
            <a:spLocks noGrp="1"/>
          </p:cNvSpPr>
          <p:nvPr>
            <p:ph type="title"/>
          </p:nvPr>
        </p:nvSpPr>
        <p:spPr>
          <a:xfrm>
            <a:off x="1648047" y="198808"/>
            <a:ext cx="9856565" cy="832550"/>
          </a:xfrm>
        </p:spPr>
        <p:txBody>
          <a:bodyPr/>
          <a:lstStyle/>
          <a:p>
            <a:r>
              <a:rPr lang="en-US" dirty="0"/>
              <a:t>MAIL MERGE</a:t>
            </a:r>
          </a:p>
        </p:txBody>
      </p:sp>
      <p:sp>
        <p:nvSpPr>
          <p:cNvPr id="3" name="Content Placeholder 2">
            <a:extLst>
              <a:ext uri="{FF2B5EF4-FFF2-40B4-BE49-F238E27FC236}">
                <a16:creationId xmlns:a16="http://schemas.microsoft.com/office/drawing/2014/main" id="{BA918433-B1A8-4638-96D9-E58A85D7086B}"/>
              </a:ext>
            </a:extLst>
          </p:cNvPr>
          <p:cNvSpPr>
            <a:spLocks noGrp="1"/>
          </p:cNvSpPr>
          <p:nvPr>
            <p:ph idx="1"/>
          </p:nvPr>
        </p:nvSpPr>
        <p:spPr>
          <a:xfrm>
            <a:off x="1648047" y="1031358"/>
            <a:ext cx="9856565" cy="4879864"/>
          </a:xfrm>
        </p:spPr>
        <p:txBody>
          <a:bodyPr>
            <a:normAutofit/>
          </a:bodyPr>
          <a:lstStyle/>
          <a:p>
            <a:pPr>
              <a:lnSpc>
                <a:spcPct val="150000"/>
              </a:lnSpc>
            </a:pPr>
            <a:r>
              <a:rPr lang="en-US" sz="2400" b="1" dirty="0"/>
              <a:t>Mail Merge </a:t>
            </a:r>
            <a:r>
              <a:rPr lang="en-US" sz="2400" dirty="0"/>
              <a:t>is a useful tool that allows you to create multiple letters, labels, envelopes, name tags, emails, and more. </a:t>
            </a:r>
          </a:p>
          <a:p>
            <a:pPr>
              <a:lnSpc>
                <a:spcPct val="150000"/>
              </a:lnSpc>
            </a:pPr>
            <a:r>
              <a:rPr lang="en-US" sz="2400" dirty="0"/>
              <a:t>By using information stored in a list, database, or spreadsheet, you can create personalized documents by merging the information with a form letter, mailing labels, or envelopes. </a:t>
            </a:r>
          </a:p>
          <a:p>
            <a:pPr>
              <a:lnSpc>
                <a:spcPct val="150000"/>
              </a:lnSpc>
            </a:pPr>
            <a:r>
              <a:rPr lang="en-US" sz="2400" dirty="0"/>
              <a:t>You can perform a mail merge by using the </a:t>
            </a:r>
            <a:r>
              <a:rPr lang="en-US" sz="2400" b="1" dirty="0"/>
              <a:t>Mail Merge Wizard</a:t>
            </a:r>
            <a:r>
              <a:rPr lang="en-US" sz="2400" dirty="0"/>
              <a:t>, or by using the commands on the </a:t>
            </a:r>
            <a:r>
              <a:rPr lang="en-US" sz="2400" b="1" dirty="0"/>
              <a:t>Mailings tab</a:t>
            </a:r>
            <a:r>
              <a:rPr lang="en-US" sz="2400" dirty="0"/>
              <a:t>.</a:t>
            </a:r>
          </a:p>
        </p:txBody>
      </p:sp>
    </p:spTree>
    <p:extLst>
      <p:ext uri="{BB962C8B-B14F-4D97-AF65-F5344CB8AC3E}">
        <p14:creationId xmlns:p14="http://schemas.microsoft.com/office/powerpoint/2010/main" val="326266494"/>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4DEDCC-E7F0-4615-B106-4F778A7D2BEA}"/>
              </a:ext>
            </a:extLst>
          </p:cNvPr>
          <p:cNvSpPr>
            <a:spLocks noGrp="1"/>
          </p:cNvSpPr>
          <p:nvPr>
            <p:ph type="title"/>
          </p:nvPr>
        </p:nvSpPr>
        <p:spPr>
          <a:xfrm>
            <a:off x="1637414" y="306333"/>
            <a:ext cx="9867198" cy="810086"/>
          </a:xfrm>
        </p:spPr>
        <p:txBody>
          <a:bodyPr/>
          <a:lstStyle/>
          <a:p>
            <a:r>
              <a:rPr kumimoji="0" lang="en-US" sz="3600" b="0" i="0" u="none" strike="noStrike" kern="1200" cap="none" spc="0" normalizeH="0" baseline="0" noProof="0" dirty="0">
                <a:ln>
                  <a:noFill/>
                </a:ln>
                <a:solidFill>
                  <a:prstClr val="black">
                    <a:lumMod val="85000"/>
                    <a:lumOff val="15000"/>
                  </a:prstClr>
                </a:solidFill>
                <a:effectLst/>
                <a:uLnTx/>
                <a:uFillTx/>
                <a:latin typeface="Century Gothic" panose="020B0502020202020204"/>
                <a:ea typeface="+mj-ea"/>
                <a:cs typeface="+mj-cs"/>
              </a:rPr>
              <a:t>CONTD…</a:t>
            </a:r>
            <a:endParaRPr lang="en-US" dirty="0"/>
          </a:p>
        </p:txBody>
      </p:sp>
      <p:sp>
        <p:nvSpPr>
          <p:cNvPr id="3" name="Content Placeholder 2">
            <a:extLst>
              <a:ext uri="{FF2B5EF4-FFF2-40B4-BE49-F238E27FC236}">
                <a16:creationId xmlns:a16="http://schemas.microsoft.com/office/drawing/2014/main" id="{8DD17E89-0345-4D32-9560-6B5DB567D002}"/>
              </a:ext>
            </a:extLst>
          </p:cNvPr>
          <p:cNvSpPr>
            <a:spLocks noGrp="1"/>
          </p:cNvSpPr>
          <p:nvPr>
            <p:ph idx="1"/>
          </p:nvPr>
        </p:nvSpPr>
        <p:spPr>
          <a:xfrm>
            <a:off x="1637414" y="1116419"/>
            <a:ext cx="9867198" cy="4794803"/>
          </a:xfrm>
        </p:spPr>
        <p:txBody>
          <a:bodyPr>
            <a:normAutofit fontScale="92500" lnSpcReduction="20000"/>
          </a:bodyPr>
          <a:lstStyle/>
          <a:p>
            <a:pPr marL="0" marR="0" lvl="0" indent="0" algn="l" defTabSz="457200" rtl="0" eaLnBrk="1" fontAlgn="auto" latinLnBrk="0" hangingPunct="1">
              <a:lnSpc>
                <a:spcPct val="150000"/>
              </a:lnSpc>
              <a:spcBef>
                <a:spcPts val="1000"/>
              </a:spcBef>
              <a:spcAft>
                <a:spcPts val="0"/>
              </a:spcAft>
              <a:buClr>
                <a:srgbClr val="A53010"/>
              </a:buClr>
              <a:buSzTx/>
              <a:buFont typeface="Wingdings 3" charset="2"/>
              <a:buNone/>
              <a:tabLst/>
              <a:defRPr/>
            </a:pPr>
            <a:r>
              <a:rPr kumimoji="0" lang="en-US" sz="2400" b="1" i="0" u="none" strike="noStrike" kern="1200" cap="none" spc="0" normalizeH="0" baseline="0" noProof="0" dirty="0">
                <a:ln>
                  <a:noFill/>
                </a:ln>
                <a:solidFill>
                  <a:prstClr val="black">
                    <a:lumMod val="75000"/>
                    <a:lumOff val="25000"/>
                  </a:prstClr>
                </a:solidFill>
                <a:effectLst/>
                <a:uLnTx/>
                <a:uFillTx/>
                <a:latin typeface="Century Gothic" panose="020B0502020202020204"/>
                <a:ea typeface="+mn-ea"/>
                <a:cs typeface="+mn-cs"/>
              </a:rPr>
              <a:t>Using the Mail Merge Wizard </a:t>
            </a:r>
          </a:p>
          <a:p>
            <a:pPr marL="342900" marR="0" lvl="0" indent="-342900" algn="l" defTabSz="457200" rtl="0" eaLnBrk="1" fontAlgn="auto" latinLnBrk="0" hangingPunct="1">
              <a:lnSpc>
                <a:spcPct val="150000"/>
              </a:lnSpc>
              <a:spcBef>
                <a:spcPts val="1000"/>
              </a:spcBef>
              <a:spcAft>
                <a:spcPts val="0"/>
              </a:spcAft>
              <a:buClr>
                <a:srgbClr val="A53010"/>
              </a:buClr>
              <a:buSzTx/>
              <a:buFont typeface="Wingdings 3" charset="2"/>
              <a:buChar char=""/>
              <a:tabLst/>
              <a:defRPr/>
            </a:pPr>
            <a:r>
              <a:rPr kumimoji="0" lang="en-US" sz="2400" b="0" i="0" u="none" strike="noStrike" kern="1200" cap="none" spc="0" normalizeH="0" baseline="0" noProof="0" dirty="0">
                <a:ln>
                  <a:noFill/>
                </a:ln>
                <a:solidFill>
                  <a:prstClr val="black">
                    <a:lumMod val="75000"/>
                    <a:lumOff val="25000"/>
                  </a:prstClr>
                </a:solidFill>
                <a:effectLst/>
                <a:uLnTx/>
                <a:uFillTx/>
                <a:latin typeface="Century Gothic" panose="020B0502020202020204"/>
                <a:ea typeface="+mn-ea"/>
                <a:cs typeface="+mn-cs"/>
              </a:rPr>
              <a:t>The following example starts with an existing letter and shows the steps for merging the letter with names and addresses in an existing Excel spreadsheet.</a:t>
            </a:r>
            <a:endParaRPr lang="en-US" sz="2400" dirty="0"/>
          </a:p>
          <a:p>
            <a:pPr lvl="1">
              <a:lnSpc>
                <a:spcPct val="150000"/>
              </a:lnSpc>
            </a:pPr>
            <a:r>
              <a:rPr lang="en-US" sz="2400" dirty="0"/>
              <a:t>Click the </a:t>
            </a:r>
            <a:r>
              <a:rPr lang="en-US" sz="2400" b="1" dirty="0"/>
              <a:t>Mailings tab.</a:t>
            </a:r>
          </a:p>
          <a:p>
            <a:pPr lvl="1">
              <a:lnSpc>
                <a:spcPct val="150000"/>
              </a:lnSpc>
            </a:pPr>
            <a:r>
              <a:rPr lang="en-US" sz="2400" dirty="0"/>
              <a:t>Click </a:t>
            </a:r>
            <a:r>
              <a:rPr lang="en-US" sz="2400" b="1" dirty="0"/>
              <a:t>Start Mail Merge</a:t>
            </a:r>
            <a:r>
              <a:rPr lang="en-US" sz="2400" dirty="0"/>
              <a:t>.</a:t>
            </a:r>
          </a:p>
          <a:p>
            <a:pPr lvl="1">
              <a:lnSpc>
                <a:spcPct val="150000"/>
              </a:lnSpc>
            </a:pPr>
            <a:r>
              <a:rPr lang="en-US" sz="2400" dirty="0"/>
              <a:t>In the </a:t>
            </a:r>
            <a:r>
              <a:rPr lang="en-US" sz="2400" b="1" dirty="0"/>
              <a:t>Start Mail Merge drop-down</a:t>
            </a:r>
            <a:r>
              <a:rPr lang="en-US" sz="2400" dirty="0"/>
              <a:t>, click </a:t>
            </a:r>
            <a:r>
              <a:rPr lang="en-US" sz="2400" b="1" dirty="0"/>
              <a:t>Step-by-Step Mail Merge Wizard</a:t>
            </a:r>
            <a:r>
              <a:rPr lang="en-US" sz="2400" dirty="0"/>
              <a:t>.</a:t>
            </a:r>
          </a:p>
          <a:p>
            <a:pPr lvl="1">
              <a:lnSpc>
                <a:spcPct val="150000"/>
              </a:lnSpc>
            </a:pPr>
            <a:r>
              <a:rPr lang="en-US" sz="2400" dirty="0"/>
              <a:t>In the </a:t>
            </a:r>
            <a:r>
              <a:rPr lang="en-US" sz="2400" b="1" dirty="0"/>
              <a:t>Mail Merge pane </a:t>
            </a:r>
            <a:r>
              <a:rPr lang="en-US" sz="2400" dirty="0"/>
              <a:t>under </a:t>
            </a:r>
            <a:r>
              <a:rPr lang="en-US" sz="2400" b="1" dirty="0"/>
              <a:t>Select document type</a:t>
            </a:r>
            <a:r>
              <a:rPr lang="en-US" sz="2400" dirty="0"/>
              <a:t>, click </a:t>
            </a:r>
            <a:r>
              <a:rPr lang="en-US" sz="2400" b="1" dirty="0"/>
              <a:t>Letters</a:t>
            </a:r>
            <a:r>
              <a:rPr lang="en-US" sz="2400" dirty="0"/>
              <a:t>.</a:t>
            </a:r>
          </a:p>
        </p:txBody>
      </p:sp>
    </p:spTree>
    <p:extLst>
      <p:ext uri="{BB962C8B-B14F-4D97-AF65-F5344CB8AC3E}">
        <p14:creationId xmlns:p14="http://schemas.microsoft.com/office/powerpoint/2010/main" val="2954380518"/>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4A944E-7021-49D2-BA58-C32CB208ECF4}"/>
              </a:ext>
            </a:extLst>
          </p:cNvPr>
          <p:cNvSpPr>
            <a:spLocks noGrp="1"/>
          </p:cNvSpPr>
          <p:nvPr>
            <p:ph type="title"/>
          </p:nvPr>
        </p:nvSpPr>
        <p:spPr>
          <a:xfrm>
            <a:off x="1637414" y="220073"/>
            <a:ext cx="9867198" cy="832550"/>
          </a:xfrm>
        </p:spPr>
        <p:txBody>
          <a:bodyPr/>
          <a:lstStyle/>
          <a:p>
            <a:r>
              <a:rPr lang="en-US" dirty="0">
                <a:solidFill>
                  <a:prstClr val="black">
                    <a:lumMod val="85000"/>
                    <a:lumOff val="15000"/>
                  </a:prstClr>
                </a:solidFill>
                <a:latin typeface="Century Gothic" panose="020B0502020202020204"/>
              </a:rPr>
              <a:t>CONTD…</a:t>
            </a:r>
            <a:endParaRPr lang="en-US" dirty="0"/>
          </a:p>
        </p:txBody>
      </p:sp>
      <p:sp>
        <p:nvSpPr>
          <p:cNvPr id="3" name="Content Placeholder 2">
            <a:extLst>
              <a:ext uri="{FF2B5EF4-FFF2-40B4-BE49-F238E27FC236}">
                <a16:creationId xmlns:a16="http://schemas.microsoft.com/office/drawing/2014/main" id="{DAAA35ED-E1BF-4FB9-A0AC-25F94D50C5FF}"/>
              </a:ext>
            </a:extLst>
          </p:cNvPr>
          <p:cNvSpPr>
            <a:spLocks noGrp="1"/>
          </p:cNvSpPr>
          <p:nvPr>
            <p:ph idx="1"/>
          </p:nvPr>
        </p:nvSpPr>
        <p:spPr>
          <a:xfrm>
            <a:off x="1637414" y="1052623"/>
            <a:ext cx="9867198" cy="4858599"/>
          </a:xfrm>
        </p:spPr>
        <p:txBody>
          <a:bodyPr>
            <a:normAutofit fontScale="92500" lnSpcReduction="20000"/>
          </a:bodyPr>
          <a:lstStyle/>
          <a:p>
            <a:pPr marL="742950" marR="0" lvl="1" indent="-285750" algn="l" defTabSz="457200" rtl="0" eaLnBrk="1" fontAlgn="auto" latinLnBrk="0" hangingPunct="1">
              <a:lnSpc>
                <a:spcPct val="150000"/>
              </a:lnSpc>
              <a:spcBef>
                <a:spcPts val="1000"/>
              </a:spcBef>
              <a:spcAft>
                <a:spcPts val="0"/>
              </a:spcAft>
              <a:buClr>
                <a:srgbClr val="A53010"/>
              </a:buClr>
              <a:buSzTx/>
              <a:buFont typeface="Wingdings 3" charset="2"/>
              <a:buChar char=""/>
              <a:tabLst/>
              <a:defRPr/>
            </a:pPr>
            <a:r>
              <a:rPr kumimoji="0" lang="en-US" sz="2000" b="0" i="0" u="none" strike="noStrike" kern="1200" cap="none" spc="0" normalizeH="0" baseline="0" noProof="0" dirty="0">
                <a:ln>
                  <a:noFill/>
                </a:ln>
                <a:solidFill>
                  <a:prstClr val="black">
                    <a:lumMod val="75000"/>
                    <a:lumOff val="25000"/>
                  </a:prstClr>
                </a:solidFill>
                <a:effectLst/>
                <a:uLnTx/>
                <a:uFillTx/>
                <a:latin typeface="Century Gothic" panose="020B0502020202020204"/>
                <a:ea typeface="+mn-ea"/>
                <a:cs typeface="+mn-cs"/>
              </a:rPr>
              <a:t>Click </a:t>
            </a:r>
            <a:r>
              <a:rPr kumimoji="0" lang="en-US" sz="2000" b="1" i="0" u="none" strike="noStrike" kern="1200" cap="none" spc="0" normalizeH="0" baseline="0" noProof="0" dirty="0">
                <a:ln>
                  <a:noFill/>
                </a:ln>
                <a:solidFill>
                  <a:prstClr val="black">
                    <a:lumMod val="75000"/>
                    <a:lumOff val="25000"/>
                  </a:prstClr>
                </a:solidFill>
                <a:effectLst/>
                <a:uLnTx/>
                <a:uFillTx/>
                <a:latin typeface="Century Gothic" panose="020B0502020202020204"/>
                <a:ea typeface="+mn-ea"/>
                <a:cs typeface="+mn-cs"/>
              </a:rPr>
              <a:t>Next: Starting document</a:t>
            </a:r>
            <a:r>
              <a:rPr kumimoji="0" lang="en-US" sz="2000" b="0" i="0" u="none" strike="noStrike" kern="1200" cap="none" spc="0" normalizeH="0" baseline="0" noProof="0" dirty="0">
                <a:ln>
                  <a:noFill/>
                </a:ln>
                <a:solidFill>
                  <a:prstClr val="black">
                    <a:lumMod val="75000"/>
                    <a:lumOff val="25000"/>
                  </a:prstClr>
                </a:solidFill>
                <a:effectLst/>
                <a:uLnTx/>
                <a:uFillTx/>
                <a:latin typeface="Century Gothic" panose="020B0502020202020204"/>
                <a:ea typeface="+mn-ea"/>
                <a:cs typeface="+mn-cs"/>
              </a:rPr>
              <a:t>.</a:t>
            </a:r>
          </a:p>
          <a:p>
            <a:pPr marL="742950" marR="0" lvl="1" indent="-285750" algn="l" defTabSz="457200" rtl="0" eaLnBrk="1" fontAlgn="auto" latinLnBrk="0" hangingPunct="1">
              <a:lnSpc>
                <a:spcPct val="150000"/>
              </a:lnSpc>
              <a:spcBef>
                <a:spcPts val="1000"/>
              </a:spcBef>
              <a:spcAft>
                <a:spcPts val="0"/>
              </a:spcAft>
              <a:buClr>
                <a:srgbClr val="A53010"/>
              </a:buClr>
              <a:buSzTx/>
              <a:buFont typeface="Wingdings 3" charset="2"/>
              <a:buChar char=""/>
              <a:tabLst/>
              <a:defRPr/>
            </a:pPr>
            <a:r>
              <a:rPr kumimoji="0" lang="en-US" sz="2000" b="0" i="0" u="none" strike="noStrike" kern="1200" cap="none" spc="0" normalizeH="0" baseline="0" noProof="0" dirty="0">
                <a:ln>
                  <a:noFill/>
                </a:ln>
                <a:solidFill>
                  <a:prstClr val="black">
                    <a:lumMod val="75000"/>
                    <a:lumOff val="25000"/>
                  </a:prstClr>
                </a:solidFill>
                <a:effectLst/>
                <a:uLnTx/>
                <a:uFillTx/>
                <a:latin typeface="Century Gothic" panose="020B0502020202020204"/>
                <a:ea typeface="+mn-ea"/>
                <a:cs typeface="+mn-cs"/>
              </a:rPr>
              <a:t>In the </a:t>
            </a:r>
            <a:r>
              <a:rPr kumimoji="0" lang="en-US" sz="2000" b="1" i="0" u="none" strike="noStrike" kern="1200" cap="none" spc="0" normalizeH="0" baseline="0" noProof="0" dirty="0">
                <a:ln>
                  <a:noFill/>
                </a:ln>
                <a:solidFill>
                  <a:prstClr val="black">
                    <a:lumMod val="75000"/>
                    <a:lumOff val="25000"/>
                  </a:prstClr>
                </a:solidFill>
                <a:effectLst/>
                <a:uLnTx/>
                <a:uFillTx/>
                <a:latin typeface="Century Gothic" panose="020B0502020202020204"/>
                <a:ea typeface="+mn-ea"/>
                <a:cs typeface="+mn-cs"/>
              </a:rPr>
              <a:t>Mail Merge pane </a:t>
            </a:r>
            <a:r>
              <a:rPr kumimoji="0" lang="en-US" sz="2000" b="0" i="0" u="none" strike="noStrike" kern="1200" cap="none" spc="0" normalizeH="0" baseline="0" noProof="0" dirty="0">
                <a:ln>
                  <a:noFill/>
                </a:ln>
                <a:solidFill>
                  <a:prstClr val="black">
                    <a:lumMod val="75000"/>
                    <a:lumOff val="25000"/>
                  </a:prstClr>
                </a:solidFill>
                <a:effectLst/>
                <a:uLnTx/>
                <a:uFillTx/>
                <a:latin typeface="Century Gothic" panose="020B0502020202020204"/>
                <a:ea typeface="+mn-ea"/>
                <a:cs typeface="+mn-cs"/>
              </a:rPr>
              <a:t>under Select </a:t>
            </a:r>
            <a:r>
              <a:rPr kumimoji="0" lang="en-US" sz="2000" b="1" i="0" u="none" strike="noStrike" kern="1200" cap="none" spc="0" normalizeH="0" baseline="0" noProof="0" dirty="0">
                <a:ln>
                  <a:noFill/>
                </a:ln>
                <a:solidFill>
                  <a:prstClr val="black">
                    <a:lumMod val="75000"/>
                    <a:lumOff val="25000"/>
                  </a:prstClr>
                </a:solidFill>
                <a:effectLst/>
                <a:uLnTx/>
                <a:uFillTx/>
                <a:latin typeface="Century Gothic" panose="020B0502020202020204"/>
                <a:ea typeface="+mn-ea"/>
                <a:cs typeface="+mn-cs"/>
              </a:rPr>
              <a:t>recipients</a:t>
            </a:r>
            <a:r>
              <a:rPr kumimoji="0" lang="en-US" sz="2000" b="0" i="0" u="none" strike="noStrike" kern="1200" cap="none" spc="0" normalizeH="0" baseline="0" noProof="0" dirty="0">
                <a:ln>
                  <a:noFill/>
                </a:ln>
                <a:solidFill>
                  <a:prstClr val="black">
                    <a:lumMod val="75000"/>
                    <a:lumOff val="25000"/>
                  </a:prstClr>
                </a:solidFill>
                <a:effectLst/>
                <a:uLnTx/>
                <a:uFillTx/>
                <a:latin typeface="Century Gothic" panose="020B0502020202020204"/>
                <a:ea typeface="+mn-ea"/>
                <a:cs typeface="+mn-cs"/>
              </a:rPr>
              <a:t>, click </a:t>
            </a:r>
            <a:r>
              <a:rPr kumimoji="0" lang="en-US" sz="2000" b="1" i="0" u="none" strike="noStrike" kern="1200" cap="none" spc="0" normalizeH="0" baseline="0" noProof="0" dirty="0">
                <a:ln>
                  <a:noFill/>
                </a:ln>
                <a:solidFill>
                  <a:prstClr val="black">
                    <a:lumMod val="75000"/>
                    <a:lumOff val="25000"/>
                  </a:prstClr>
                </a:solidFill>
                <a:effectLst/>
                <a:uLnTx/>
                <a:uFillTx/>
                <a:latin typeface="Century Gothic" panose="020B0502020202020204"/>
                <a:ea typeface="+mn-ea"/>
                <a:cs typeface="+mn-cs"/>
              </a:rPr>
              <a:t>Use an existing list</a:t>
            </a:r>
            <a:r>
              <a:rPr kumimoji="0" lang="en-US" sz="2000" b="0" i="0" u="none" strike="noStrike" kern="1200" cap="none" spc="0" normalizeH="0" baseline="0" noProof="0" dirty="0">
                <a:ln>
                  <a:noFill/>
                </a:ln>
                <a:solidFill>
                  <a:prstClr val="black">
                    <a:lumMod val="75000"/>
                    <a:lumOff val="25000"/>
                  </a:prstClr>
                </a:solidFill>
                <a:effectLst/>
                <a:uLnTx/>
                <a:uFillTx/>
                <a:latin typeface="Century Gothic" panose="020B0502020202020204"/>
                <a:ea typeface="+mn-ea"/>
                <a:cs typeface="+mn-cs"/>
              </a:rPr>
              <a:t>.</a:t>
            </a:r>
          </a:p>
          <a:p>
            <a:pPr marL="742950" marR="0" lvl="1" indent="-285750" algn="l" defTabSz="457200" rtl="0" eaLnBrk="1" fontAlgn="auto" latinLnBrk="0" hangingPunct="1">
              <a:lnSpc>
                <a:spcPct val="150000"/>
              </a:lnSpc>
              <a:spcBef>
                <a:spcPts val="1000"/>
              </a:spcBef>
              <a:spcAft>
                <a:spcPts val="0"/>
              </a:spcAft>
              <a:buClr>
                <a:srgbClr val="A53010"/>
              </a:buClr>
              <a:buSzTx/>
              <a:buFont typeface="Wingdings 3" charset="2"/>
              <a:buChar char=""/>
              <a:tabLst/>
              <a:defRPr/>
            </a:pPr>
            <a:r>
              <a:rPr kumimoji="0" lang="en-US" sz="2000" b="0" i="0" u="none" strike="noStrike" kern="1200" cap="none" spc="0" normalizeH="0" baseline="0" noProof="0" dirty="0">
                <a:ln>
                  <a:noFill/>
                </a:ln>
                <a:solidFill>
                  <a:prstClr val="black">
                    <a:lumMod val="75000"/>
                    <a:lumOff val="25000"/>
                  </a:prstClr>
                </a:solidFill>
                <a:effectLst/>
                <a:uLnTx/>
                <a:uFillTx/>
                <a:latin typeface="Century Gothic" panose="020B0502020202020204"/>
                <a:ea typeface="+mn-ea"/>
                <a:cs typeface="+mn-cs"/>
              </a:rPr>
              <a:t>Click </a:t>
            </a:r>
            <a:r>
              <a:rPr kumimoji="0" lang="en-US" sz="2000" b="1" i="0" u="none" strike="noStrike" kern="1200" cap="none" spc="0" normalizeH="0" baseline="0" noProof="0" dirty="0">
                <a:ln>
                  <a:noFill/>
                </a:ln>
                <a:solidFill>
                  <a:prstClr val="black">
                    <a:lumMod val="75000"/>
                    <a:lumOff val="25000"/>
                  </a:prstClr>
                </a:solidFill>
                <a:effectLst/>
                <a:uLnTx/>
                <a:uFillTx/>
                <a:latin typeface="Century Gothic" panose="020B0502020202020204"/>
                <a:ea typeface="+mn-ea"/>
                <a:cs typeface="+mn-cs"/>
              </a:rPr>
              <a:t>Browse</a:t>
            </a:r>
            <a:r>
              <a:rPr kumimoji="0" lang="en-US" sz="2000" b="0" i="0" u="none" strike="noStrike" kern="1200" cap="none" spc="0" normalizeH="0" baseline="0" noProof="0" dirty="0">
                <a:ln>
                  <a:noFill/>
                </a:ln>
                <a:solidFill>
                  <a:prstClr val="black">
                    <a:lumMod val="75000"/>
                    <a:lumOff val="25000"/>
                  </a:prstClr>
                </a:solidFill>
                <a:effectLst/>
                <a:uLnTx/>
                <a:uFillTx/>
                <a:latin typeface="Century Gothic" panose="020B0502020202020204"/>
                <a:ea typeface="+mn-ea"/>
                <a:cs typeface="+mn-cs"/>
              </a:rPr>
              <a:t>.</a:t>
            </a:r>
          </a:p>
          <a:p>
            <a:pPr marL="742950" marR="0" lvl="1" indent="-285750" algn="l" defTabSz="457200" rtl="0" eaLnBrk="1" fontAlgn="auto" latinLnBrk="0" hangingPunct="1">
              <a:lnSpc>
                <a:spcPct val="150000"/>
              </a:lnSpc>
              <a:spcBef>
                <a:spcPts val="1000"/>
              </a:spcBef>
              <a:spcAft>
                <a:spcPts val="0"/>
              </a:spcAft>
              <a:buClr>
                <a:srgbClr val="A53010"/>
              </a:buClr>
              <a:buSzTx/>
              <a:buFont typeface="Wingdings 3" charset="2"/>
              <a:buChar char=""/>
              <a:tabLst/>
              <a:defRPr/>
            </a:pPr>
            <a:r>
              <a:rPr kumimoji="0" lang="en-US" sz="2000" b="0" i="0" u="none" strike="noStrike" kern="1200" cap="none" spc="0" normalizeH="0" baseline="0" noProof="0" dirty="0">
                <a:ln>
                  <a:noFill/>
                </a:ln>
                <a:solidFill>
                  <a:prstClr val="black">
                    <a:lumMod val="75000"/>
                    <a:lumOff val="25000"/>
                  </a:prstClr>
                </a:solidFill>
                <a:effectLst/>
                <a:uLnTx/>
                <a:uFillTx/>
                <a:latin typeface="Century Gothic" panose="020B0502020202020204"/>
                <a:ea typeface="+mn-ea"/>
                <a:cs typeface="+mn-cs"/>
              </a:rPr>
              <a:t>In the </a:t>
            </a:r>
            <a:r>
              <a:rPr kumimoji="0" lang="en-US" sz="2000" b="1" i="0" u="none" strike="noStrike" kern="1200" cap="none" spc="0" normalizeH="0" baseline="0" noProof="0" dirty="0">
                <a:ln>
                  <a:noFill/>
                </a:ln>
                <a:solidFill>
                  <a:prstClr val="black">
                    <a:lumMod val="75000"/>
                    <a:lumOff val="25000"/>
                  </a:prstClr>
                </a:solidFill>
                <a:effectLst/>
                <a:uLnTx/>
                <a:uFillTx/>
                <a:latin typeface="Century Gothic" panose="020B0502020202020204"/>
                <a:ea typeface="+mn-ea"/>
                <a:cs typeface="+mn-cs"/>
              </a:rPr>
              <a:t>Select Data Source dialog box</a:t>
            </a:r>
            <a:r>
              <a:rPr kumimoji="0" lang="en-US" sz="2000" b="0" i="0" u="none" strike="noStrike" kern="1200" cap="none" spc="0" normalizeH="0" baseline="0" noProof="0" dirty="0">
                <a:ln>
                  <a:noFill/>
                </a:ln>
                <a:solidFill>
                  <a:prstClr val="black">
                    <a:lumMod val="75000"/>
                    <a:lumOff val="25000"/>
                  </a:prstClr>
                </a:solidFill>
                <a:effectLst/>
                <a:uLnTx/>
                <a:uFillTx/>
                <a:latin typeface="Century Gothic" panose="020B0502020202020204"/>
                <a:ea typeface="+mn-ea"/>
                <a:cs typeface="+mn-cs"/>
              </a:rPr>
              <a:t>, navigate to and select </a:t>
            </a:r>
            <a:r>
              <a:rPr kumimoji="0" lang="en-US" sz="2000" b="1" i="0" u="none" strike="noStrike" kern="1200" cap="none" spc="0" normalizeH="0" baseline="0" noProof="0" dirty="0">
                <a:ln>
                  <a:noFill/>
                </a:ln>
                <a:solidFill>
                  <a:prstClr val="black">
                    <a:lumMod val="75000"/>
                    <a:lumOff val="25000"/>
                  </a:prstClr>
                </a:solidFill>
                <a:effectLst/>
                <a:uLnTx/>
                <a:uFillTx/>
                <a:latin typeface="Century Gothic" panose="020B0502020202020204"/>
                <a:ea typeface="+mn-ea"/>
                <a:cs typeface="+mn-cs"/>
              </a:rPr>
              <a:t>the Excel spreadsheet </a:t>
            </a:r>
            <a:r>
              <a:rPr kumimoji="0" lang="en-US" sz="2000" b="0" i="0" u="none" strike="noStrike" kern="1200" cap="none" spc="0" normalizeH="0" baseline="0" noProof="0" dirty="0">
                <a:ln>
                  <a:noFill/>
                </a:ln>
                <a:solidFill>
                  <a:prstClr val="black">
                    <a:lumMod val="75000"/>
                    <a:lumOff val="25000"/>
                  </a:prstClr>
                </a:solidFill>
                <a:effectLst/>
                <a:uLnTx/>
                <a:uFillTx/>
                <a:latin typeface="Century Gothic" panose="020B0502020202020204"/>
                <a:ea typeface="+mn-ea"/>
                <a:cs typeface="+mn-cs"/>
              </a:rPr>
              <a:t>that contains the contact information you want to use. (</a:t>
            </a:r>
            <a:r>
              <a:rPr kumimoji="0" lang="en-US" sz="2000" b="1" i="0" u="none" strike="noStrike" kern="1200" cap="none" spc="0" normalizeH="0" baseline="0" noProof="0" dirty="0">
                <a:ln>
                  <a:noFill/>
                </a:ln>
                <a:solidFill>
                  <a:prstClr val="black">
                    <a:lumMod val="75000"/>
                    <a:lumOff val="25000"/>
                  </a:prstClr>
                </a:solidFill>
                <a:effectLst/>
                <a:uLnTx/>
                <a:uFillTx/>
                <a:latin typeface="Century Gothic" panose="020B0502020202020204"/>
                <a:ea typeface="+mn-ea"/>
                <a:cs typeface="+mn-cs"/>
              </a:rPr>
              <a:t>Note: An Access database can also be selected as the data source.)</a:t>
            </a:r>
          </a:p>
          <a:p>
            <a:pPr marL="742950" marR="0" lvl="1" indent="-285750" algn="l" defTabSz="457200" rtl="0" eaLnBrk="1" fontAlgn="auto" latinLnBrk="0" hangingPunct="1">
              <a:lnSpc>
                <a:spcPct val="150000"/>
              </a:lnSpc>
              <a:spcBef>
                <a:spcPts val="1000"/>
              </a:spcBef>
              <a:spcAft>
                <a:spcPts val="0"/>
              </a:spcAft>
              <a:buClr>
                <a:srgbClr val="A53010"/>
              </a:buClr>
              <a:buSzTx/>
              <a:buFont typeface="Wingdings 3" charset="2"/>
              <a:buChar char=""/>
              <a:tabLst/>
              <a:defRPr/>
            </a:pPr>
            <a:r>
              <a:rPr kumimoji="0" lang="en-US" sz="2000" b="0" i="0" u="none" strike="noStrike" kern="1200" cap="none" spc="0" normalizeH="0" baseline="0" noProof="0" dirty="0">
                <a:ln>
                  <a:noFill/>
                </a:ln>
                <a:solidFill>
                  <a:prstClr val="black">
                    <a:lumMod val="75000"/>
                    <a:lumOff val="25000"/>
                  </a:prstClr>
                </a:solidFill>
                <a:effectLst/>
                <a:uLnTx/>
                <a:uFillTx/>
                <a:latin typeface="Century Gothic" panose="020B0502020202020204"/>
                <a:ea typeface="+mn-ea"/>
                <a:cs typeface="+mn-cs"/>
              </a:rPr>
              <a:t>Click the </a:t>
            </a:r>
            <a:r>
              <a:rPr kumimoji="0" lang="en-US" sz="2000" b="1" i="0" u="none" strike="noStrike" kern="1200" cap="none" spc="0" normalizeH="0" baseline="0" noProof="0" dirty="0">
                <a:ln>
                  <a:noFill/>
                </a:ln>
                <a:solidFill>
                  <a:prstClr val="black">
                    <a:lumMod val="75000"/>
                    <a:lumOff val="25000"/>
                  </a:prstClr>
                </a:solidFill>
                <a:effectLst/>
                <a:uLnTx/>
                <a:uFillTx/>
                <a:latin typeface="Century Gothic" panose="020B0502020202020204"/>
                <a:ea typeface="+mn-ea"/>
                <a:cs typeface="+mn-cs"/>
              </a:rPr>
              <a:t>Open button</a:t>
            </a:r>
            <a:r>
              <a:rPr kumimoji="0" lang="en-US" sz="2000" b="0" i="0" u="none" strike="noStrike" kern="1200" cap="none" spc="0" normalizeH="0" baseline="0" noProof="0" dirty="0">
                <a:ln>
                  <a:noFill/>
                </a:ln>
                <a:solidFill>
                  <a:prstClr val="black">
                    <a:lumMod val="75000"/>
                    <a:lumOff val="25000"/>
                  </a:prstClr>
                </a:solidFill>
                <a:effectLst/>
                <a:uLnTx/>
                <a:uFillTx/>
                <a:latin typeface="Century Gothic" panose="020B0502020202020204"/>
                <a:ea typeface="+mn-ea"/>
                <a:cs typeface="+mn-cs"/>
              </a:rPr>
              <a:t>.</a:t>
            </a:r>
          </a:p>
          <a:p>
            <a:pPr marL="742950" marR="0" lvl="1" indent="-285750" algn="l" defTabSz="457200" rtl="0" eaLnBrk="1" fontAlgn="auto" latinLnBrk="0" hangingPunct="1">
              <a:lnSpc>
                <a:spcPct val="150000"/>
              </a:lnSpc>
              <a:spcBef>
                <a:spcPts val="1000"/>
              </a:spcBef>
              <a:spcAft>
                <a:spcPts val="0"/>
              </a:spcAft>
              <a:buClr>
                <a:srgbClr val="A53010"/>
              </a:buClr>
              <a:buSzTx/>
              <a:buFont typeface="Wingdings 3" charset="2"/>
              <a:buChar char=""/>
              <a:tabLst/>
              <a:defRPr/>
            </a:pPr>
            <a:r>
              <a:rPr kumimoji="0" lang="en-US" sz="2000" b="0" i="0" u="none" strike="noStrike" kern="1200" cap="none" spc="0" normalizeH="0" baseline="0" noProof="0" dirty="0">
                <a:ln>
                  <a:noFill/>
                </a:ln>
                <a:solidFill>
                  <a:prstClr val="black">
                    <a:lumMod val="75000"/>
                    <a:lumOff val="25000"/>
                  </a:prstClr>
                </a:solidFill>
                <a:effectLst/>
                <a:uLnTx/>
                <a:uFillTx/>
                <a:latin typeface="Century Gothic" panose="020B0502020202020204"/>
                <a:ea typeface="+mn-ea"/>
                <a:cs typeface="+mn-cs"/>
              </a:rPr>
              <a:t>In the </a:t>
            </a:r>
            <a:r>
              <a:rPr kumimoji="0" lang="en-US" sz="2000" b="1" i="0" u="none" strike="noStrike" kern="1200" cap="none" spc="0" normalizeH="0" baseline="0" noProof="0" dirty="0">
                <a:ln>
                  <a:noFill/>
                </a:ln>
                <a:solidFill>
                  <a:prstClr val="black">
                    <a:lumMod val="75000"/>
                    <a:lumOff val="25000"/>
                  </a:prstClr>
                </a:solidFill>
                <a:effectLst/>
                <a:uLnTx/>
                <a:uFillTx/>
                <a:latin typeface="Century Gothic" panose="020B0502020202020204"/>
                <a:ea typeface="+mn-ea"/>
                <a:cs typeface="+mn-cs"/>
              </a:rPr>
              <a:t>Select Table dialog box</a:t>
            </a:r>
            <a:r>
              <a:rPr kumimoji="0" lang="en-US" sz="2000" b="0" i="0" u="none" strike="noStrike" kern="1200" cap="none" spc="0" normalizeH="0" baseline="0" noProof="0" dirty="0">
                <a:ln>
                  <a:noFill/>
                </a:ln>
                <a:solidFill>
                  <a:prstClr val="black">
                    <a:lumMod val="75000"/>
                    <a:lumOff val="25000"/>
                  </a:prstClr>
                </a:solidFill>
                <a:effectLst/>
                <a:uLnTx/>
                <a:uFillTx/>
                <a:latin typeface="Century Gothic" panose="020B0502020202020204"/>
                <a:ea typeface="+mn-ea"/>
                <a:cs typeface="+mn-cs"/>
              </a:rPr>
              <a:t>, select the sheet that contains the contact information you want to use.</a:t>
            </a:r>
          </a:p>
          <a:p>
            <a:pPr marL="742950" marR="0" lvl="1" indent="-285750" algn="l" defTabSz="457200" rtl="0" eaLnBrk="1" fontAlgn="auto" latinLnBrk="0" hangingPunct="1">
              <a:lnSpc>
                <a:spcPct val="150000"/>
              </a:lnSpc>
              <a:spcBef>
                <a:spcPts val="1000"/>
              </a:spcBef>
              <a:spcAft>
                <a:spcPts val="0"/>
              </a:spcAft>
              <a:buClr>
                <a:srgbClr val="A53010"/>
              </a:buClr>
              <a:buSzTx/>
              <a:buFont typeface="Wingdings 3" charset="2"/>
              <a:buChar char=""/>
              <a:tabLst/>
              <a:defRPr/>
            </a:pPr>
            <a:r>
              <a:rPr kumimoji="0" lang="en-US" sz="2000" b="0" i="0" u="none" strike="noStrike" kern="1200" cap="none" spc="0" normalizeH="0" baseline="0" noProof="0" dirty="0">
                <a:ln>
                  <a:noFill/>
                </a:ln>
                <a:solidFill>
                  <a:prstClr val="black">
                    <a:lumMod val="75000"/>
                    <a:lumOff val="25000"/>
                  </a:prstClr>
                </a:solidFill>
                <a:effectLst/>
                <a:uLnTx/>
                <a:uFillTx/>
                <a:latin typeface="Century Gothic" panose="020B0502020202020204"/>
                <a:ea typeface="+mn-ea"/>
                <a:cs typeface="+mn-cs"/>
              </a:rPr>
              <a:t>Click the </a:t>
            </a:r>
            <a:r>
              <a:rPr kumimoji="0" lang="en-US" sz="2000" b="1" i="0" u="none" strike="noStrike" kern="1200" cap="none" spc="0" normalizeH="0" baseline="0" noProof="0" dirty="0">
                <a:ln>
                  <a:noFill/>
                </a:ln>
                <a:solidFill>
                  <a:prstClr val="black">
                    <a:lumMod val="75000"/>
                    <a:lumOff val="25000"/>
                  </a:prstClr>
                </a:solidFill>
                <a:effectLst/>
                <a:uLnTx/>
                <a:uFillTx/>
                <a:latin typeface="Century Gothic" panose="020B0502020202020204"/>
                <a:ea typeface="+mn-ea"/>
                <a:cs typeface="+mn-cs"/>
              </a:rPr>
              <a:t>OK</a:t>
            </a:r>
            <a:r>
              <a:rPr kumimoji="0" lang="en-US" sz="2000" b="0" i="0" u="none" strike="noStrike" kern="1200" cap="none" spc="0" normalizeH="0" baseline="0" noProof="0" dirty="0">
                <a:ln>
                  <a:noFill/>
                </a:ln>
                <a:solidFill>
                  <a:prstClr val="black">
                    <a:lumMod val="75000"/>
                    <a:lumOff val="25000"/>
                  </a:prstClr>
                </a:solidFill>
                <a:effectLst/>
                <a:uLnTx/>
                <a:uFillTx/>
                <a:latin typeface="Century Gothic" panose="020B0502020202020204"/>
                <a:ea typeface="+mn-ea"/>
                <a:cs typeface="+mn-cs"/>
              </a:rPr>
              <a:t> button.</a:t>
            </a:r>
          </a:p>
        </p:txBody>
      </p:sp>
    </p:spTree>
    <p:extLst>
      <p:ext uri="{BB962C8B-B14F-4D97-AF65-F5344CB8AC3E}">
        <p14:creationId xmlns:p14="http://schemas.microsoft.com/office/powerpoint/2010/main" val="1164523554"/>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B6ED9D-A7EF-4E03-AFB2-E7C3C28AB759}"/>
              </a:ext>
            </a:extLst>
          </p:cNvPr>
          <p:cNvSpPr>
            <a:spLocks noGrp="1"/>
          </p:cNvSpPr>
          <p:nvPr>
            <p:ph type="title"/>
          </p:nvPr>
        </p:nvSpPr>
        <p:spPr>
          <a:xfrm>
            <a:off x="1626781" y="306333"/>
            <a:ext cx="9877831" cy="778188"/>
          </a:xfrm>
        </p:spPr>
        <p:txBody>
          <a:bodyPr/>
          <a:lstStyle/>
          <a:p>
            <a:r>
              <a:rPr lang="en-US" dirty="0"/>
              <a:t>CONTD…</a:t>
            </a:r>
          </a:p>
        </p:txBody>
      </p:sp>
      <p:sp>
        <p:nvSpPr>
          <p:cNvPr id="3" name="Content Placeholder 2">
            <a:extLst>
              <a:ext uri="{FF2B5EF4-FFF2-40B4-BE49-F238E27FC236}">
                <a16:creationId xmlns:a16="http://schemas.microsoft.com/office/drawing/2014/main" id="{94AB0E3C-6BDF-4AB1-95F6-AD2CBD482DE3}"/>
              </a:ext>
            </a:extLst>
          </p:cNvPr>
          <p:cNvSpPr>
            <a:spLocks noGrp="1"/>
          </p:cNvSpPr>
          <p:nvPr>
            <p:ph idx="1"/>
          </p:nvPr>
        </p:nvSpPr>
        <p:spPr>
          <a:xfrm>
            <a:off x="1626781" y="1084521"/>
            <a:ext cx="9877831" cy="4826701"/>
          </a:xfrm>
        </p:spPr>
        <p:txBody>
          <a:bodyPr>
            <a:normAutofit fontScale="92500" lnSpcReduction="20000"/>
          </a:bodyPr>
          <a:lstStyle/>
          <a:p>
            <a:pPr marL="742950" marR="0" lvl="1" indent="-285750" algn="l" defTabSz="457200" rtl="0" eaLnBrk="1" fontAlgn="auto" latinLnBrk="0" hangingPunct="1">
              <a:lnSpc>
                <a:spcPct val="150000"/>
              </a:lnSpc>
              <a:spcBef>
                <a:spcPts val="1000"/>
              </a:spcBef>
              <a:spcAft>
                <a:spcPts val="0"/>
              </a:spcAft>
              <a:buClr>
                <a:srgbClr val="A53010"/>
              </a:buClr>
              <a:buSzTx/>
              <a:buFont typeface="Wingdings 3" charset="2"/>
              <a:buChar char=""/>
              <a:tabLst/>
              <a:defRPr/>
            </a:pPr>
            <a:r>
              <a:rPr kumimoji="0" lang="en-US" sz="2000" b="0" i="0" u="none" strike="noStrike" kern="1200" cap="none" spc="0" normalizeH="0" baseline="0" noProof="0" dirty="0">
                <a:ln>
                  <a:noFill/>
                </a:ln>
                <a:solidFill>
                  <a:prstClr val="black">
                    <a:lumMod val="75000"/>
                    <a:lumOff val="25000"/>
                  </a:prstClr>
                </a:solidFill>
                <a:effectLst/>
                <a:uLnTx/>
                <a:uFillTx/>
                <a:latin typeface="Century Gothic" panose="020B0502020202020204"/>
                <a:ea typeface="+mn-ea"/>
                <a:cs typeface="+mn-cs"/>
              </a:rPr>
              <a:t>In the </a:t>
            </a:r>
            <a:r>
              <a:rPr kumimoji="0" lang="en-US" sz="2000" b="1" i="0" u="none" strike="noStrike" kern="1200" cap="none" spc="0" normalizeH="0" baseline="0" noProof="0" dirty="0">
                <a:ln>
                  <a:noFill/>
                </a:ln>
                <a:solidFill>
                  <a:prstClr val="black">
                    <a:lumMod val="75000"/>
                    <a:lumOff val="25000"/>
                  </a:prstClr>
                </a:solidFill>
                <a:effectLst/>
                <a:uLnTx/>
                <a:uFillTx/>
                <a:latin typeface="Century Gothic" panose="020B0502020202020204"/>
                <a:ea typeface="+mn-ea"/>
                <a:cs typeface="+mn-cs"/>
              </a:rPr>
              <a:t>Mail Merge Recipients dialog box,</a:t>
            </a:r>
            <a:r>
              <a:rPr kumimoji="0" lang="en-US" sz="2000" b="0" i="0" u="none" strike="noStrike" kern="1200" cap="none" spc="0" normalizeH="0" baseline="0" noProof="0" dirty="0">
                <a:ln>
                  <a:noFill/>
                </a:ln>
                <a:solidFill>
                  <a:prstClr val="black">
                    <a:lumMod val="75000"/>
                    <a:lumOff val="25000"/>
                  </a:prstClr>
                </a:solidFill>
                <a:effectLst/>
                <a:uLnTx/>
                <a:uFillTx/>
                <a:latin typeface="Century Gothic" panose="020B0502020202020204"/>
                <a:ea typeface="+mn-ea"/>
                <a:cs typeface="+mn-cs"/>
              </a:rPr>
              <a:t> you can use the following options to edit the  information that is used during the mail merge. </a:t>
            </a:r>
          </a:p>
          <a:p>
            <a:pPr lvl="2" indent="-285750">
              <a:lnSpc>
                <a:spcPct val="150000"/>
              </a:lnSpc>
              <a:buClr>
                <a:srgbClr val="A53010"/>
              </a:buClr>
              <a:defRPr/>
            </a:pPr>
            <a:r>
              <a:rPr kumimoji="0" lang="en-US" sz="2000" b="1" i="0" u="none" strike="noStrike" kern="1200" cap="none" spc="0" normalizeH="0" baseline="0" noProof="0" dirty="0">
                <a:ln>
                  <a:noFill/>
                </a:ln>
                <a:solidFill>
                  <a:prstClr val="black">
                    <a:lumMod val="75000"/>
                    <a:lumOff val="25000"/>
                  </a:prstClr>
                </a:solidFill>
                <a:effectLst/>
                <a:uLnTx/>
                <a:uFillTx/>
                <a:latin typeface="Century Gothic" panose="020B0502020202020204"/>
                <a:ea typeface="+mn-ea"/>
                <a:cs typeface="+mn-cs"/>
              </a:rPr>
              <a:t>Add/Remove Recipients </a:t>
            </a:r>
            <a:r>
              <a:rPr kumimoji="0" lang="en-US" sz="2000" b="0" i="0" u="none" strike="noStrike" kern="1200" cap="none" spc="0" normalizeH="0" baseline="0" noProof="0" dirty="0">
                <a:ln>
                  <a:noFill/>
                </a:ln>
                <a:solidFill>
                  <a:prstClr val="black">
                    <a:lumMod val="75000"/>
                    <a:lumOff val="25000"/>
                  </a:prstClr>
                </a:solidFill>
                <a:effectLst/>
                <a:uLnTx/>
                <a:uFillTx/>
                <a:latin typeface="Century Gothic" panose="020B0502020202020204"/>
                <a:ea typeface="+mn-ea"/>
                <a:cs typeface="+mn-cs"/>
              </a:rPr>
              <a:t>- Add or remove recipients from the mail merge. </a:t>
            </a:r>
          </a:p>
          <a:p>
            <a:pPr lvl="2" indent="-285750">
              <a:lnSpc>
                <a:spcPct val="150000"/>
              </a:lnSpc>
              <a:buClr>
                <a:srgbClr val="A53010"/>
              </a:buClr>
              <a:defRPr/>
            </a:pPr>
            <a:r>
              <a:rPr kumimoji="0" lang="en-US" sz="2000" b="1" i="0" u="none" strike="noStrike" kern="1200" cap="none" spc="0" normalizeH="0" baseline="0" noProof="0" dirty="0">
                <a:ln>
                  <a:noFill/>
                </a:ln>
                <a:solidFill>
                  <a:prstClr val="black">
                    <a:lumMod val="75000"/>
                    <a:lumOff val="25000"/>
                  </a:prstClr>
                </a:solidFill>
                <a:effectLst/>
                <a:uLnTx/>
                <a:uFillTx/>
                <a:latin typeface="Century Gothic" panose="020B0502020202020204"/>
                <a:ea typeface="+mn-ea"/>
                <a:cs typeface="+mn-cs"/>
              </a:rPr>
              <a:t>Sort </a:t>
            </a:r>
            <a:r>
              <a:rPr kumimoji="0" lang="en-US" sz="2000" b="0" i="0" u="none" strike="noStrike" kern="1200" cap="none" spc="0" normalizeH="0" baseline="0" noProof="0" dirty="0">
                <a:ln>
                  <a:noFill/>
                </a:ln>
                <a:solidFill>
                  <a:prstClr val="black">
                    <a:lumMod val="75000"/>
                    <a:lumOff val="25000"/>
                  </a:prstClr>
                </a:solidFill>
                <a:effectLst/>
                <a:uLnTx/>
                <a:uFillTx/>
                <a:latin typeface="Century Gothic" panose="020B0502020202020204"/>
                <a:ea typeface="+mn-ea"/>
                <a:cs typeface="+mn-cs"/>
              </a:rPr>
              <a:t>- Sort your records using specific parameters. </a:t>
            </a:r>
          </a:p>
          <a:p>
            <a:pPr lvl="2" indent="-285750">
              <a:lnSpc>
                <a:spcPct val="150000"/>
              </a:lnSpc>
              <a:buClr>
                <a:srgbClr val="A53010"/>
              </a:buClr>
              <a:defRPr/>
            </a:pPr>
            <a:r>
              <a:rPr kumimoji="0" lang="en-US" sz="2000" b="1" i="0" u="none" strike="noStrike" kern="1200" cap="none" spc="0" normalizeH="0" baseline="0" noProof="0" dirty="0">
                <a:ln>
                  <a:noFill/>
                </a:ln>
                <a:solidFill>
                  <a:prstClr val="black">
                    <a:lumMod val="75000"/>
                    <a:lumOff val="25000"/>
                  </a:prstClr>
                </a:solidFill>
                <a:effectLst/>
                <a:uLnTx/>
                <a:uFillTx/>
                <a:latin typeface="Century Gothic" panose="020B0502020202020204"/>
                <a:ea typeface="+mn-ea"/>
                <a:cs typeface="+mn-cs"/>
              </a:rPr>
              <a:t>Filter </a:t>
            </a:r>
            <a:r>
              <a:rPr kumimoji="0" lang="en-US" sz="2000" b="0" i="0" u="none" strike="noStrike" kern="1200" cap="none" spc="0" normalizeH="0" baseline="0" noProof="0" dirty="0">
                <a:ln>
                  <a:noFill/>
                </a:ln>
                <a:solidFill>
                  <a:prstClr val="black">
                    <a:lumMod val="75000"/>
                    <a:lumOff val="25000"/>
                  </a:prstClr>
                </a:solidFill>
                <a:effectLst/>
                <a:uLnTx/>
                <a:uFillTx/>
                <a:latin typeface="Century Gothic" panose="020B0502020202020204"/>
                <a:ea typeface="+mn-ea"/>
                <a:cs typeface="+mn-cs"/>
              </a:rPr>
              <a:t>- Filter your records using specific parameters. </a:t>
            </a:r>
          </a:p>
          <a:p>
            <a:pPr lvl="2" indent="-285750">
              <a:lnSpc>
                <a:spcPct val="150000"/>
              </a:lnSpc>
              <a:buClr>
                <a:srgbClr val="A53010"/>
              </a:buClr>
              <a:defRPr/>
            </a:pPr>
            <a:r>
              <a:rPr kumimoji="0" lang="en-US" sz="2000" b="1" i="0" u="none" strike="noStrike" kern="1200" cap="none" spc="0" normalizeH="0" baseline="0" noProof="0" dirty="0">
                <a:ln>
                  <a:noFill/>
                </a:ln>
                <a:solidFill>
                  <a:prstClr val="black">
                    <a:lumMod val="75000"/>
                    <a:lumOff val="25000"/>
                  </a:prstClr>
                </a:solidFill>
                <a:effectLst/>
                <a:uLnTx/>
                <a:uFillTx/>
                <a:latin typeface="Century Gothic" panose="020B0502020202020204"/>
                <a:ea typeface="+mn-ea"/>
                <a:cs typeface="+mn-cs"/>
              </a:rPr>
              <a:t>Find duplicates </a:t>
            </a:r>
            <a:r>
              <a:rPr kumimoji="0" lang="en-US" sz="2000" b="0" i="0" u="none" strike="noStrike" kern="1200" cap="none" spc="0" normalizeH="0" baseline="0" noProof="0" dirty="0">
                <a:ln>
                  <a:noFill/>
                </a:ln>
                <a:solidFill>
                  <a:prstClr val="black">
                    <a:lumMod val="75000"/>
                    <a:lumOff val="25000"/>
                  </a:prstClr>
                </a:solidFill>
                <a:effectLst/>
                <a:uLnTx/>
                <a:uFillTx/>
                <a:latin typeface="Century Gothic" panose="020B0502020202020204"/>
                <a:ea typeface="+mn-ea"/>
                <a:cs typeface="+mn-cs"/>
              </a:rPr>
              <a:t>- Find duplicate records and remove from the mail merge. </a:t>
            </a:r>
          </a:p>
          <a:p>
            <a:pPr lvl="2" indent="-285750">
              <a:lnSpc>
                <a:spcPct val="150000"/>
              </a:lnSpc>
              <a:buClr>
                <a:srgbClr val="A53010"/>
              </a:buClr>
              <a:defRPr/>
            </a:pPr>
            <a:r>
              <a:rPr kumimoji="0" lang="en-US" sz="2000" b="1" i="0" u="none" strike="noStrike" kern="1200" cap="none" spc="0" normalizeH="0" baseline="0" noProof="0" dirty="0">
                <a:ln>
                  <a:noFill/>
                </a:ln>
                <a:solidFill>
                  <a:prstClr val="black">
                    <a:lumMod val="75000"/>
                    <a:lumOff val="25000"/>
                  </a:prstClr>
                </a:solidFill>
                <a:effectLst/>
                <a:uLnTx/>
                <a:uFillTx/>
                <a:latin typeface="Century Gothic" panose="020B0502020202020204"/>
                <a:ea typeface="+mn-ea"/>
                <a:cs typeface="+mn-cs"/>
              </a:rPr>
              <a:t>Find recipient </a:t>
            </a:r>
            <a:r>
              <a:rPr kumimoji="0" lang="en-US" sz="2000" b="0" i="0" u="none" strike="noStrike" kern="1200" cap="none" spc="0" normalizeH="0" baseline="0" noProof="0" dirty="0">
                <a:ln>
                  <a:noFill/>
                </a:ln>
                <a:solidFill>
                  <a:prstClr val="black">
                    <a:lumMod val="75000"/>
                    <a:lumOff val="25000"/>
                  </a:prstClr>
                </a:solidFill>
                <a:effectLst/>
                <a:uLnTx/>
                <a:uFillTx/>
                <a:latin typeface="Century Gothic" panose="020B0502020202020204"/>
                <a:ea typeface="+mn-ea"/>
                <a:cs typeface="+mn-cs"/>
              </a:rPr>
              <a:t>- Find a recipient in your records. </a:t>
            </a:r>
          </a:p>
          <a:p>
            <a:pPr marL="742950" marR="0" lvl="1" indent="-285750" algn="l" defTabSz="457200" rtl="0" eaLnBrk="1" fontAlgn="auto" latinLnBrk="0" hangingPunct="1">
              <a:lnSpc>
                <a:spcPct val="150000"/>
              </a:lnSpc>
              <a:spcBef>
                <a:spcPts val="1000"/>
              </a:spcBef>
              <a:spcAft>
                <a:spcPts val="0"/>
              </a:spcAft>
              <a:buClr>
                <a:srgbClr val="A53010"/>
              </a:buClr>
              <a:buSzTx/>
              <a:buFont typeface="Wingdings 3" charset="2"/>
              <a:buChar char=""/>
              <a:tabLst/>
              <a:defRPr/>
            </a:pPr>
            <a:r>
              <a:rPr kumimoji="0" lang="en-US" sz="2000" b="0" i="0" u="none" strike="noStrike" kern="1200" cap="none" spc="0" normalizeH="0" baseline="0" noProof="0" dirty="0">
                <a:ln>
                  <a:noFill/>
                </a:ln>
                <a:solidFill>
                  <a:prstClr val="black">
                    <a:lumMod val="75000"/>
                    <a:lumOff val="25000"/>
                  </a:prstClr>
                </a:solidFill>
                <a:effectLst/>
                <a:uLnTx/>
                <a:uFillTx/>
                <a:latin typeface="Century Gothic" panose="020B0502020202020204"/>
                <a:ea typeface="+mn-ea"/>
                <a:cs typeface="+mn-cs"/>
              </a:rPr>
              <a:t>Click the </a:t>
            </a:r>
            <a:r>
              <a:rPr kumimoji="0" lang="en-US" sz="2000" b="1" i="0" u="none" strike="noStrike" kern="1200" cap="none" spc="0" normalizeH="0" baseline="0" noProof="0" dirty="0">
                <a:ln>
                  <a:noFill/>
                </a:ln>
                <a:solidFill>
                  <a:prstClr val="black">
                    <a:lumMod val="75000"/>
                    <a:lumOff val="25000"/>
                  </a:prstClr>
                </a:solidFill>
                <a:effectLst/>
                <a:uLnTx/>
                <a:uFillTx/>
                <a:latin typeface="Century Gothic" panose="020B0502020202020204"/>
                <a:ea typeface="+mn-ea"/>
                <a:cs typeface="+mn-cs"/>
              </a:rPr>
              <a:t>OK</a:t>
            </a:r>
            <a:r>
              <a:rPr kumimoji="0" lang="en-US" sz="2000" b="0" i="0" u="none" strike="noStrike" kern="1200" cap="none" spc="0" normalizeH="0" baseline="0" noProof="0" dirty="0">
                <a:ln>
                  <a:noFill/>
                </a:ln>
                <a:solidFill>
                  <a:prstClr val="black">
                    <a:lumMod val="75000"/>
                    <a:lumOff val="25000"/>
                  </a:prstClr>
                </a:solidFill>
                <a:effectLst/>
                <a:uLnTx/>
                <a:uFillTx/>
                <a:latin typeface="Century Gothic" panose="020B0502020202020204"/>
                <a:ea typeface="+mn-ea"/>
                <a:cs typeface="+mn-cs"/>
              </a:rPr>
              <a:t> button.</a:t>
            </a:r>
          </a:p>
          <a:p>
            <a:pPr marL="742950" marR="0" lvl="1" indent="-285750" algn="l" defTabSz="457200" rtl="0" eaLnBrk="1" fontAlgn="auto" latinLnBrk="0" hangingPunct="1">
              <a:lnSpc>
                <a:spcPct val="150000"/>
              </a:lnSpc>
              <a:spcBef>
                <a:spcPts val="1000"/>
              </a:spcBef>
              <a:spcAft>
                <a:spcPts val="0"/>
              </a:spcAft>
              <a:buClr>
                <a:srgbClr val="A53010"/>
              </a:buClr>
              <a:buSzTx/>
              <a:buFont typeface="Wingdings 3" charset="2"/>
              <a:buChar char=""/>
              <a:tabLst/>
              <a:defRPr/>
            </a:pPr>
            <a:r>
              <a:rPr kumimoji="0" lang="en-US" sz="2000" b="0" i="0" u="none" strike="noStrike" kern="1200" cap="none" spc="0" normalizeH="0" baseline="0" noProof="0" dirty="0">
                <a:ln>
                  <a:noFill/>
                </a:ln>
                <a:solidFill>
                  <a:prstClr val="black">
                    <a:lumMod val="75000"/>
                    <a:lumOff val="25000"/>
                  </a:prstClr>
                </a:solidFill>
                <a:effectLst/>
                <a:uLnTx/>
                <a:uFillTx/>
                <a:latin typeface="Century Gothic" panose="020B0502020202020204"/>
                <a:ea typeface="+mn-ea"/>
                <a:cs typeface="+mn-cs"/>
              </a:rPr>
              <a:t> In the Mail Merge pane, click </a:t>
            </a:r>
            <a:r>
              <a:rPr kumimoji="0" lang="en-US" sz="2000" b="1" i="0" u="none" strike="noStrike" kern="1200" cap="none" spc="0" normalizeH="0" baseline="0" noProof="0" dirty="0">
                <a:ln>
                  <a:noFill/>
                </a:ln>
                <a:solidFill>
                  <a:prstClr val="black">
                    <a:lumMod val="75000"/>
                    <a:lumOff val="25000"/>
                  </a:prstClr>
                </a:solidFill>
                <a:effectLst/>
                <a:uLnTx/>
                <a:uFillTx/>
                <a:latin typeface="Century Gothic" panose="020B0502020202020204"/>
                <a:ea typeface="+mn-ea"/>
                <a:cs typeface="+mn-cs"/>
              </a:rPr>
              <a:t>Next: Write your letter</a:t>
            </a:r>
          </a:p>
          <a:p>
            <a:endParaRPr lang="en-US" dirty="0"/>
          </a:p>
        </p:txBody>
      </p:sp>
    </p:spTree>
    <p:extLst>
      <p:ext uri="{BB962C8B-B14F-4D97-AF65-F5344CB8AC3E}">
        <p14:creationId xmlns:p14="http://schemas.microsoft.com/office/powerpoint/2010/main" val="747997065"/>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4E6ACC-6E3F-4370-8E1D-6234F8673848}"/>
              </a:ext>
            </a:extLst>
          </p:cNvPr>
          <p:cNvSpPr>
            <a:spLocks noGrp="1"/>
          </p:cNvSpPr>
          <p:nvPr>
            <p:ph type="title"/>
          </p:nvPr>
        </p:nvSpPr>
        <p:spPr>
          <a:xfrm>
            <a:off x="1637414" y="306333"/>
            <a:ext cx="9867198" cy="799453"/>
          </a:xfrm>
        </p:spPr>
        <p:txBody>
          <a:bodyPr/>
          <a:lstStyle/>
          <a:p>
            <a:r>
              <a:rPr lang="en-US" dirty="0"/>
              <a:t>CONTD…</a:t>
            </a:r>
          </a:p>
        </p:txBody>
      </p:sp>
      <p:sp>
        <p:nvSpPr>
          <p:cNvPr id="3" name="Content Placeholder 2">
            <a:extLst>
              <a:ext uri="{FF2B5EF4-FFF2-40B4-BE49-F238E27FC236}">
                <a16:creationId xmlns:a16="http://schemas.microsoft.com/office/drawing/2014/main" id="{F0F13E09-B068-4E92-B805-39222B38B5FF}"/>
              </a:ext>
            </a:extLst>
          </p:cNvPr>
          <p:cNvSpPr>
            <a:spLocks noGrp="1"/>
          </p:cNvSpPr>
          <p:nvPr>
            <p:ph idx="1"/>
          </p:nvPr>
        </p:nvSpPr>
        <p:spPr>
          <a:xfrm>
            <a:off x="1637414" y="1105786"/>
            <a:ext cx="9867198" cy="4805436"/>
          </a:xfrm>
        </p:spPr>
        <p:txBody>
          <a:bodyPr>
            <a:normAutofit fontScale="92500"/>
          </a:bodyPr>
          <a:lstStyle/>
          <a:p>
            <a:pPr marL="742950" marR="0" lvl="1" indent="-285750" algn="l" defTabSz="457200" rtl="0" eaLnBrk="1" fontAlgn="auto" latinLnBrk="0" hangingPunct="1">
              <a:lnSpc>
                <a:spcPct val="150000"/>
              </a:lnSpc>
              <a:spcBef>
                <a:spcPts val="1000"/>
              </a:spcBef>
              <a:spcAft>
                <a:spcPts val="0"/>
              </a:spcAft>
              <a:buClr>
                <a:srgbClr val="A53010"/>
              </a:buClr>
              <a:buSzTx/>
              <a:buFont typeface="Wingdings 3" charset="2"/>
              <a:buChar char=""/>
              <a:tabLst/>
              <a:defRPr/>
            </a:pPr>
            <a:r>
              <a:rPr kumimoji="0" lang="en-US" sz="2400" i="0" u="none" strike="noStrike" kern="1200" cap="none" spc="0" normalizeH="0" baseline="0" noProof="0" dirty="0">
                <a:ln>
                  <a:noFill/>
                </a:ln>
                <a:solidFill>
                  <a:prstClr val="black">
                    <a:lumMod val="75000"/>
                    <a:lumOff val="25000"/>
                  </a:prstClr>
                </a:solidFill>
                <a:effectLst/>
                <a:uLnTx/>
                <a:uFillTx/>
                <a:latin typeface="Century Gothic" panose="020B0502020202020204"/>
                <a:ea typeface="+mn-ea"/>
                <a:cs typeface="+mn-cs"/>
              </a:rPr>
              <a:t>In the </a:t>
            </a:r>
            <a:r>
              <a:rPr kumimoji="0" lang="en-US" sz="2400" b="1" i="0" u="none" strike="noStrike" kern="1200" cap="none" spc="0" normalizeH="0" baseline="0" noProof="0" dirty="0">
                <a:ln>
                  <a:noFill/>
                </a:ln>
                <a:solidFill>
                  <a:prstClr val="black">
                    <a:lumMod val="75000"/>
                    <a:lumOff val="25000"/>
                  </a:prstClr>
                </a:solidFill>
                <a:effectLst/>
                <a:uLnTx/>
                <a:uFillTx/>
                <a:latin typeface="Century Gothic" panose="020B0502020202020204"/>
                <a:ea typeface="+mn-ea"/>
                <a:cs typeface="+mn-cs"/>
              </a:rPr>
              <a:t>Mail Merge pane </a:t>
            </a:r>
            <a:r>
              <a:rPr kumimoji="0" lang="en-US" sz="2400" i="0" u="none" strike="noStrike" kern="1200" cap="none" spc="0" normalizeH="0" baseline="0" noProof="0" dirty="0">
                <a:ln>
                  <a:noFill/>
                </a:ln>
                <a:solidFill>
                  <a:prstClr val="black">
                    <a:lumMod val="75000"/>
                    <a:lumOff val="25000"/>
                  </a:prstClr>
                </a:solidFill>
                <a:effectLst/>
                <a:uLnTx/>
                <a:uFillTx/>
                <a:latin typeface="Century Gothic" panose="020B0502020202020204"/>
                <a:ea typeface="+mn-ea"/>
                <a:cs typeface="+mn-cs"/>
              </a:rPr>
              <a:t>under </a:t>
            </a:r>
            <a:r>
              <a:rPr kumimoji="0" lang="en-US" sz="2400" b="1" i="0" u="none" strike="noStrike" kern="1200" cap="none" spc="0" normalizeH="0" baseline="0" noProof="0" dirty="0">
                <a:ln>
                  <a:noFill/>
                </a:ln>
                <a:solidFill>
                  <a:prstClr val="black">
                    <a:lumMod val="75000"/>
                    <a:lumOff val="25000"/>
                  </a:prstClr>
                </a:solidFill>
                <a:effectLst/>
                <a:uLnTx/>
                <a:uFillTx/>
                <a:latin typeface="Century Gothic" panose="020B0502020202020204"/>
                <a:ea typeface="+mn-ea"/>
                <a:cs typeface="+mn-cs"/>
              </a:rPr>
              <a:t>Write your letter</a:t>
            </a:r>
            <a:r>
              <a:rPr kumimoji="0" lang="en-US" sz="2400" i="0" u="none" strike="noStrike" kern="1200" cap="none" spc="0" normalizeH="0" baseline="0" noProof="0" dirty="0">
                <a:ln>
                  <a:noFill/>
                </a:ln>
                <a:solidFill>
                  <a:prstClr val="black">
                    <a:lumMod val="75000"/>
                    <a:lumOff val="25000"/>
                  </a:prstClr>
                </a:solidFill>
                <a:effectLst/>
                <a:uLnTx/>
                <a:uFillTx/>
                <a:latin typeface="Century Gothic" panose="020B0502020202020204"/>
                <a:ea typeface="+mn-ea"/>
                <a:cs typeface="+mn-cs"/>
              </a:rPr>
              <a:t>, you can use the following options to add the recipient information to your letter. </a:t>
            </a:r>
          </a:p>
          <a:p>
            <a:pPr lvl="2" indent="-285750">
              <a:lnSpc>
                <a:spcPct val="150000"/>
              </a:lnSpc>
              <a:buClr>
                <a:srgbClr val="A53010"/>
              </a:buClr>
              <a:defRPr/>
            </a:pPr>
            <a:r>
              <a:rPr kumimoji="0" lang="en-US" sz="2400" b="1" i="0" u="none" strike="noStrike" kern="1200" cap="none" spc="0" normalizeH="0" baseline="0" noProof="0" dirty="0">
                <a:ln>
                  <a:noFill/>
                </a:ln>
                <a:solidFill>
                  <a:prstClr val="black">
                    <a:lumMod val="75000"/>
                    <a:lumOff val="25000"/>
                  </a:prstClr>
                </a:solidFill>
                <a:effectLst/>
                <a:uLnTx/>
                <a:uFillTx/>
                <a:latin typeface="Century Gothic" panose="020B0502020202020204"/>
                <a:ea typeface="+mn-ea"/>
                <a:cs typeface="+mn-cs"/>
              </a:rPr>
              <a:t>Address block </a:t>
            </a:r>
            <a:r>
              <a:rPr kumimoji="0" lang="en-US" sz="2400" i="0" u="none" strike="noStrike" kern="1200" cap="none" spc="0" normalizeH="0" baseline="0" noProof="0" dirty="0">
                <a:ln>
                  <a:noFill/>
                </a:ln>
                <a:solidFill>
                  <a:prstClr val="black">
                    <a:lumMod val="75000"/>
                    <a:lumOff val="25000"/>
                  </a:prstClr>
                </a:solidFill>
                <a:effectLst/>
                <a:uLnTx/>
                <a:uFillTx/>
                <a:latin typeface="Century Gothic" panose="020B0502020202020204"/>
                <a:ea typeface="+mn-ea"/>
                <a:cs typeface="+mn-cs"/>
              </a:rPr>
              <a:t>- Add address information to your letter.</a:t>
            </a:r>
          </a:p>
          <a:p>
            <a:pPr lvl="2" indent="-285750">
              <a:lnSpc>
                <a:spcPct val="150000"/>
              </a:lnSpc>
              <a:buClr>
                <a:srgbClr val="A53010"/>
              </a:buClr>
              <a:defRPr/>
            </a:pPr>
            <a:r>
              <a:rPr kumimoji="0" lang="en-US" sz="2400" b="1" i="0" u="none" strike="noStrike" kern="1200" cap="none" spc="0" normalizeH="0" baseline="0" noProof="0" dirty="0">
                <a:ln>
                  <a:noFill/>
                </a:ln>
                <a:solidFill>
                  <a:prstClr val="black">
                    <a:lumMod val="75000"/>
                    <a:lumOff val="25000"/>
                  </a:prstClr>
                </a:solidFill>
                <a:effectLst/>
                <a:uLnTx/>
                <a:uFillTx/>
                <a:latin typeface="Century Gothic" panose="020B0502020202020204"/>
                <a:ea typeface="+mn-ea"/>
                <a:cs typeface="+mn-cs"/>
              </a:rPr>
              <a:t>Greeting line </a:t>
            </a:r>
            <a:r>
              <a:rPr kumimoji="0" lang="en-US" sz="2400" i="0" u="none" strike="noStrike" kern="1200" cap="none" spc="0" normalizeH="0" baseline="0" noProof="0" dirty="0">
                <a:ln>
                  <a:noFill/>
                </a:ln>
                <a:solidFill>
                  <a:prstClr val="black">
                    <a:lumMod val="75000"/>
                    <a:lumOff val="25000"/>
                  </a:prstClr>
                </a:solidFill>
                <a:effectLst/>
                <a:uLnTx/>
                <a:uFillTx/>
                <a:latin typeface="Century Gothic" panose="020B0502020202020204"/>
                <a:ea typeface="+mn-ea"/>
                <a:cs typeface="+mn-cs"/>
              </a:rPr>
              <a:t>- Add a personalized greeting to your letter.</a:t>
            </a:r>
          </a:p>
          <a:p>
            <a:pPr lvl="2" indent="-285750">
              <a:lnSpc>
                <a:spcPct val="150000"/>
              </a:lnSpc>
              <a:buClr>
                <a:srgbClr val="A53010"/>
              </a:buClr>
              <a:defRPr/>
            </a:pPr>
            <a:r>
              <a:rPr kumimoji="0" lang="en-US" sz="2400" b="1" i="0" u="none" strike="noStrike" kern="1200" cap="none" spc="0" normalizeH="0" baseline="0" noProof="0" dirty="0">
                <a:ln>
                  <a:noFill/>
                </a:ln>
                <a:solidFill>
                  <a:prstClr val="black">
                    <a:lumMod val="75000"/>
                    <a:lumOff val="25000"/>
                  </a:prstClr>
                </a:solidFill>
                <a:effectLst/>
                <a:uLnTx/>
                <a:uFillTx/>
                <a:latin typeface="Century Gothic" panose="020B0502020202020204"/>
                <a:ea typeface="+mn-ea"/>
                <a:cs typeface="+mn-cs"/>
              </a:rPr>
              <a:t>Electronic postage </a:t>
            </a:r>
            <a:r>
              <a:rPr kumimoji="0" lang="en-US" sz="2400" i="0" u="none" strike="noStrike" kern="1200" cap="none" spc="0" normalizeH="0" baseline="0" noProof="0" dirty="0">
                <a:ln>
                  <a:noFill/>
                </a:ln>
                <a:solidFill>
                  <a:prstClr val="black">
                    <a:lumMod val="75000"/>
                    <a:lumOff val="25000"/>
                  </a:prstClr>
                </a:solidFill>
                <a:effectLst/>
                <a:uLnTx/>
                <a:uFillTx/>
                <a:latin typeface="Century Gothic" panose="020B0502020202020204"/>
                <a:ea typeface="+mn-ea"/>
                <a:cs typeface="+mn-cs"/>
              </a:rPr>
              <a:t>- Add electronic postage to your letter.</a:t>
            </a:r>
          </a:p>
          <a:p>
            <a:pPr lvl="2" indent="-285750">
              <a:lnSpc>
                <a:spcPct val="150000"/>
              </a:lnSpc>
              <a:buClr>
                <a:srgbClr val="A53010"/>
              </a:buClr>
              <a:defRPr/>
            </a:pPr>
            <a:r>
              <a:rPr kumimoji="0" lang="en-US" sz="2400" b="1" i="0" u="none" strike="noStrike" kern="1200" cap="none" spc="0" normalizeH="0" baseline="0" noProof="0" dirty="0">
                <a:ln>
                  <a:noFill/>
                </a:ln>
                <a:solidFill>
                  <a:prstClr val="black">
                    <a:lumMod val="75000"/>
                    <a:lumOff val="25000"/>
                  </a:prstClr>
                </a:solidFill>
                <a:effectLst/>
                <a:uLnTx/>
                <a:uFillTx/>
                <a:latin typeface="Century Gothic" panose="020B0502020202020204"/>
                <a:ea typeface="+mn-ea"/>
                <a:cs typeface="+mn-cs"/>
              </a:rPr>
              <a:t>More items </a:t>
            </a:r>
            <a:r>
              <a:rPr kumimoji="0" lang="en-US" sz="2400" i="0" u="none" strike="noStrike" kern="1200" cap="none" spc="0" normalizeH="0" baseline="0" noProof="0" dirty="0">
                <a:ln>
                  <a:noFill/>
                </a:ln>
                <a:solidFill>
                  <a:prstClr val="black">
                    <a:lumMod val="75000"/>
                    <a:lumOff val="25000"/>
                  </a:prstClr>
                </a:solidFill>
                <a:effectLst/>
                <a:uLnTx/>
                <a:uFillTx/>
                <a:latin typeface="Century Gothic" panose="020B0502020202020204"/>
                <a:ea typeface="+mn-ea"/>
                <a:cs typeface="+mn-cs"/>
              </a:rPr>
              <a:t>- Enter specific fields into your letter, one field at a time </a:t>
            </a:r>
          </a:p>
          <a:p>
            <a:pPr marL="457200" marR="0" lvl="1" indent="0" algn="l" defTabSz="457200" rtl="0" eaLnBrk="1" fontAlgn="auto" latinLnBrk="0" hangingPunct="1">
              <a:lnSpc>
                <a:spcPct val="100000"/>
              </a:lnSpc>
              <a:spcBef>
                <a:spcPts val="1000"/>
              </a:spcBef>
              <a:spcAft>
                <a:spcPts val="0"/>
              </a:spcAft>
              <a:buClr>
                <a:srgbClr val="A53010"/>
              </a:buClr>
              <a:buSzTx/>
              <a:buNone/>
              <a:tabLst/>
              <a:defRPr/>
            </a:pPr>
            <a:endParaRPr kumimoji="0" lang="en-US" sz="1800" i="0" u="none" strike="noStrike" kern="1200" cap="none" spc="0" normalizeH="0" baseline="0" noProof="0" dirty="0">
              <a:ln>
                <a:noFill/>
              </a:ln>
              <a:solidFill>
                <a:prstClr val="black">
                  <a:lumMod val="75000"/>
                  <a:lumOff val="25000"/>
                </a:prstClr>
              </a:solidFill>
              <a:effectLst/>
              <a:uLnTx/>
              <a:uFillTx/>
              <a:latin typeface="Century Gothic" panose="020B0502020202020204"/>
              <a:ea typeface="+mn-ea"/>
              <a:cs typeface="+mn-cs"/>
            </a:endParaRPr>
          </a:p>
          <a:p>
            <a:endParaRPr lang="en-US" dirty="0"/>
          </a:p>
        </p:txBody>
      </p:sp>
    </p:spTree>
    <p:extLst>
      <p:ext uri="{BB962C8B-B14F-4D97-AF65-F5344CB8AC3E}">
        <p14:creationId xmlns:p14="http://schemas.microsoft.com/office/powerpoint/2010/main" val="613857949"/>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E35B48-23EB-49F3-B069-6D9CDBABED90}"/>
              </a:ext>
            </a:extLst>
          </p:cNvPr>
          <p:cNvSpPr>
            <a:spLocks noGrp="1"/>
          </p:cNvSpPr>
          <p:nvPr>
            <p:ph type="title"/>
          </p:nvPr>
        </p:nvSpPr>
        <p:spPr>
          <a:xfrm>
            <a:off x="1648047" y="306333"/>
            <a:ext cx="9856565" cy="746290"/>
          </a:xfrm>
        </p:spPr>
        <p:txBody>
          <a:bodyPr/>
          <a:lstStyle/>
          <a:p>
            <a:r>
              <a:rPr lang="en-US" dirty="0"/>
              <a:t>CONTD…</a:t>
            </a:r>
          </a:p>
        </p:txBody>
      </p:sp>
      <p:sp>
        <p:nvSpPr>
          <p:cNvPr id="3" name="Content Placeholder 2">
            <a:extLst>
              <a:ext uri="{FF2B5EF4-FFF2-40B4-BE49-F238E27FC236}">
                <a16:creationId xmlns:a16="http://schemas.microsoft.com/office/drawing/2014/main" id="{19A9B3FC-4F37-4762-9AED-3F9263A1BC51}"/>
              </a:ext>
            </a:extLst>
          </p:cNvPr>
          <p:cNvSpPr>
            <a:spLocks noGrp="1"/>
          </p:cNvSpPr>
          <p:nvPr>
            <p:ph idx="1"/>
          </p:nvPr>
        </p:nvSpPr>
        <p:spPr>
          <a:xfrm>
            <a:off x="1648047" y="1052623"/>
            <a:ext cx="9856565" cy="4858599"/>
          </a:xfrm>
        </p:spPr>
        <p:txBody>
          <a:bodyPr>
            <a:noAutofit/>
          </a:bodyPr>
          <a:lstStyle/>
          <a:p>
            <a:pPr marL="742950" marR="0" lvl="1" indent="-285750" algn="l" defTabSz="457200" rtl="0" eaLnBrk="1" fontAlgn="auto" latinLnBrk="0" hangingPunct="1">
              <a:lnSpc>
                <a:spcPct val="150000"/>
              </a:lnSpc>
              <a:spcBef>
                <a:spcPts val="1000"/>
              </a:spcBef>
              <a:spcAft>
                <a:spcPts val="0"/>
              </a:spcAft>
              <a:buClr>
                <a:srgbClr val="A53010"/>
              </a:buClr>
              <a:buSzTx/>
              <a:buFont typeface="Wingdings 3" charset="2"/>
              <a:buChar char=""/>
              <a:tabLst/>
              <a:defRPr/>
            </a:pPr>
            <a:r>
              <a:rPr kumimoji="0" lang="en-US" sz="2000" b="0" i="0" u="none" strike="noStrike" kern="1200" cap="none" spc="0" normalizeH="0" baseline="0" noProof="0" dirty="0">
                <a:ln>
                  <a:noFill/>
                </a:ln>
                <a:solidFill>
                  <a:prstClr val="black">
                    <a:lumMod val="75000"/>
                    <a:lumOff val="25000"/>
                  </a:prstClr>
                </a:solidFill>
                <a:effectLst/>
                <a:uLnTx/>
                <a:uFillTx/>
                <a:latin typeface="Century Gothic" panose="020B0502020202020204"/>
                <a:ea typeface="+mn-ea"/>
                <a:cs typeface="+mn-cs"/>
              </a:rPr>
              <a:t>Click Address block. </a:t>
            </a:r>
          </a:p>
          <a:p>
            <a:pPr marL="1143000" marR="0" lvl="2" indent="-285750" algn="l" defTabSz="457200" rtl="0" eaLnBrk="1" fontAlgn="auto" latinLnBrk="0" hangingPunct="1">
              <a:lnSpc>
                <a:spcPct val="150000"/>
              </a:lnSpc>
              <a:spcBef>
                <a:spcPts val="1000"/>
              </a:spcBef>
              <a:spcAft>
                <a:spcPts val="0"/>
              </a:spcAft>
              <a:buClr>
                <a:srgbClr val="A53010"/>
              </a:buClr>
              <a:buSzTx/>
              <a:buFont typeface="Wingdings 3" charset="2"/>
              <a:buChar char=""/>
              <a:tabLst/>
              <a:defRPr/>
            </a:pPr>
            <a:r>
              <a:rPr kumimoji="0" lang="en-US" sz="2000" b="1" i="0" u="none" strike="noStrike" kern="1200" cap="none" spc="0" normalizeH="0" baseline="0" noProof="0" dirty="0">
                <a:ln>
                  <a:noFill/>
                </a:ln>
                <a:solidFill>
                  <a:prstClr val="black">
                    <a:lumMod val="75000"/>
                    <a:lumOff val="25000"/>
                  </a:prstClr>
                </a:solidFill>
                <a:effectLst/>
                <a:uLnTx/>
                <a:uFillTx/>
                <a:latin typeface="Century Gothic" panose="020B0502020202020204"/>
                <a:ea typeface="+mn-ea"/>
                <a:cs typeface="+mn-cs"/>
              </a:rPr>
              <a:t>Insert recipient’s name in this format </a:t>
            </a:r>
            <a:r>
              <a:rPr kumimoji="0" lang="en-US" sz="2000" b="0" i="0" u="none" strike="noStrike" kern="1200" cap="none" spc="0" normalizeH="0" baseline="0" noProof="0" dirty="0">
                <a:ln>
                  <a:noFill/>
                </a:ln>
                <a:solidFill>
                  <a:prstClr val="black">
                    <a:lumMod val="75000"/>
                    <a:lumOff val="25000"/>
                  </a:prstClr>
                </a:solidFill>
                <a:effectLst/>
                <a:uLnTx/>
                <a:uFillTx/>
                <a:latin typeface="Century Gothic" panose="020B0502020202020204"/>
                <a:ea typeface="+mn-ea"/>
                <a:cs typeface="+mn-cs"/>
              </a:rPr>
              <a:t>- Select a format from the drop-down list for how you want the recipient’s name to appear.</a:t>
            </a:r>
          </a:p>
          <a:p>
            <a:pPr marL="1143000" marR="0" lvl="2" indent="-285750" algn="l" defTabSz="457200" rtl="0" eaLnBrk="1" fontAlgn="auto" latinLnBrk="0" hangingPunct="1">
              <a:lnSpc>
                <a:spcPct val="150000"/>
              </a:lnSpc>
              <a:spcBef>
                <a:spcPts val="1000"/>
              </a:spcBef>
              <a:spcAft>
                <a:spcPts val="0"/>
              </a:spcAft>
              <a:buClr>
                <a:srgbClr val="A53010"/>
              </a:buClr>
              <a:buSzTx/>
              <a:buFont typeface="Wingdings 3" charset="2"/>
              <a:buChar char=""/>
              <a:tabLst/>
              <a:defRPr/>
            </a:pPr>
            <a:r>
              <a:rPr kumimoji="0" lang="en-US" sz="2000" b="1" i="0" u="none" strike="noStrike" kern="1200" cap="none" spc="0" normalizeH="0" baseline="0" noProof="0" dirty="0">
                <a:ln>
                  <a:noFill/>
                </a:ln>
                <a:solidFill>
                  <a:prstClr val="black">
                    <a:lumMod val="75000"/>
                    <a:lumOff val="25000"/>
                  </a:prstClr>
                </a:solidFill>
                <a:effectLst/>
                <a:uLnTx/>
                <a:uFillTx/>
                <a:latin typeface="Century Gothic" panose="020B0502020202020204"/>
                <a:ea typeface="+mn-ea"/>
                <a:cs typeface="+mn-cs"/>
              </a:rPr>
              <a:t>Insert company name, Insert postal address, Format the address according to the destination country/region </a:t>
            </a:r>
            <a:r>
              <a:rPr kumimoji="0" lang="en-US" sz="2000" b="0" i="0" u="none" strike="noStrike" kern="1200" cap="none" spc="0" normalizeH="0" baseline="0" noProof="0" dirty="0">
                <a:ln>
                  <a:noFill/>
                </a:ln>
                <a:solidFill>
                  <a:prstClr val="black">
                    <a:lumMod val="75000"/>
                    <a:lumOff val="25000"/>
                  </a:prstClr>
                </a:solidFill>
                <a:effectLst/>
                <a:uLnTx/>
                <a:uFillTx/>
                <a:latin typeface="Century Gothic" panose="020B0502020202020204"/>
                <a:ea typeface="+mn-ea"/>
                <a:cs typeface="+mn-cs"/>
              </a:rPr>
              <a:t>- If available you can insert this information.</a:t>
            </a:r>
          </a:p>
          <a:p>
            <a:pPr marL="1143000" marR="0" lvl="2" indent="-285750" algn="l" defTabSz="457200" rtl="0" eaLnBrk="1" fontAlgn="auto" latinLnBrk="0" hangingPunct="1">
              <a:lnSpc>
                <a:spcPct val="150000"/>
              </a:lnSpc>
              <a:spcBef>
                <a:spcPts val="1000"/>
              </a:spcBef>
              <a:spcAft>
                <a:spcPts val="0"/>
              </a:spcAft>
              <a:buClr>
                <a:srgbClr val="A53010"/>
              </a:buClr>
              <a:buSzTx/>
              <a:buFont typeface="Wingdings 3" charset="2"/>
              <a:buChar char=""/>
              <a:tabLst/>
              <a:defRPr/>
            </a:pPr>
            <a:r>
              <a:rPr kumimoji="0" lang="en-US" sz="2000" b="1" i="0" u="none" strike="noStrike" kern="1200" cap="none" spc="0" normalizeH="0" baseline="0" noProof="0" dirty="0">
                <a:ln>
                  <a:noFill/>
                </a:ln>
                <a:solidFill>
                  <a:prstClr val="black">
                    <a:lumMod val="75000"/>
                    <a:lumOff val="25000"/>
                  </a:prstClr>
                </a:solidFill>
                <a:effectLst/>
                <a:uLnTx/>
                <a:uFillTx/>
                <a:latin typeface="Century Gothic" panose="020B0502020202020204"/>
                <a:ea typeface="+mn-ea"/>
                <a:cs typeface="+mn-cs"/>
              </a:rPr>
              <a:t>Preview</a:t>
            </a:r>
            <a:r>
              <a:rPr kumimoji="0" lang="en-US" sz="2000" b="0" i="0" u="none" strike="noStrike" kern="1200" cap="none" spc="0" normalizeH="0" baseline="0" noProof="0" dirty="0">
                <a:ln>
                  <a:noFill/>
                </a:ln>
                <a:solidFill>
                  <a:prstClr val="black">
                    <a:lumMod val="75000"/>
                    <a:lumOff val="25000"/>
                  </a:prstClr>
                </a:solidFill>
                <a:effectLst/>
                <a:uLnTx/>
                <a:uFillTx/>
                <a:latin typeface="Century Gothic" panose="020B0502020202020204"/>
                <a:ea typeface="+mn-ea"/>
                <a:cs typeface="+mn-cs"/>
              </a:rPr>
              <a:t> - Preview how your address will look in your letter. Use the arrow buttons to navigate through your list.</a:t>
            </a:r>
          </a:p>
          <a:p>
            <a:pPr marL="1143000" marR="0" lvl="2" indent="-285750" algn="l" defTabSz="457200" rtl="0" eaLnBrk="1" fontAlgn="auto" latinLnBrk="0" hangingPunct="1">
              <a:lnSpc>
                <a:spcPct val="150000"/>
              </a:lnSpc>
              <a:spcBef>
                <a:spcPts val="1000"/>
              </a:spcBef>
              <a:spcAft>
                <a:spcPts val="0"/>
              </a:spcAft>
              <a:buClr>
                <a:srgbClr val="A53010"/>
              </a:buClr>
              <a:buSzTx/>
              <a:buFont typeface="Wingdings 3" charset="2"/>
              <a:buChar char=""/>
              <a:tabLst/>
              <a:defRPr/>
            </a:pPr>
            <a:r>
              <a:rPr kumimoji="0" lang="en-US" sz="2000" b="0" i="0" u="none" strike="noStrike" kern="1200" cap="none" spc="0" normalizeH="0" baseline="0" noProof="0" dirty="0">
                <a:ln>
                  <a:noFill/>
                </a:ln>
                <a:solidFill>
                  <a:prstClr val="black">
                    <a:lumMod val="75000"/>
                    <a:lumOff val="25000"/>
                  </a:prstClr>
                </a:solidFill>
                <a:effectLst/>
                <a:uLnTx/>
                <a:uFillTx/>
                <a:latin typeface="Century Gothic" panose="020B0502020202020204"/>
                <a:ea typeface="+mn-ea"/>
                <a:cs typeface="+mn-cs"/>
              </a:rPr>
              <a:t>Click the </a:t>
            </a:r>
            <a:r>
              <a:rPr kumimoji="0" lang="en-US" sz="2000" b="1" i="0" u="none" strike="noStrike" kern="1200" cap="none" spc="0" normalizeH="0" baseline="0" noProof="0" dirty="0">
                <a:ln>
                  <a:noFill/>
                </a:ln>
                <a:solidFill>
                  <a:prstClr val="black">
                    <a:lumMod val="75000"/>
                    <a:lumOff val="25000"/>
                  </a:prstClr>
                </a:solidFill>
                <a:effectLst/>
                <a:uLnTx/>
                <a:uFillTx/>
                <a:latin typeface="Century Gothic" panose="020B0502020202020204"/>
                <a:ea typeface="+mn-ea"/>
                <a:cs typeface="+mn-cs"/>
              </a:rPr>
              <a:t>OK</a:t>
            </a:r>
            <a:r>
              <a:rPr kumimoji="0" lang="en-US" sz="2000" b="0" i="0" u="none" strike="noStrike" kern="1200" cap="none" spc="0" normalizeH="0" baseline="0" noProof="0" dirty="0">
                <a:ln>
                  <a:noFill/>
                </a:ln>
                <a:solidFill>
                  <a:prstClr val="black">
                    <a:lumMod val="75000"/>
                    <a:lumOff val="25000"/>
                  </a:prstClr>
                </a:solidFill>
                <a:effectLst/>
                <a:uLnTx/>
                <a:uFillTx/>
                <a:latin typeface="Century Gothic" panose="020B0502020202020204"/>
                <a:ea typeface="+mn-ea"/>
                <a:cs typeface="+mn-cs"/>
              </a:rPr>
              <a:t> button.</a:t>
            </a:r>
          </a:p>
        </p:txBody>
      </p:sp>
    </p:spTree>
    <p:extLst>
      <p:ext uri="{BB962C8B-B14F-4D97-AF65-F5344CB8AC3E}">
        <p14:creationId xmlns:p14="http://schemas.microsoft.com/office/powerpoint/2010/main" val="347286209"/>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E35B48-23EB-49F3-B069-6D9CDBABED90}"/>
              </a:ext>
            </a:extLst>
          </p:cNvPr>
          <p:cNvSpPr>
            <a:spLocks noGrp="1"/>
          </p:cNvSpPr>
          <p:nvPr>
            <p:ph type="title"/>
          </p:nvPr>
        </p:nvSpPr>
        <p:spPr>
          <a:xfrm>
            <a:off x="1648047" y="306333"/>
            <a:ext cx="9856565" cy="746290"/>
          </a:xfrm>
        </p:spPr>
        <p:txBody>
          <a:bodyPr/>
          <a:lstStyle/>
          <a:p>
            <a:r>
              <a:rPr lang="en-US" dirty="0"/>
              <a:t>CONTD…</a:t>
            </a:r>
          </a:p>
        </p:txBody>
      </p:sp>
      <p:sp>
        <p:nvSpPr>
          <p:cNvPr id="3" name="Content Placeholder 2">
            <a:extLst>
              <a:ext uri="{FF2B5EF4-FFF2-40B4-BE49-F238E27FC236}">
                <a16:creationId xmlns:a16="http://schemas.microsoft.com/office/drawing/2014/main" id="{19A9B3FC-4F37-4762-9AED-3F9263A1BC51}"/>
              </a:ext>
            </a:extLst>
          </p:cNvPr>
          <p:cNvSpPr>
            <a:spLocks noGrp="1"/>
          </p:cNvSpPr>
          <p:nvPr>
            <p:ph idx="1"/>
          </p:nvPr>
        </p:nvSpPr>
        <p:spPr>
          <a:xfrm>
            <a:off x="1648047" y="1052623"/>
            <a:ext cx="9856565" cy="4858599"/>
          </a:xfrm>
        </p:spPr>
        <p:txBody>
          <a:bodyPr>
            <a:normAutofit fontScale="85000" lnSpcReduction="10000"/>
          </a:bodyPr>
          <a:lstStyle/>
          <a:p>
            <a:pPr lvl="1">
              <a:lnSpc>
                <a:spcPct val="150000"/>
              </a:lnSpc>
            </a:pPr>
            <a:r>
              <a:rPr lang="en-US" sz="2400" dirty="0"/>
              <a:t>Click Greeting Line. </a:t>
            </a:r>
          </a:p>
          <a:p>
            <a:pPr marL="1257300" lvl="2" indent="-342900">
              <a:lnSpc>
                <a:spcPct val="150000"/>
              </a:lnSpc>
              <a:buFont typeface="+mj-lt"/>
              <a:buAutoNum type="alphaLcParenR"/>
            </a:pPr>
            <a:r>
              <a:rPr lang="en-US" sz="2400" b="1" dirty="0"/>
              <a:t>Greeting line format </a:t>
            </a:r>
            <a:r>
              <a:rPr lang="en-US" sz="2400" dirty="0"/>
              <a:t>- Create the greeting line for your letter (</a:t>
            </a:r>
            <a:r>
              <a:rPr lang="en-US" sz="2400" b="1" dirty="0"/>
              <a:t>See Figure 1). </a:t>
            </a:r>
          </a:p>
          <a:p>
            <a:pPr marL="1257300" lvl="2" indent="-342900">
              <a:lnSpc>
                <a:spcPct val="150000"/>
              </a:lnSpc>
              <a:buFont typeface="+mj-lt"/>
              <a:buAutoNum type="alphaLcParenR"/>
            </a:pPr>
            <a:r>
              <a:rPr lang="en-US" sz="2400" b="1" dirty="0"/>
              <a:t>Greeting line for invalid recipient names </a:t>
            </a:r>
            <a:r>
              <a:rPr lang="en-US" sz="2400" dirty="0"/>
              <a:t>- Set a generic greeting that will display when Word cannot find a name for an entry (</a:t>
            </a:r>
            <a:r>
              <a:rPr lang="en-US" sz="2400" b="1" dirty="0"/>
              <a:t>See Figure 1</a:t>
            </a:r>
            <a:r>
              <a:rPr lang="en-US" sz="2400" dirty="0"/>
              <a:t>). </a:t>
            </a:r>
          </a:p>
          <a:p>
            <a:pPr marL="1257300" lvl="2" indent="-342900">
              <a:lnSpc>
                <a:spcPct val="150000"/>
              </a:lnSpc>
              <a:buFont typeface="+mj-lt"/>
              <a:buAutoNum type="alphaLcParenR"/>
            </a:pPr>
            <a:r>
              <a:rPr lang="en-US" sz="2400" b="1" dirty="0"/>
              <a:t>Preview</a:t>
            </a:r>
            <a:r>
              <a:rPr lang="en-US" sz="2400" dirty="0"/>
              <a:t> - See how your selections will look in the final mail merge. Use the arrows to navigate between records (</a:t>
            </a:r>
            <a:r>
              <a:rPr lang="en-US" sz="2400" b="1" dirty="0"/>
              <a:t>See Figure 1</a:t>
            </a:r>
            <a:r>
              <a:rPr lang="en-US" sz="2400" dirty="0"/>
              <a:t>). </a:t>
            </a:r>
          </a:p>
          <a:p>
            <a:pPr marL="1257300" lvl="2" indent="-342900">
              <a:lnSpc>
                <a:spcPct val="150000"/>
              </a:lnSpc>
              <a:buFont typeface="+mj-lt"/>
              <a:buAutoNum type="alphaLcParenR"/>
            </a:pPr>
            <a:r>
              <a:rPr lang="en-US" sz="2400" dirty="0"/>
              <a:t>Click the </a:t>
            </a:r>
            <a:r>
              <a:rPr lang="en-US" sz="2400" b="1" dirty="0"/>
              <a:t>OK</a:t>
            </a:r>
            <a:r>
              <a:rPr lang="en-US" sz="2400" dirty="0"/>
              <a:t> button (</a:t>
            </a:r>
            <a:r>
              <a:rPr lang="en-US" sz="2400" b="1" dirty="0"/>
              <a:t>See Figure 1).</a:t>
            </a:r>
          </a:p>
        </p:txBody>
      </p:sp>
    </p:spTree>
    <p:extLst>
      <p:ext uri="{BB962C8B-B14F-4D97-AF65-F5344CB8AC3E}">
        <p14:creationId xmlns:p14="http://schemas.microsoft.com/office/powerpoint/2010/main" val="3469369431"/>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1CEC0F-C8ED-41AC-A0DF-EF703941CED9}"/>
              </a:ext>
            </a:extLst>
          </p:cNvPr>
          <p:cNvSpPr>
            <a:spLocks noGrp="1"/>
          </p:cNvSpPr>
          <p:nvPr>
            <p:ph type="title"/>
          </p:nvPr>
        </p:nvSpPr>
        <p:spPr>
          <a:xfrm>
            <a:off x="1594884" y="306333"/>
            <a:ext cx="9909728" cy="767555"/>
          </a:xfrm>
        </p:spPr>
        <p:txBody>
          <a:bodyPr/>
          <a:lstStyle/>
          <a:p>
            <a:r>
              <a:rPr kumimoji="0" lang="en-US" sz="3600" b="0" i="0" u="none" strike="noStrike" kern="1200" cap="none" spc="0" normalizeH="0" baseline="0" noProof="0" dirty="0">
                <a:ln>
                  <a:noFill/>
                </a:ln>
                <a:solidFill>
                  <a:prstClr val="black">
                    <a:lumMod val="85000"/>
                    <a:lumOff val="15000"/>
                  </a:prstClr>
                </a:solidFill>
                <a:effectLst/>
                <a:uLnTx/>
                <a:uFillTx/>
                <a:latin typeface="Century Gothic" panose="020B0502020202020204"/>
                <a:ea typeface="+mj-ea"/>
                <a:cs typeface="+mj-cs"/>
              </a:rPr>
              <a:t>MAIL MERGE (GREETING LINE)</a:t>
            </a:r>
            <a:endParaRPr lang="en-MW" dirty="0"/>
          </a:p>
        </p:txBody>
      </p:sp>
      <p:sp>
        <p:nvSpPr>
          <p:cNvPr id="7" name="Content Placeholder 6">
            <a:extLst>
              <a:ext uri="{FF2B5EF4-FFF2-40B4-BE49-F238E27FC236}">
                <a16:creationId xmlns:a16="http://schemas.microsoft.com/office/drawing/2014/main" id="{0266038C-F247-42F7-888A-A2E988D71F09}"/>
              </a:ext>
            </a:extLst>
          </p:cNvPr>
          <p:cNvSpPr>
            <a:spLocks noGrp="1"/>
          </p:cNvSpPr>
          <p:nvPr>
            <p:ph idx="1"/>
          </p:nvPr>
        </p:nvSpPr>
        <p:spPr>
          <a:xfrm>
            <a:off x="1594884" y="1073888"/>
            <a:ext cx="9909728" cy="4837334"/>
          </a:xfrm>
        </p:spPr>
        <p:txBody>
          <a:bodyPr/>
          <a:lstStyle/>
          <a:p>
            <a:endParaRPr lang="en-US" dirty="0"/>
          </a:p>
          <a:p>
            <a:endParaRPr lang="en-US" dirty="0"/>
          </a:p>
          <a:p>
            <a:endParaRPr lang="en-US" dirty="0"/>
          </a:p>
          <a:p>
            <a:endParaRPr lang="en-US" dirty="0"/>
          </a:p>
          <a:p>
            <a:endParaRPr lang="en-US" dirty="0"/>
          </a:p>
          <a:p>
            <a:endParaRPr lang="en-US" dirty="0"/>
          </a:p>
          <a:p>
            <a:endParaRPr lang="en-US" dirty="0"/>
          </a:p>
          <a:p>
            <a:pPr marL="0" indent="0" algn="ctr">
              <a:buNone/>
            </a:pPr>
            <a:endParaRPr lang="en-US" b="1" dirty="0"/>
          </a:p>
          <a:p>
            <a:pPr marL="0" indent="0" algn="ctr">
              <a:buNone/>
            </a:pPr>
            <a:endParaRPr lang="en-US" b="1" dirty="0"/>
          </a:p>
          <a:p>
            <a:pPr marL="0" indent="0" algn="ctr">
              <a:buNone/>
            </a:pPr>
            <a:r>
              <a:rPr lang="en-US" b="1" dirty="0"/>
              <a:t>Figure 1 Insert Greeting Line</a:t>
            </a:r>
          </a:p>
        </p:txBody>
      </p:sp>
      <p:pic>
        <p:nvPicPr>
          <p:cNvPr id="8" name="Picture 7">
            <a:extLst>
              <a:ext uri="{FF2B5EF4-FFF2-40B4-BE49-F238E27FC236}">
                <a16:creationId xmlns:a16="http://schemas.microsoft.com/office/drawing/2014/main" id="{2C316817-4712-42A7-BF44-AD0A52701EF3}"/>
              </a:ext>
            </a:extLst>
          </p:cNvPr>
          <p:cNvPicPr>
            <a:picLocks noChangeAspect="1"/>
          </p:cNvPicPr>
          <p:nvPr/>
        </p:nvPicPr>
        <p:blipFill>
          <a:blip r:embed="rId2"/>
          <a:stretch>
            <a:fillRect/>
          </a:stretch>
        </p:blipFill>
        <p:spPr>
          <a:xfrm>
            <a:off x="4303177" y="1424763"/>
            <a:ext cx="4493141" cy="2847079"/>
          </a:xfrm>
          <a:prstGeom prst="rect">
            <a:avLst/>
          </a:prstGeom>
        </p:spPr>
      </p:pic>
    </p:spTree>
    <p:extLst>
      <p:ext uri="{BB962C8B-B14F-4D97-AF65-F5344CB8AC3E}">
        <p14:creationId xmlns:p14="http://schemas.microsoft.com/office/powerpoint/2010/main" val="1630950838"/>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5C5B81-C886-47E8-AF6E-961EB2E6CD84}"/>
              </a:ext>
            </a:extLst>
          </p:cNvPr>
          <p:cNvSpPr>
            <a:spLocks noGrp="1"/>
          </p:cNvSpPr>
          <p:nvPr>
            <p:ph type="title"/>
          </p:nvPr>
        </p:nvSpPr>
        <p:spPr>
          <a:xfrm>
            <a:off x="1669312" y="306333"/>
            <a:ext cx="9835300" cy="852616"/>
          </a:xfrm>
        </p:spPr>
        <p:txBody>
          <a:bodyPr/>
          <a:lstStyle/>
          <a:p>
            <a:r>
              <a:rPr lang="en-US" dirty="0"/>
              <a:t>CONTD…</a:t>
            </a:r>
          </a:p>
        </p:txBody>
      </p:sp>
      <p:sp>
        <p:nvSpPr>
          <p:cNvPr id="3" name="Content Placeholder 2">
            <a:extLst>
              <a:ext uri="{FF2B5EF4-FFF2-40B4-BE49-F238E27FC236}">
                <a16:creationId xmlns:a16="http://schemas.microsoft.com/office/drawing/2014/main" id="{AB0AF43E-2513-4A65-8B9C-4B20FD981D42}"/>
              </a:ext>
            </a:extLst>
          </p:cNvPr>
          <p:cNvSpPr>
            <a:spLocks noGrp="1"/>
          </p:cNvSpPr>
          <p:nvPr>
            <p:ph idx="1"/>
          </p:nvPr>
        </p:nvSpPr>
        <p:spPr>
          <a:xfrm>
            <a:off x="1669312" y="1158949"/>
            <a:ext cx="9835300" cy="4752273"/>
          </a:xfrm>
        </p:spPr>
        <p:txBody>
          <a:bodyPr>
            <a:normAutofit fontScale="92500" lnSpcReduction="10000"/>
          </a:bodyPr>
          <a:lstStyle/>
          <a:p>
            <a:pPr>
              <a:lnSpc>
                <a:spcPct val="150000"/>
              </a:lnSpc>
            </a:pPr>
            <a:r>
              <a:rPr lang="en-US" sz="2400" dirty="0"/>
              <a:t>Click More items. </a:t>
            </a:r>
          </a:p>
          <a:p>
            <a:pPr lvl="1">
              <a:lnSpc>
                <a:spcPct val="150000"/>
              </a:lnSpc>
            </a:pPr>
            <a:r>
              <a:rPr lang="en-US" sz="2400" b="1" dirty="0"/>
              <a:t>Fields</a:t>
            </a:r>
            <a:r>
              <a:rPr lang="en-US" sz="2400" dirty="0"/>
              <a:t> - Insert specific fields into your letter, one field at a time.</a:t>
            </a:r>
          </a:p>
          <a:p>
            <a:pPr lvl="1">
              <a:lnSpc>
                <a:spcPct val="150000"/>
              </a:lnSpc>
            </a:pPr>
            <a:r>
              <a:rPr lang="en-US" sz="2400" b="1" dirty="0"/>
              <a:t>Insert</a:t>
            </a:r>
            <a:r>
              <a:rPr lang="en-US" sz="2400" dirty="0"/>
              <a:t> - Insert the selected field.</a:t>
            </a:r>
          </a:p>
          <a:p>
            <a:pPr lvl="1">
              <a:lnSpc>
                <a:spcPct val="150000"/>
              </a:lnSpc>
            </a:pPr>
            <a:r>
              <a:rPr lang="en-US" sz="2400" dirty="0"/>
              <a:t>Click the </a:t>
            </a:r>
            <a:r>
              <a:rPr lang="en-US" sz="2400" b="1" dirty="0"/>
              <a:t>Close</a:t>
            </a:r>
            <a:r>
              <a:rPr lang="en-US" sz="2400" dirty="0"/>
              <a:t> button.</a:t>
            </a:r>
          </a:p>
          <a:p>
            <a:pPr>
              <a:lnSpc>
                <a:spcPct val="150000"/>
              </a:lnSpc>
            </a:pPr>
            <a:r>
              <a:rPr lang="en-US" sz="2400" dirty="0"/>
              <a:t>In the </a:t>
            </a:r>
            <a:r>
              <a:rPr lang="en-US" sz="2400" b="1" dirty="0"/>
              <a:t>Mail Merge pane</a:t>
            </a:r>
            <a:r>
              <a:rPr lang="en-US" sz="2400" dirty="0"/>
              <a:t>, click </a:t>
            </a:r>
            <a:r>
              <a:rPr lang="en-US" sz="2400" b="1" dirty="0"/>
              <a:t>Next: Preview your letters</a:t>
            </a:r>
            <a:r>
              <a:rPr lang="en-US" sz="2400" dirty="0"/>
              <a:t>. </a:t>
            </a:r>
          </a:p>
          <a:p>
            <a:pPr>
              <a:lnSpc>
                <a:spcPct val="150000"/>
              </a:lnSpc>
            </a:pPr>
            <a:r>
              <a:rPr lang="en-US" sz="2400" dirty="0"/>
              <a:t>In the </a:t>
            </a:r>
            <a:r>
              <a:rPr lang="en-US" sz="2400" b="1" dirty="0"/>
              <a:t>Mail Merge pane </a:t>
            </a:r>
            <a:r>
              <a:rPr lang="en-US" sz="2400" dirty="0"/>
              <a:t>under </a:t>
            </a:r>
            <a:r>
              <a:rPr lang="en-US" sz="2400" b="1" dirty="0"/>
              <a:t>Preview your letters</a:t>
            </a:r>
            <a:r>
              <a:rPr lang="en-US" sz="2400" dirty="0"/>
              <a:t>, you can </a:t>
            </a:r>
            <a:r>
              <a:rPr lang="en-US" sz="2400" b="1" dirty="0"/>
              <a:t>preview</a:t>
            </a:r>
            <a:r>
              <a:rPr lang="en-US" sz="2400" dirty="0"/>
              <a:t> all letters before completing your mail merge.</a:t>
            </a:r>
          </a:p>
          <a:p>
            <a:pPr>
              <a:lnSpc>
                <a:spcPct val="150000"/>
              </a:lnSpc>
            </a:pPr>
            <a:r>
              <a:rPr lang="en-US" sz="2400" dirty="0"/>
              <a:t>Click Next: </a:t>
            </a:r>
            <a:r>
              <a:rPr lang="en-US" sz="2400" b="1" dirty="0"/>
              <a:t>Complete the merge</a:t>
            </a:r>
            <a:r>
              <a:rPr lang="en-US" sz="2400" dirty="0"/>
              <a:t>.</a:t>
            </a:r>
          </a:p>
          <a:p>
            <a:endParaRPr lang="en-US" b="1" dirty="0"/>
          </a:p>
        </p:txBody>
      </p:sp>
    </p:spTree>
    <p:extLst>
      <p:ext uri="{BB962C8B-B14F-4D97-AF65-F5344CB8AC3E}">
        <p14:creationId xmlns:p14="http://schemas.microsoft.com/office/powerpoint/2010/main" val="811582242"/>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47D53C-993A-47B3-8A79-0096E1B08C53}"/>
              </a:ext>
            </a:extLst>
          </p:cNvPr>
          <p:cNvSpPr>
            <a:spLocks noGrp="1"/>
          </p:cNvSpPr>
          <p:nvPr>
            <p:ph type="title"/>
          </p:nvPr>
        </p:nvSpPr>
        <p:spPr>
          <a:xfrm>
            <a:off x="1552354" y="306333"/>
            <a:ext cx="9856565" cy="852616"/>
          </a:xfrm>
        </p:spPr>
        <p:txBody>
          <a:bodyPr/>
          <a:lstStyle/>
          <a:p>
            <a:r>
              <a:rPr lang="en-US" dirty="0"/>
              <a:t>CONTD…</a:t>
            </a:r>
          </a:p>
        </p:txBody>
      </p:sp>
      <p:sp>
        <p:nvSpPr>
          <p:cNvPr id="3" name="Content Placeholder 2">
            <a:extLst>
              <a:ext uri="{FF2B5EF4-FFF2-40B4-BE49-F238E27FC236}">
                <a16:creationId xmlns:a16="http://schemas.microsoft.com/office/drawing/2014/main" id="{CFF4AD26-BB6B-4127-B913-497F50388770}"/>
              </a:ext>
            </a:extLst>
          </p:cNvPr>
          <p:cNvSpPr>
            <a:spLocks noGrp="1"/>
          </p:cNvSpPr>
          <p:nvPr>
            <p:ph idx="1"/>
          </p:nvPr>
        </p:nvSpPr>
        <p:spPr>
          <a:xfrm>
            <a:off x="1552354" y="1158949"/>
            <a:ext cx="9952258" cy="4752273"/>
          </a:xfrm>
        </p:spPr>
        <p:txBody>
          <a:bodyPr/>
          <a:lstStyle/>
          <a:p>
            <a:pPr marL="342900" marR="0" lvl="0" indent="-342900" algn="l" defTabSz="457200" rtl="0" eaLnBrk="1" fontAlgn="auto" latinLnBrk="0" hangingPunct="1">
              <a:lnSpc>
                <a:spcPct val="150000"/>
              </a:lnSpc>
              <a:spcBef>
                <a:spcPts val="1000"/>
              </a:spcBef>
              <a:spcAft>
                <a:spcPts val="0"/>
              </a:spcAft>
              <a:buClr>
                <a:srgbClr val="A53010"/>
              </a:buClr>
              <a:buSzTx/>
              <a:buFont typeface="Wingdings 3" charset="2"/>
              <a:buChar char=""/>
              <a:tabLst/>
              <a:defRPr/>
            </a:pPr>
            <a:r>
              <a:rPr kumimoji="0" lang="en-US" sz="2400" b="0" i="0" u="none" strike="noStrike" kern="1200" cap="none" spc="0" normalizeH="0" baseline="0" noProof="0" dirty="0">
                <a:ln>
                  <a:noFill/>
                </a:ln>
                <a:solidFill>
                  <a:prstClr val="black">
                    <a:lumMod val="75000"/>
                    <a:lumOff val="25000"/>
                  </a:prstClr>
                </a:solidFill>
                <a:effectLst/>
                <a:uLnTx/>
                <a:uFillTx/>
                <a:latin typeface="Century Gothic" panose="020B0502020202020204"/>
                <a:ea typeface="+mn-ea"/>
                <a:cs typeface="+mn-cs"/>
              </a:rPr>
              <a:t>In the </a:t>
            </a:r>
            <a:r>
              <a:rPr kumimoji="0" lang="en-US" sz="2400" b="1" i="0" u="none" strike="noStrike" kern="1200" cap="none" spc="0" normalizeH="0" baseline="0" noProof="0" dirty="0">
                <a:ln>
                  <a:noFill/>
                </a:ln>
                <a:solidFill>
                  <a:prstClr val="black">
                    <a:lumMod val="75000"/>
                    <a:lumOff val="25000"/>
                  </a:prstClr>
                </a:solidFill>
                <a:effectLst/>
                <a:uLnTx/>
                <a:uFillTx/>
                <a:latin typeface="Century Gothic" panose="020B0502020202020204"/>
                <a:ea typeface="+mn-ea"/>
                <a:cs typeface="+mn-cs"/>
              </a:rPr>
              <a:t>Mail Merge pane </a:t>
            </a:r>
            <a:r>
              <a:rPr kumimoji="0" lang="en-US" sz="2400" b="0" i="0" u="none" strike="noStrike" kern="1200" cap="none" spc="0" normalizeH="0" baseline="0" noProof="0" dirty="0">
                <a:ln>
                  <a:noFill/>
                </a:ln>
                <a:solidFill>
                  <a:prstClr val="black">
                    <a:lumMod val="75000"/>
                    <a:lumOff val="25000"/>
                  </a:prstClr>
                </a:solidFill>
                <a:effectLst/>
                <a:uLnTx/>
                <a:uFillTx/>
                <a:latin typeface="Century Gothic" panose="020B0502020202020204"/>
                <a:ea typeface="+mn-ea"/>
                <a:cs typeface="+mn-cs"/>
              </a:rPr>
              <a:t>under </a:t>
            </a:r>
            <a:r>
              <a:rPr kumimoji="0" lang="en-US" sz="2400" b="1" i="0" u="none" strike="noStrike" kern="1200" cap="none" spc="0" normalizeH="0" baseline="0" noProof="0" dirty="0">
                <a:ln>
                  <a:noFill/>
                </a:ln>
                <a:solidFill>
                  <a:prstClr val="black">
                    <a:lumMod val="75000"/>
                    <a:lumOff val="25000"/>
                  </a:prstClr>
                </a:solidFill>
                <a:effectLst/>
                <a:uLnTx/>
                <a:uFillTx/>
                <a:latin typeface="Century Gothic" panose="020B0502020202020204"/>
                <a:ea typeface="+mn-ea"/>
                <a:cs typeface="+mn-cs"/>
              </a:rPr>
              <a:t>Merge</a:t>
            </a:r>
            <a:r>
              <a:rPr kumimoji="0" lang="en-US" sz="2400" b="0" i="0" u="none" strike="noStrike" kern="1200" cap="none" spc="0" normalizeH="0" baseline="0" noProof="0" dirty="0">
                <a:ln>
                  <a:noFill/>
                </a:ln>
                <a:solidFill>
                  <a:prstClr val="black">
                    <a:lumMod val="75000"/>
                    <a:lumOff val="25000"/>
                  </a:prstClr>
                </a:solidFill>
                <a:effectLst/>
                <a:uLnTx/>
                <a:uFillTx/>
                <a:latin typeface="Century Gothic" panose="020B0502020202020204"/>
                <a:ea typeface="+mn-ea"/>
                <a:cs typeface="+mn-cs"/>
              </a:rPr>
              <a:t>, click </a:t>
            </a:r>
            <a:r>
              <a:rPr kumimoji="0" lang="en-US" sz="2400" b="1" i="0" u="none" strike="noStrike" kern="1200" cap="none" spc="0" normalizeH="0" baseline="0" noProof="0" dirty="0">
                <a:ln>
                  <a:noFill/>
                </a:ln>
                <a:solidFill>
                  <a:prstClr val="black">
                    <a:lumMod val="75000"/>
                    <a:lumOff val="25000"/>
                  </a:prstClr>
                </a:solidFill>
                <a:effectLst/>
                <a:uLnTx/>
                <a:uFillTx/>
                <a:latin typeface="Century Gothic" panose="020B0502020202020204"/>
                <a:ea typeface="+mn-ea"/>
                <a:cs typeface="+mn-cs"/>
              </a:rPr>
              <a:t>Print.</a:t>
            </a:r>
          </a:p>
          <a:p>
            <a:pPr marL="342900" marR="0" lvl="0" indent="-342900" algn="l" defTabSz="457200" rtl="0" eaLnBrk="1" fontAlgn="auto" latinLnBrk="0" hangingPunct="1">
              <a:lnSpc>
                <a:spcPct val="150000"/>
              </a:lnSpc>
              <a:spcBef>
                <a:spcPts val="1000"/>
              </a:spcBef>
              <a:spcAft>
                <a:spcPts val="0"/>
              </a:spcAft>
              <a:buClr>
                <a:srgbClr val="A53010"/>
              </a:buClr>
              <a:buSzTx/>
              <a:buFont typeface="Wingdings 3" charset="2"/>
              <a:buChar char=""/>
              <a:tabLst/>
              <a:defRPr/>
            </a:pPr>
            <a:r>
              <a:rPr kumimoji="0" lang="en-US" sz="2400" b="0" i="0" u="none" strike="noStrike" kern="1200" cap="none" spc="0" normalizeH="0" baseline="0" noProof="0" dirty="0">
                <a:ln>
                  <a:noFill/>
                </a:ln>
                <a:solidFill>
                  <a:prstClr val="black">
                    <a:lumMod val="75000"/>
                    <a:lumOff val="25000"/>
                  </a:prstClr>
                </a:solidFill>
                <a:effectLst/>
                <a:uLnTx/>
                <a:uFillTx/>
                <a:latin typeface="Century Gothic" panose="020B0502020202020204"/>
                <a:ea typeface="+mn-ea"/>
                <a:cs typeface="+mn-cs"/>
              </a:rPr>
              <a:t>In the </a:t>
            </a:r>
            <a:r>
              <a:rPr kumimoji="0" lang="en-US" sz="2400" b="1" i="0" u="none" strike="noStrike" kern="1200" cap="none" spc="0" normalizeH="0" baseline="0" noProof="0" dirty="0">
                <a:ln>
                  <a:noFill/>
                </a:ln>
                <a:solidFill>
                  <a:prstClr val="black">
                    <a:lumMod val="75000"/>
                    <a:lumOff val="25000"/>
                  </a:prstClr>
                </a:solidFill>
                <a:effectLst/>
                <a:uLnTx/>
                <a:uFillTx/>
                <a:latin typeface="Century Gothic" panose="020B0502020202020204"/>
                <a:ea typeface="+mn-ea"/>
                <a:cs typeface="+mn-cs"/>
              </a:rPr>
              <a:t>Merge to Printer dialog box</a:t>
            </a:r>
            <a:r>
              <a:rPr kumimoji="0" lang="en-US" sz="2400" b="0" i="0" u="none" strike="noStrike" kern="1200" cap="none" spc="0" normalizeH="0" baseline="0" noProof="0" dirty="0">
                <a:ln>
                  <a:noFill/>
                </a:ln>
                <a:solidFill>
                  <a:prstClr val="black">
                    <a:lumMod val="75000"/>
                    <a:lumOff val="25000"/>
                  </a:prstClr>
                </a:solidFill>
                <a:effectLst/>
                <a:uLnTx/>
                <a:uFillTx/>
                <a:latin typeface="Century Gothic" panose="020B0502020202020204"/>
                <a:ea typeface="+mn-ea"/>
                <a:cs typeface="+mn-cs"/>
              </a:rPr>
              <a:t>, select your option to </a:t>
            </a:r>
            <a:r>
              <a:rPr kumimoji="0" lang="en-US" sz="2400" b="1" i="1" u="none" strike="noStrike" kern="1200" cap="none" spc="0" normalizeH="0" baseline="0" noProof="0" dirty="0">
                <a:ln>
                  <a:noFill/>
                </a:ln>
                <a:solidFill>
                  <a:prstClr val="black">
                    <a:lumMod val="75000"/>
                    <a:lumOff val="25000"/>
                  </a:prstClr>
                </a:solidFill>
                <a:effectLst/>
                <a:uLnTx/>
                <a:uFillTx/>
                <a:latin typeface="Century Gothic" panose="020B0502020202020204"/>
                <a:ea typeface="+mn-ea"/>
                <a:cs typeface="+mn-cs"/>
              </a:rPr>
              <a:t>Print Records</a:t>
            </a:r>
            <a:r>
              <a:rPr kumimoji="0" lang="en-US" sz="2400" b="0" i="0" u="none" strike="noStrike" kern="1200" cap="none" spc="0" normalizeH="0" baseline="0" noProof="0" dirty="0">
                <a:ln>
                  <a:noFill/>
                </a:ln>
                <a:solidFill>
                  <a:prstClr val="black">
                    <a:lumMod val="75000"/>
                    <a:lumOff val="25000"/>
                  </a:prstClr>
                </a:solidFill>
                <a:effectLst/>
                <a:uLnTx/>
                <a:uFillTx/>
                <a:latin typeface="Century Gothic" panose="020B0502020202020204"/>
                <a:ea typeface="+mn-ea"/>
                <a:cs typeface="+mn-cs"/>
              </a:rPr>
              <a:t>.</a:t>
            </a:r>
          </a:p>
          <a:p>
            <a:pPr marL="342900" marR="0" lvl="0" indent="-342900" algn="l" defTabSz="457200" rtl="0" eaLnBrk="1" fontAlgn="auto" latinLnBrk="0" hangingPunct="1">
              <a:lnSpc>
                <a:spcPct val="150000"/>
              </a:lnSpc>
              <a:spcBef>
                <a:spcPts val="1000"/>
              </a:spcBef>
              <a:spcAft>
                <a:spcPts val="0"/>
              </a:spcAft>
              <a:buClr>
                <a:srgbClr val="A53010"/>
              </a:buClr>
              <a:buSzTx/>
              <a:buFont typeface="Wingdings 3" charset="2"/>
              <a:buChar char=""/>
              <a:tabLst/>
              <a:defRPr/>
            </a:pPr>
            <a:r>
              <a:rPr kumimoji="0" lang="en-US" sz="2400" b="0" i="0" u="none" strike="noStrike" kern="1200" cap="none" spc="0" normalizeH="0" baseline="0" noProof="0" dirty="0">
                <a:ln>
                  <a:noFill/>
                </a:ln>
                <a:solidFill>
                  <a:prstClr val="black">
                    <a:lumMod val="75000"/>
                    <a:lumOff val="25000"/>
                  </a:prstClr>
                </a:solidFill>
                <a:effectLst/>
                <a:uLnTx/>
                <a:uFillTx/>
                <a:latin typeface="Century Gothic" panose="020B0502020202020204"/>
                <a:ea typeface="+mn-ea"/>
                <a:cs typeface="+mn-cs"/>
              </a:rPr>
              <a:t>Click the </a:t>
            </a:r>
            <a:r>
              <a:rPr kumimoji="0" lang="en-US" sz="2400" b="1" i="0" u="none" strike="noStrike" kern="1200" cap="none" spc="0" normalizeH="0" baseline="0" noProof="0" dirty="0">
                <a:ln>
                  <a:noFill/>
                </a:ln>
                <a:solidFill>
                  <a:prstClr val="black">
                    <a:lumMod val="75000"/>
                    <a:lumOff val="25000"/>
                  </a:prstClr>
                </a:solidFill>
                <a:effectLst/>
                <a:uLnTx/>
                <a:uFillTx/>
                <a:latin typeface="Century Gothic" panose="020B0502020202020204"/>
                <a:ea typeface="+mn-ea"/>
                <a:cs typeface="+mn-cs"/>
              </a:rPr>
              <a:t>OK</a:t>
            </a:r>
            <a:r>
              <a:rPr kumimoji="0" lang="en-US" sz="2400" b="0" i="0" u="none" strike="noStrike" kern="1200" cap="none" spc="0" normalizeH="0" baseline="0" noProof="0" dirty="0">
                <a:ln>
                  <a:noFill/>
                </a:ln>
                <a:solidFill>
                  <a:prstClr val="black">
                    <a:lumMod val="75000"/>
                    <a:lumOff val="25000"/>
                  </a:prstClr>
                </a:solidFill>
                <a:effectLst/>
                <a:uLnTx/>
                <a:uFillTx/>
                <a:latin typeface="Century Gothic" panose="020B0502020202020204"/>
                <a:ea typeface="+mn-ea"/>
                <a:cs typeface="+mn-cs"/>
              </a:rPr>
              <a:t> button.</a:t>
            </a:r>
          </a:p>
          <a:p>
            <a:pPr marL="342900" marR="0" lvl="0" indent="-342900" algn="l" defTabSz="457200" rtl="0" eaLnBrk="1" fontAlgn="auto" latinLnBrk="0" hangingPunct="1">
              <a:lnSpc>
                <a:spcPct val="150000"/>
              </a:lnSpc>
              <a:spcBef>
                <a:spcPts val="1000"/>
              </a:spcBef>
              <a:spcAft>
                <a:spcPts val="0"/>
              </a:spcAft>
              <a:buClr>
                <a:srgbClr val="A53010"/>
              </a:buClr>
              <a:buSzTx/>
              <a:buFont typeface="Wingdings 3" charset="2"/>
              <a:buChar char=""/>
              <a:tabLst/>
              <a:defRPr/>
            </a:pPr>
            <a:r>
              <a:rPr kumimoji="0" lang="en-US" sz="2400" b="0" i="0" u="none" strike="noStrike" kern="1200" cap="none" spc="0" normalizeH="0" baseline="0" noProof="0" dirty="0">
                <a:ln>
                  <a:noFill/>
                </a:ln>
                <a:solidFill>
                  <a:prstClr val="black">
                    <a:lumMod val="75000"/>
                    <a:lumOff val="25000"/>
                  </a:prstClr>
                </a:solidFill>
                <a:effectLst/>
                <a:uLnTx/>
                <a:uFillTx/>
                <a:latin typeface="Century Gothic" panose="020B0502020202020204"/>
                <a:ea typeface="+mn-ea"/>
                <a:cs typeface="+mn-cs"/>
              </a:rPr>
              <a:t> The </a:t>
            </a:r>
            <a:r>
              <a:rPr kumimoji="0" lang="en-US" sz="2400" b="1" i="0" u="none" strike="noStrike" kern="1200" cap="none" spc="0" normalizeH="0" baseline="0" noProof="0" dirty="0">
                <a:ln>
                  <a:noFill/>
                </a:ln>
                <a:solidFill>
                  <a:prstClr val="black">
                    <a:lumMod val="75000"/>
                    <a:lumOff val="25000"/>
                  </a:prstClr>
                </a:solidFill>
                <a:effectLst/>
                <a:uLnTx/>
                <a:uFillTx/>
                <a:latin typeface="Century Gothic" panose="020B0502020202020204"/>
                <a:ea typeface="+mn-ea"/>
                <a:cs typeface="+mn-cs"/>
              </a:rPr>
              <a:t>Print window</a:t>
            </a:r>
            <a:r>
              <a:rPr kumimoji="0" lang="en-US" sz="2400" b="0" i="0" u="none" strike="noStrike" kern="1200" cap="none" spc="0" normalizeH="0" baseline="0" noProof="0" dirty="0">
                <a:ln>
                  <a:noFill/>
                </a:ln>
                <a:solidFill>
                  <a:prstClr val="black">
                    <a:lumMod val="75000"/>
                    <a:lumOff val="25000"/>
                  </a:prstClr>
                </a:solidFill>
                <a:effectLst/>
                <a:uLnTx/>
                <a:uFillTx/>
                <a:latin typeface="Century Gothic" panose="020B0502020202020204"/>
                <a:ea typeface="+mn-ea"/>
                <a:cs typeface="+mn-cs"/>
              </a:rPr>
              <a:t> will open. Adjust your settings for your printer and print your documents.</a:t>
            </a:r>
          </a:p>
          <a:p>
            <a:endParaRPr lang="en-US" dirty="0"/>
          </a:p>
        </p:txBody>
      </p:sp>
    </p:spTree>
    <p:extLst>
      <p:ext uri="{BB962C8B-B14F-4D97-AF65-F5344CB8AC3E}">
        <p14:creationId xmlns:p14="http://schemas.microsoft.com/office/powerpoint/2010/main" val="3179582742"/>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01CFEC-2BD1-4B2A-A816-5302B65B7335}"/>
              </a:ext>
            </a:extLst>
          </p:cNvPr>
          <p:cNvSpPr>
            <a:spLocks noGrp="1"/>
          </p:cNvSpPr>
          <p:nvPr>
            <p:ph type="title"/>
          </p:nvPr>
        </p:nvSpPr>
        <p:spPr>
          <a:xfrm>
            <a:off x="1637414" y="306333"/>
            <a:ext cx="9867198" cy="831351"/>
          </a:xfrm>
        </p:spPr>
        <p:txBody>
          <a:bodyPr>
            <a:normAutofit fontScale="90000"/>
          </a:bodyPr>
          <a:lstStyle/>
          <a:p>
            <a:r>
              <a:rPr lang="en-US" dirty="0"/>
              <a:t>GRAPHICS </a:t>
            </a:r>
            <a:br>
              <a:rPr lang="en-US" dirty="0"/>
            </a:br>
            <a:endParaRPr lang="en-US" dirty="0"/>
          </a:p>
        </p:txBody>
      </p:sp>
      <p:sp>
        <p:nvSpPr>
          <p:cNvPr id="3" name="Content Placeholder 2">
            <a:extLst>
              <a:ext uri="{FF2B5EF4-FFF2-40B4-BE49-F238E27FC236}">
                <a16:creationId xmlns:a16="http://schemas.microsoft.com/office/drawing/2014/main" id="{8EBC9F28-AC67-44C2-8C9F-D594F32D4C98}"/>
              </a:ext>
            </a:extLst>
          </p:cNvPr>
          <p:cNvSpPr>
            <a:spLocks noGrp="1"/>
          </p:cNvSpPr>
          <p:nvPr>
            <p:ph idx="1"/>
          </p:nvPr>
        </p:nvSpPr>
        <p:spPr>
          <a:xfrm>
            <a:off x="1637414" y="1137684"/>
            <a:ext cx="9867198" cy="4773538"/>
          </a:xfrm>
        </p:spPr>
        <p:txBody>
          <a:bodyPr>
            <a:normAutofit/>
          </a:bodyPr>
          <a:lstStyle/>
          <a:p>
            <a:pPr>
              <a:lnSpc>
                <a:spcPct val="150000"/>
              </a:lnSpc>
            </a:pPr>
            <a:r>
              <a:rPr lang="en-US" sz="2400" dirty="0"/>
              <a:t>The use of graphics will improve your documents and allow you to provide the readers with more information in the form of a visual aid. </a:t>
            </a:r>
          </a:p>
          <a:p>
            <a:pPr>
              <a:lnSpc>
                <a:spcPct val="150000"/>
              </a:lnSpc>
            </a:pPr>
            <a:r>
              <a:rPr lang="en-US" sz="2400" dirty="0"/>
              <a:t>Some of the graphics features in Word include: </a:t>
            </a:r>
            <a:r>
              <a:rPr lang="en-US" sz="2400" b="1" dirty="0"/>
              <a:t>Inserting Pictures</a:t>
            </a:r>
            <a:r>
              <a:rPr lang="en-US" sz="2400" dirty="0"/>
              <a:t>, </a:t>
            </a:r>
            <a:r>
              <a:rPr lang="en-US" sz="2400" b="1" dirty="0"/>
              <a:t>Inserting Shapes</a:t>
            </a:r>
            <a:r>
              <a:rPr lang="en-US" sz="2400" dirty="0"/>
              <a:t>,  </a:t>
            </a:r>
            <a:r>
              <a:rPr lang="en-US" sz="2400" b="1" dirty="0"/>
              <a:t>SmartArt</a:t>
            </a:r>
            <a:r>
              <a:rPr lang="en-US" sz="2400" dirty="0"/>
              <a:t>, </a:t>
            </a:r>
            <a:r>
              <a:rPr lang="en-US" sz="2400" b="1" dirty="0"/>
              <a:t>Chart</a:t>
            </a:r>
            <a:r>
              <a:rPr lang="en-US" sz="2400" dirty="0"/>
              <a:t>.</a:t>
            </a:r>
          </a:p>
          <a:p>
            <a:endParaRPr lang="en-US" dirty="0"/>
          </a:p>
          <a:p>
            <a:pPr marL="0" indent="0">
              <a:buNone/>
            </a:pPr>
            <a:endParaRPr lang="en-US" dirty="0"/>
          </a:p>
        </p:txBody>
      </p:sp>
    </p:spTree>
    <p:extLst>
      <p:ext uri="{BB962C8B-B14F-4D97-AF65-F5344CB8AC3E}">
        <p14:creationId xmlns:p14="http://schemas.microsoft.com/office/powerpoint/2010/main" val="3281646034"/>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7CE9EE-F917-4B20-8ECA-5019185BEFBF}"/>
              </a:ext>
            </a:extLst>
          </p:cNvPr>
          <p:cNvSpPr>
            <a:spLocks noGrp="1"/>
          </p:cNvSpPr>
          <p:nvPr>
            <p:ph type="title"/>
          </p:nvPr>
        </p:nvSpPr>
        <p:spPr>
          <a:xfrm>
            <a:off x="1648047" y="156277"/>
            <a:ext cx="9856565" cy="875081"/>
          </a:xfrm>
        </p:spPr>
        <p:txBody>
          <a:bodyPr/>
          <a:lstStyle/>
          <a:p>
            <a:r>
              <a:rPr lang="en-US" dirty="0"/>
              <a:t>INSERTING SHAPES</a:t>
            </a:r>
          </a:p>
        </p:txBody>
      </p:sp>
      <p:sp>
        <p:nvSpPr>
          <p:cNvPr id="3" name="Content Placeholder 2">
            <a:extLst>
              <a:ext uri="{FF2B5EF4-FFF2-40B4-BE49-F238E27FC236}">
                <a16:creationId xmlns:a16="http://schemas.microsoft.com/office/drawing/2014/main" id="{7458F8CE-20FC-4422-A876-9E5035E70DEB}"/>
              </a:ext>
            </a:extLst>
          </p:cNvPr>
          <p:cNvSpPr>
            <a:spLocks noGrp="1"/>
          </p:cNvSpPr>
          <p:nvPr>
            <p:ph idx="1"/>
          </p:nvPr>
        </p:nvSpPr>
        <p:spPr>
          <a:xfrm>
            <a:off x="1648047" y="1031358"/>
            <a:ext cx="9856565" cy="4879864"/>
          </a:xfrm>
        </p:spPr>
        <p:txBody>
          <a:bodyPr>
            <a:normAutofit/>
          </a:bodyPr>
          <a:lstStyle/>
          <a:p>
            <a:r>
              <a:rPr lang="en-US" sz="2000" dirty="0"/>
              <a:t>The following steps explains how to insert different predefined shapes into your Word document: </a:t>
            </a:r>
          </a:p>
          <a:p>
            <a:pPr lvl="1">
              <a:buFont typeface="+mj-lt"/>
              <a:buAutoNum type="arabicPeriod"/>
            </a:pPr>
            <a:r>
              <a:rPr lang="en-US" sz="2000" dirty="0"/>
              <a:t>Click the </a:t>
            </a:r>
            <a:r>
              <a:rPr lang="en-US" sz="2000" b="1" dirty="0"/>
              <a:t>Insert tab</a:t>
            </a:r>
            <a:r>
              <a:rPr lang="en-US" sz="2000" dirty="0"/>
              <a:t>. </a:t>
            </a:r>
          </a:p>
          <a:p>
            <a:pPr lvl="1">
              <a:buFont typeface="+mj-lt"/>
              <a:buAutoNum type="arabicPeriod"/>
            </a:pPr>
            <a:r>
              <a:rPr lang="en-US" sz="2000" dirty="0"/>
              <a:t>In the </a:t>
            </a:r>
            <a:r>
              <a:rPr lang="en-US" sz="2000" b="1" dirty="0"/>
              <a:t>Illustrations group</a:t>
            </a:r>
            <a:r>
              <a:rPr lang="en-US" sz="2000" dirty="0"/>
              <a:t>, click on the </a:t>
            </a:r>
            <a:r>
              <a:rPr lang="en-US" sz="2000" b="1" dirty="0"/>
              <a:t>Shapes button</a:t>
            </a:r>
            <a:r>
              <a:rPr lang="en-US" sz="2000" dirty="0"/>
              <a:t>.</a:t>
            </a:r>
          </a:p>
          <a:p>
            <a:pPr lvl="1">
              <a:buFont typeface="+mj-lt"/>
              <a:buAutoNum type="arabicPeriod"/>
            </a:pPr>
            <a:r>
              <a:rPr lang="en-US" sz="2000" dirty="0"/>
              <a:t>A </a:t>
            </a:r>
            <a:r>
              <a:rPr lang="en-US" sz="2000" b="1" dirty="0"/>
              <a:t>drop-down window </a:t>
            </a:r>
            <a:r>
              <a:rPr lang="en-US" sz="2000" dirty="0"/>
              <a:t>will appear with a library of shapes to choose. Click on a </a:t>
            </a:r>
            <a:r>
              <a:rPr lang="en-US" sz="2000" b="1" dirty="0"/>
              <a:t>shape</a:t>
            </a:r>
            <a:r>
              <a:rPr lang="en-US" sz="2000" dirty="0"/>
              <a:t> to select it. </a:t>
            </a:r>
          </a:p>
          <a:p>
            <a:pPr lvl="1">
              <a:buFont typeface="+mj-lt"/>
              <a:buAutoNum type="arabicPeriod"/>
            </a:pPr>
            <a:r>
              <a:rPr lang="en-US" sz="2000" dirty="0"/>
              <a:t>Your cursor will change to a </a:t>
            </a:r>
            <a:r>
              <a:rPr lang="en-US" sz="2000" b="1" dirty="0"/>
              <a:t>crosshair  </a:t>
            </a:r>
            <a:r>
              <a:rPr lang="en-US" sz="2000" dirty="0"/>
              <a:t>      and you will be ready to insert your selected shape. </a:t>
            </a:r>
          </a:p>
          <a:p>
            <a:pPr lvl="1">
              <a:buFont typeface="+mj-lt"/>
              <a:buAutoNum type="arabicPeriod"/>
            </a:pPr>
            <a:r>
              <a:rPr lang="en-US" sz="2000" dirty="0"/>
              <a:t>To draw your selected shape within your document, </a:t>
            </a:r>
            <a:r>
              <a:rPr lang="en-US" sz="2000" b="1" dirty="0"/>
              <a:t>hold the left mouse button </a:t>
            </a:r>
            <a:r>
              <a:rPr lang="en-US" sz="2000" dirty="0"/>
              <a:t>and </a:t>
            </a:r>
            <a:r>
              <a:rPr lang="en-US" sz="2000" b="1" dirty="0"/>
              <a:t>drag the cursor </a:t>
            </a:r>
            <a:r>
              <a:rPr lang="en-US" sz="2000" dirty="0"/>
              <a:t>to draw your shape. </a:t>
            </a:r>
          </a:p>
          <a:p>
            <a:pPr lvl="1">
              <a:buFont typeface="+mj-lt"/>
              <a:buAutoNum type="arabicPeriod"/>
            </a:pPr>
            <a:r>
              <a:rPr lang="en-US" sz="2000" dirty="0"/>
              <a:t>Release the left mouse button when you are finished drawing your shape. The shape will be added to your document. </a:t>
            </a:r>
          </a:p>
          <a:p>
            <a:pPr marL="457200" lvl="1" indent="0">
              <a:buNone/>
            </a:pPr>
            <a:endParaRPr lang="en-US" dirty="0"/>
          </a:p>
        </p:txBody>
      </p:sp>
      <p:pic>
        <p:nvPicPr>
          <p:cNvPr id="5" name="Picture 4">
            <a:extLst>
              <a:ext uri="{FF2B5EF4-FFF2-40B4-BE49-F238E27FC236}">
                <a16:creationId xmlns:a16="http://schemas.microsoft.com/office/drawing/2014/main" id="{A7523BD7-B014-46D2-8873-4A2B574F40DC}"/>
              </a:ext>
            </a:extLst>
          </p:cNvPr>
          <p:cNvPicPr>
            <a:picLocks noChangeAspect="1"/>
          </p:cNvPicPr>
          <p:nvPr/>
        </p:nvPicPr>
        <p:blipFill>
          <a:blip r:embed="rId2"/>
          <a:stretch>
            <a:fillRect/>
          </a:stretch>
        </p:blipFill>
        <p:spPr>
          <a:xfrm>
            <a:off x="7195460" y="3471290"/>
            <a:ext cx="271604" cy="271604"/>
          </a:xfrm>
          <a:prstGeom prst="rect">
            <a:avLst/>
          </a:prstGeom>
        </p:spPr>
      </p:pic>
    </p:spTree>
    <p:extLst>
      <p:ext uri="{BB962C8B-B14F-4D97-AF65-F5344CB8AC3E}">
        <p14:creationId xmlns:p14="http://schemas.microsoft.com/office/powerpoint/2010/main" val="183686978"/>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F4F7331-FED9-4E93-BC56-63DB62626BF3}"/>
              </a:ext>
            </a:extLst>
          </p:cNvPr>
          <p:cNvSpPr>
            <a:spLocks noGrp="1"/>
          </p:cNvSpPr>
          <p:nvPr>
            <p:ph type="title"/>
          </p:nvPr>
        </p:nvSpPr>
        <p:spPr>
          <a:xfrm>
            <a:off x="1648047" y="306333"/>
            <a:ext cx="9856565" cy="873881"/>
          </a:xfrm>
        </p:spPr>
        <p:txBody>
          <a:bodyPr>
            <a:normAutofit fontScale="90000"/>
          </a:bodyPr>
          <a:lstStyle/>
          <a:p>
            <a:r>
              <a:rPr lang="en-US" dirty="0"/>
              <a:t>CONTD…</a:t>
            </a:r>
            <a:br>
              <a:rPr lang="en-US" dirty="0"/>
            </a:br>
            <a:endParaRPr lang="en-US" dirty="0"/>
          </a:p>
        </p:txBody>
      </p:sp>
      <p:sp>
        <p:nvSpPr>
          <p:cNvPr id="3" name="Content Placeholder 2">
            <a:extLst>
              <a:ext uri="{FF2B5EF4-FFF2-40B4-BE49-F238E27FC236}">
                <a16:creationId xmlns:a16="http://schemas.microsoft.com/office/drawing/2014/main" id="{1A6769EA-1482-4000-B6E5-4C29F849BBAE}"/>
              </a:ext>
            </a:extLst>
          </p:cNvPr>
          <p:cNvSpPr>
            <a:spLocks noGrp="1"/>
          </p:cNvSpPr>
          <p:nvPr>
            <p:ph idx="1"/>
          </p:nvPr>
        </p:nvSpPr>
        <p:spPr>
          <a:xfrm>
            <a:off x="1648047" y="1180214"/>
            <a:ext cx="9856565" cy="4731008"/>
          </a:xfrm>
        </p:spPr>
        <p:txBody>
          <a:bodyPr>
            <a:normAutofit fontScale="92500"/>
          </a:bodyPr>
          <a:lstStyle/>
          <a:p>
            <a:pPr marL="0" indent="0">
              <a:lnSpc>
                <a:spcPct val="150000"/>
              </a:lnSpc>
              <a:buNone/>
            </a:pPr>
            <a:r>
              <a:rPr lang="en-US" sz="2000" b="1" dirty="0"/>
              <a:t>Modifying Shapes with Drawing Tools </a:t>
            </a:r>
          </a:p>
          <a:p>
            <a:pPr>
              <a:lnSpc>
                <a:spcPct val="150000"/>
              </a:lnSpc>
            </a:pPr>
            <a:r>
              <a:rPr lang="en-US" sz="2000" dirty="0"/>
              <a:t>You can modify shapes in a number of ways. Below are some of the ways that shapes can be changed: </a:t>
            </a:r>
          </a:p>
          <a:p>
            <a:pPr marL="400050" indent="-400050">
              <a:lnSpc>
                <a:spcPct val="150000"/>
              </a:lnSpc>
              <a:buFont typeface="+mj-lt"/>
              <a:buAutoNum type="romanUcPeriod"/>
            </a:pPr>
            <a:r>
              <a:rPr lang="en-US" sz="2000" b="1" dirty="0"/>
              <a:t>Re-sizing a Shape </a:t>
            </a:r>
          </a:p>
          <a:p>
            <a:pPr>
              <a:lnSpc>
                <a:spcPct val="150000"/>
              </a:lnSpc>
            </a:pPr>
            <a:r>
              <a:rPr lang="en-US" sz="2000" dirty="0">
                <a:solidFill>
                  <a:srgbClr val="FF0000"/>
                </a:solidFill>
              </a:rPr>
              <a:t>Re-sizing a shape is similar to re-sizing a graphic (picture or clip art). </a:t>
            </a:r>
          </a:p>
          <a:p>
            <a:pPr marL="400050" indent="-400050">
              <a:lnSpc>
                <a:spcPct val="150000"/>
              </a:lnSpc>
              <a:buFont typeface="+mj-lt"/>
              <a:buAutoNum type="romanUcPeriod" startAt="2"/>
            </a:pPr>
            <a:r>
              <a:rPr lang="en-US" sz="2000" b="1" dirty="0"/>
              <a:t>Re-Shaping </a:t>
            </a:r>
          </a:p>
          <a:p>
            <a:pPr>
              <a:lnSpc>
                <a:spcPct val="150000"/>
              </a:lnSpc>
            </a:pPr>
            <a:r>
              <a:rPr lang="en-US" sz="2000" dirty="0"/>
              <a:t>After clicking on a shape, the shaping handles will appear (along with the sizing handles). A two-dimensional shape can be altered by clicking and dragging the white circles with black outline to alter a certain aspect of the shape. </a:t>
            </a:r>
          </a:p>
        </p:txBody>
      </p:sp>
    </p:spTree>
    <p:extLst>
      <p:ext uri="{BB962C8B-B14F-4D97-AF65-F5344CB8AC3E}">
        <p14:creationId xmlns:p14="http://schemas.microsoft.com/office/powerpoint/2010/main" val="1605232353"/>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DA1F3F-91B7-4000-AC4D-A3E5D111FDEC}"/>
              </a:ext>
            </a:extLst>
          </p:cNvPr>
          <p:cNvSpPr>
            <a:spLocks noGrp="1"/>
          </p:cNvSpPr>
          <p:nvPr>
            <p:ph type="title"/>
          </p:nvPr>
        </p:nvSpPr>
        <p:spPr>
          <a:xfrm>
            <a:off x="1658679" y="230706"/>
            <a:ext cx="9845933" cy="716072"/>
          </a:xfrm>
        </p:spPr>
        <p:txBody>
          <a:bodyPr/>
          <a:lstStyle/>
          <a:p>
            <a:r>
              <a:rPr kumimoji="0" lang="en-US" sz="3600" b="0" i="0" u="none" strike="noStrike" kern="1200" cap="none" spc="0" normalizeH="0" baseline="0" noProof="0" dirty="0">
                <a:ln>
                  <a:noFill/>
                </a:ln>
                <a:solidFill>
                  <a:prstClr val="black">
                    <a:lumMod val="85000"/>
                    <a:lumOff val="15000"/>
                  </a:prstClr>
                </a:solidFill>
                <a:effectLst/>
                <a:uLnTx/>
                <a:uFillTx/>
                <a:latin typeface="Century Gothic" panose="020B0502020202020204"/>
                <a:ea typeface="+mj-ea"/>
                <a:cs typeface="+mj-cs"/>
              </a:rPr>
              <a:t>CONTD…</a:t>
            </a:r>
            <a:endParaRPr lang="en-US" dirty="0"/>
          </a:p>
        </p:txBody>
      </p:sp>
      <p:sp>
        <p:nvSpPr>
          <p:cNvPr id="3" name="Content Placeholder 2">
            <a:extLst>
              <a:ext uri="{FF2B5EF4-FFF2-40B4-BE49-F238E27FC236}">
                <a16:creationId xmlns:a16="http://schemas.microsoft.com/office/drawing/2014/main" id="{606E53F8-8F1A-4F6B-A022-175324D2368B}"/>
              </a:ext>
            </a:extLst>
          </p:cNvPr>
          <p:cNvSpPr>
            <a:spLocks noGrp="1"/>
          </p:cNvSpPr>
          <p:nvPr>
            <p:ph idx="1"/>
          </p:nvPr>
        </p:nvSpPr>
        <p:spPr>
          <a:xfrm>
            <a:off x="1658679" y="946778"/>
            <a:ext cx="9845933" cy="4964444"/>
          </a:xfrm>
        </p:spPr>
        <p:txBody>
          <a:bodyPr>
            <a:normAutofit lnSpcReduction="10000"/>
          </a:bodyPr>
          <a:lstStyle/>
          <a:p>
            <a:pPr marL="0" indent="0">
              <a:lnSpc>
                <a:spcPct val="150000"/>
              </a:lnSpc>
              <a:buNone/>
            </a:pPr>
            <a:r>
              <a:rPr lang="en-US" sz="2000" b="1" dirty="0"/>
              <a:t>Accessing the Drawing Tools – Format Tab </a:t>
            </a:r>
          </a:p>
          <a:p>
            <a:pPr>
              <a:lnSpc>
                <a:spcPct val="150000"/>
              </a:lnSpc>
            </a:pPr>
            <a:r>
              <a:rPr lang="en-US" sz="2000" dirty="0"/>
              <a:t>Shapes will have their own set of editing tools accessible by a context sensitive tab on the Ribbon. To access this tab, </a:t>
            </a:r>
            <a:r>
              <a:rPr lang="en-US" sz="2000" b="1" dirty="0"/>
              <a:t>click on a shape </a:t>
            </a:r>
            <a:r>
              <a:rPr lang="en-US" sz="2000" dirty="0"/>
              <a:t>in your document and the </a:t>
            </a:r>
            <a:r>
              <a:rPr lang="en-US" sz="2000" b="1" dirty="0"/>
              <a:t>Drawing Tools – Format tab </a:t>
            </a:r>
            <a:r>
              <a:rPr lang="en-US" sz="2000" dirty="0"/>
              <a:t>will appear in the Ribbon. </a:t>
            </a:r>
          </a:p>
          <a:p>
            <a:pPr marL="0" indent="0">
              <a:lnSpc>
                <a:spcPct val="150000"/>
              </a:lnSpc>
              <a:buNone/>
            </a:pPr>
            <a:r>
              <a:rPr lang="en-US" sz="2000" b="1" dirty="0"/>
              <a:t>Adding Styles to your Shapes </a:t>
            </a:r>
          </a:p>
          <a:p>
            <a:pPr>
              <a:lnSpc>
                <a:spcPct val="150000"/>
              </a:lnSpc>
            </a:pPr>
            <a:r>
              <a:rPr lang="en-US" sz="2000" dirty="0"/>
              <a:t>Shapes have preset styles under the </a:t>
            </a:r>
            <a:r>
              <a:rPr lang="en-US" sz="2000" b="1" dirty="0"/>
              <a:t>Drawing Tools – Format tab </a:t>
            </a:r>
            <a:r>
              <a:rPr lang="en-US" sz="2000" dirty="0"/>
              <a:t>that you can use to </a:t>
            </a:r>
            <a:r>
              <a:rPr lang="en-US" sz="2000" b="1" dirty="0"/>
              <a:t>alter the color, border, </a:t>
            </a:r>
            <a:r>
              <a:rPr lang="en-US" sz="2000" dirty="0"/>
              <a:t>and </a:t>
            </a:r>
            <a:r>
              <a:rPr lang="en-US" sz="2000" b="1" dirty="0"/>
              <a:t>any special effects </a:t>
            </a:r>
            <a:r>
              <a:rPr lang="en-US" sz="2000" dirty="0"/>
              <a:t>to the shape. Steps to apply a style to a shape: </a:t>
            </a:r>
          </a:p>
          <a:p>
            <a:pPr lvl="1">
              <a:lnSpc>
                <a:spcPct val="150000"/>
              </a:lnSpc>
              <a:buFont typeface="+mj-lt"/>
              <a:buAutoNum type="arabicPeriod"/>
            </a:pPr>
            <a:r>
              <a:rPr lang="en-US" sz="2000" dirty="0"/>
              <a:t>In the </a:t>
            </a:r>
            <a:r>
              <a:rPr lang="en-US" sz="2000" b="1" dirty="0"/>
              <a:t>Shape Styles group</a:t>
            </a:r>
            <a:r>
              <a:rPr lang="en-US" sz="2000" dirty="0"/>
              <a:t>, click on </a:t>
            </a:r>
            <a:r>
              <a:rPr lang="en-US" sz="2000" b="1" dirty="0"/>
              <a:t>a Style </a:t>
            </a:r>
            <a:r>
              <a:rPr lang="en-US" sz="2000" dirty="0"/>
              <a:t>of your choice. </a:t>
            </a:r>
          </a:p>
          <a:p>
            <a:pPr lvl="1">
              <a:lnSpc>
                <a:spcPct val="150000"/>
              </a:lnSpc>
              <a:buFont typeface="+mj-lt"/>
              <a:buAutoNum type="arabicPeriod"/>
            </a:pPr>
            <a:r>
              <a:rPr lang="en-US" sz="2000" dirty="0"/>
              <a:t>Click </a:t>
            </a:r>
            <a:r>
              <a:rPr lang="en-US" sz="2000" b="1" dirty="0"/>
              <a:t>the drop-down arrow </a:t>
            </a:r>
            <a:r>
              <a:rPr lang="en-US" sz="2000" dirty="0"/>
              <a:t>to access additional styles.</a:t>
            </a:r>
          </a:p>
        </p:txBody>
      </p:sp>
    </p:spTree>
    <p:extLst>
      <p:ext uri="{BB962C8B-B14F-4D97-AF65-F5344CB8AC3E}">
        <p14:creationId xmlns:p14="http://schemas.microsoft.com/office/powerpoint/2010/main" val="2821735954"/>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590653-0BC7-43BE-B675-4FEB6722C3B7}"/>
              </a:ext>
            </a:extLst>
          </p:cNvPr>
          <p:cNvSpPr>
            <a:spLocks noGrp="1"/>
          </p:cNvSpPr>
          <p:nvPr>
            <p:ph type="title"/>
          </p:nvPr>
        </p:nvSpPr>
        <p:spPr>
          <a:xfrm>
            <a:off x="1658679" y="306333"/>
            <a:ext cx="9845933" cy="873881"/>
          </a:xfrm>
        </p:spPr>
        <p:txBody>
          <a:bodyPr/>
          <a:lstStyle/>
          <a:p>
            <a:r>
              <a:rPr kumimoji="0" lang="en-US" sz="3600" b="0" i="0" u="none" strike="noStrike" kern="1200" cap="none" spc="0" normalizeH="0" baseline="0" noProof="0" dirty="0">
                <a:ln>
                  <a:noFill/>
                </a:ln>
                <a:solidFill>
                  <a:prstClr val="black">
                    <a:lumMod val="85000"/>
                    <a:lumOff val="15000"/>
                  </a:prstClr>
                </a:solidFill>
                <a:effectLst/>
                <a:uLnTx/>
                <a:uFillTx/>
                <a:latin typeface="Century Gothic" panose="020B0502020202020204"/>
                <a:ea typeface="+mj-ea"/>
                <a:cs typeface="+mj-cs"/>
              </a:rPr>
              <a:t>CONTD…</a:t>
            </a:r>
            <a:endParaRPr lang="en-US" dirty="0"/>
          </a:p>
        </p:txBody>
      </p:sp>
      <p:sp>
        <p:nvSpPr>
          <p:cNvPr id="3" name="Content Placeholder 2">
            <a:extLst>
              <a:ext uri="{FF2B5EF4-FFF2-40B4-BE49-F238E27FC236}">
                <a16:creationId xmlns:a16="http://schemas.microsoft.com/office/drawing/2014/main" id="{44657598-F05F-48E7-B3CA-036DCE8CA99C}"/>
              </a:ext>
            </a:extLst>
          </p:cNvPr>
          <p:cNvSpPr>
            <a:spLocks noGrp="1"/>
          </p:cNvSpPr>
          <p:nvPr>
            <p:ph idx="1"/>
          </p:nvPr>
        </p:nvSpPr>
        <p:spPr>
          <a:xfrm>
            <a:off x="1658679" y="1180214"/>
            <a:ext cx="9845933" cy="4731008"/>
          </a:xfrm>
        </p:spPr>
        <p:txBody>
          <a:bodyPr>
            <a:normAutofit fontScale="92500" lnSpcReduction="20000"/>
          </a:bodyPr>
          <a:lstStyle/>
          <a:p>
            <a:pPr lvl="1">
              <a:lnSpc>
                <a:spcPct val="150000"/>
              </a:lnSpc>
              <a:buFont typeface="+mj-lt"/>
              <a:buAutoNum type="arabicPeriod" startAt="3"/>
            </a:pPr>
            <a:r>
              <a:rPr lang="en-US" sz="2000" dirty="0"/>
              <a:t>To access additional formatting options, click the </a:t>
            </a:r>
            <a:r>
              <a:rPr lang="en-US" sz="2000" b="1" dirty="0"/>
              <a:t>dialog launcher </a:t>
            </a:r>
            <a:r>
              <a:rPr lang="en-US" sz="2000" dirty="0"/>
              <a:t>in the lower-right corner of the </a:t>
            </a:r>
            <a:r>
              <a:rPr lang="en-US" sz="2000" b="1" dirty="0"/>
              <a:t>Shape Styles grouping</a:t>
            </a:r>
            <a:r>
              <a:rPr lang="en-US" sz="2000" dirty="0"/>
              <a:t>. </a:t>
            </a:r>
          </a:p>
          <a:p>
            <a:pPr lvl="1">
              <a:lnSpc>
                <a:spcPct val="150000"/>
              </a:lnSpc>
              <a:buFont typeface="+mj-lt"/>
              <a:buAutoNum type="arabicPeriod" startAt="3"/>
            </a:pPr>
            <a:r>
              <a:rPr lang="en-US" sz="2000" dirty="0"/>
              <a:t>The </a:t>
            </a:r>
            <a:r>
              <a:rPr lang="en-US" sz="2000" b="1" dirty="0"/>
              <a:t>Format Shape options </a:t>
            </a:r>
            <a:r>
              <a:rPr lang="en-US" sz="2000" dirty="0"/>
              <a:t>will appear to the right of your document. </a:t>
            </a:r>
          </a:p>
          <a:p>
            <a:pPr marL="0" marR="0" lvl="0" indent="0" algn="l" defTabSz="457200" rtl="0" eaLnBrk="1" fontAlgn="auto" latinLnBrk="0" hangingPunct="1">
              <a:lnSpc>
                <a:spcPct val="150000"/>
              </a:lnSpc>
              <a:spcBef>
                <a:spcPts val="1000"/>
              </a:spcBef>
              <a:spcAft>
                <a:spcPts val="0"/>
              </a:spcAft>
              <a:buClr>
                <a:srgbClr val="A53010"/>
              </a:buClr>
              <a:buSzTx/>
              <a:buFont typeface="Wingdings 3" charset="2"/>
              <a:buNone/>
              <a:tabLst/>
              <a:defRPr/>
            </a:pPr>
            <a:r>
              <a:rPr lang="en-US" sz="2000" b="1" dirty="0"/>
              <a:t>Applying Color to Your Shape:  </a:t>
            </a:r>
            <a:r>
              <a:rPr lang="en-US" sz="2000" dirty="0"/>
              <a:t>Steps</a:t>
            </a:r>
            <a:r>
              <a:rPr lang="en-US" sz="2000" b="1" dirty="0"/>
              <a:t> </a:t>
            </a:r>
            <a:r>
              <a:rPr lang="en-US" sz="2000" dirty="0"/>
              <a:t>to add/change the color of a shape: </a:t>
            </a:r>
          </a:p>
          <a:p>
            <a:pPr marL="800100" lvl="1" indent="-342900">
              <a:lnSpc>
                <a:spcPct val="150000"/>
              </a:lnSpc>
              <a:buFont typeface="+mj-lt"/>
              <a:buAutoNum type="arabicPeriod"/>
            </a:pPr>
            <a:r>
              <a:rPr lang="en-US" sz="2000" dirty="0"/>
              <a:t>In </a:t>
            </a:r>
            <a:r>
              <a:rPr lang="en-US" sz="2000" b="1" dirty="0"/>
              <a:t>the Shape Styles group</a:t>
            </a:r>
            <a:r>
              <a:rPr lang="en-US" sz="2000" dirty="0"/>
              <a:t>, click the drop-down arrow for </a:t>
            </a:r>
            <a:r>
              <a:rPr lang="en-US" sz="2000" b="1" dirty="0"/>
              <a:t>Shape Fill</a:t>
            </a:r>
            <a:r>
              <a:rPr lang="en-US" sz="2000" dirty="0"/>
              <a:t>.</a:t>
            </a:r>
          </a:p>
          <a:p>
            <a:pPr marL="800100" lvl="1" indent="-342900">
              <a:lnSpc>
                <a:spcPct val="150000"/>
              </a:lnSpc>
              <a:buFont typeface="+mj-lt"/>
              <a:buAutoNum type="arabicPeriod"/>
            </a:pPr>
            <a:r>
              <a:rPr lang="en-US" sz="2000" dirty="0"/>
              <a:t>Select a </a:t>
            </a:r>
            <a:r>
              <a:rPr lang="en-US" sz="2000" b="1" dirty="0"/>
              <a:t>color</a:t>
            </a:r>
            <a:r>
              <a:rPr lang="en-US" sz="2000" dirty="0"/>
              <a:t> to apply it to your shape. </a:t>
            </a:r>
          </a:p>
          <a:p>
            <a:pPr marL="0" marR="0" lvl="0" indent="0" algn="l" defTabSz="457200" rtl="0" eaLnBrk="1" fontAlgn="auto" latinLnBrk="0" hangingPunct="1">
              <a:lnSpc>
                <a:spcPct val="150000"/>
              </a:lnSpc>
              <a:spcBef>
                <a:spcPts val="1000"/>
              </a:spcBef>
              <a:spcAft>
                <a:spcPts val="0"/>
              </a:spcAft>
              <a:buClr>
                <a:srgbClr val="A53010"/>
              </a:buClr>
              <a:buSzTx/>
              <a:buFont typeface="Wingdings 3" charset="2"/>
              <a:buNone/>
              <a:tabLst/>
              <a:defRPr/>
            </a:pPr>
            <a:r>
              <a:rPr kumimoji="0" lang="en-US" sz="2000" b="1" i="0" u="none" strike="noStrike" kern="1200" cap="none" spc="0" normalizeH="0" baseline="0" noProof="0" dirty="0">
                <a:ln>
                  <a:noFill/>
                </a:ln>
                <a:solidFill>
                  <a:prstClr val="black">
                    <a:lumMod val="75000"/>
                    <a:lumOff val="25000"/>
                  </a:prstClr>
                </a:solidFill>
                <a:effectLst/>
                <a:uLnTx/>
                <a:uFillTx/>
                <a:ea typeface="+mn-ea"/>
                <a:cs typeface="+mn-cs"/>
              </a:rPr>
              <a:t>Changing the </a:t>
            </a:r>
            <a:r>
              <a:rPr lang="en-US" sz="2000" b="1" dirty="0">
                <a:solidFill>
                  <a:prstClr val="black">
                    <a:lumMod val="75000"/>
                    <a:lumOff val="25000"/>
                  </a:prstClr>
                </a:solidFill>
              </a:rPr>
              <a:t>Shape Outline</a:t>
            </a:r>
            <a:r>
              <a:rPr kumimoji="0" lang="en-US" sz="2000" b="1" i="0" u="none" strike="noStrike" kern="1200" cap="none" spc="0" normalizeH="0" baseline="0" noProof="0" dirty="0">
                <a:ln>
                  <a:noFill/>
                </a:ln>
                <a:solidFill>
                  <a:prstClr val="black">
                    <a:lumMod val="75000"/>
                    <a:lumOff val="25000"/>
                  </a:prstClr>
                </a:solidFill>
                <a:effectLst/>
                <a:uLnTx/>
                <a:uFillTx/>
                <a:ea typeface="+mn-ea"/>
                <a:cs typeface="+mn-cs"/>
              </a:rPr>
              <a:t>:  </a:t>
            </a:r>
            <a:r>
              <a:rPr kumimoji="0" lang="en-US" sz="2000" b="0" i="0" u="none" strike="noStrike" kern="1200" cap="none" spc="0" normalizeH="0" baseline="0" noProof="0" dirty="0">
                <a:ln>
                  <a:noFill/>
                </a:ln>
                <a:solidFill>
                  <a:prstClr val="black">
                    <a:lumMod val="75000"/>
                    <a:lumOff val="25000"/>
                  </a:prstClr>
                </a:solidFill>
                <a:effectLst/>
                <a:uLnTx/>
                <a:uFillTx/>
                <a:ea typeface="+mn-ea"/>
                <a:cs typeface="+mn-cs"/>
              </a:rPr>
              <a:t>Steps</a:t>
            </a:r>
            <a:r>
              <a:rPr kumimoji="0" lang="en-US" sz="2000" b="1" i="0" u="none" strike="noStrike" kern="1200" cap="none" spc="0" normalizeH="0" baseline="0" noProof="0" dirty="0">
                <a:ln>
                  <a:noFill/>
                </a:ln>
                <a:solidFill>
                  <a:prstClr val="black">
                    <a:lumMod val="75000"/>
                    <a:lumOff val="25000"/>
                  </a:prstClr>
                </a:solidFill>
                <a:effectLst/>
                <a:uLnTx/>
                <a:uFillTx/>
                <a:ea typeface="+mn-ea"/>
                <a:cs typeface="+mn-cs"/>
              </a:rPr>
              <a:t> </a:t>
            </a:r>
            <a:r>
              <a:rPr kumimoji="0" lang="en-US" sz="2000" b="0" i="0" u="none" strike="noStrike" kern="1200" cap="none" spc="0" normalizeH="0" baseline="0" noProof="0" dirty="0">
                <a:ln>
                  <a:noFill/>
                </a:ln>
                <a:solidFill>
                  <a:prstClr val="black">
                    <a:lumMod val="75000"/>
                    <a:lumOff val="25000"/>
                  </a:prstClr>
                </a:solidFill>
                <a:effectLst/>
                <a:uLnTx/>
                <a:uFillTx/>
                <a:ea typeface="+mn-ea"/>
                <a:cs typeface="+mn-cs"/>
              </a:rPr>
              <a:t>to change the Shape Outline: </a:t>
            </a:r>
          </a:p>
          <a:p>
            <a:pPr marL="800100" marR="0" lvl="1" indent="-342900" algn="l" defTabSz="457200" rtl="0" eaLnBrk="1" fontAlgn="auto" latinLnBrk="0" hangingPunct="1">
              <a:lnSpc>
                <a:spcPct val="150000"/>
              </a:lnSpc>
              <a:spcBef>
                <a:spcPts val="1000"/>
              </a:spcBef>
              <a:spcAft>
                <a:spcPts val="0"/>
              </a:spcAft>
              <a:buClr>
                <a:srgbClr val="A53010"/>
              </a:buClr>
              <a:buSzTx/>
              <a:buFont typeface="+mj-lt"/>
              <a:buAutoNum type="arabicPeriod"/>
              <a:tabLst/>
              <a:defRPr/>
            </a:pPr>
            <a:r>
              <a:rPr kumimoji="0" lang="en-US" sz="2000" b="0" i="0" u="none" strike="noStrike" kern="1200" cap="none" spc="0" normalizeH="0" baseline="0" noProof="0" dirty="0">
                <a:ln>
                  <a:noFill/>
                </a:ln>
                <a:solidFill>
                  <a:prstClr val="black">
                    <a:lumMod val="75000"/>
                    <a:lumOff val="25000"/>
                  </a:prstClr>
                </a:solidFill>
                <a:effectLst/>
                <a:uLnTx/>
                <a:uFillTx/>
                <a:ea typeface="+mn-ea"/>
                <a:cs typeface="+mn-cs"/>
              </a:rPr>
              <a:t>In </a:t>
            </a:r>
            <a:r>
              <a:rPr kumimoji="0" lang="en-US" sz="2000" b="1" i="0" u="none" strike="noStrike" kern="1200" cap="none" spc="0" normalizeH="0" baseline="0" noProof="0" dirty="0">
                <a:ln>
                  <a:noFill/>
                </a:ln>
                <a:solidFill>
                  <a:prstClr val="black">
                    <a:lumMod val="75000"/>
                    <a:lumOff val="25000"/>
                  </a:prstClr>
                </a:solidFill>
                <a:effectLst/>
                <a:uLnTx/>
                <a:uFillTx/>
                <a:ea typeface="+mn-ea"/>
                <a:cs typeface="+mn-cs"/>
              </a:rPr>
              <a:t>the Shape Styles group</a:t>
            </a:r>
            <a:r>
              <a:rPr kumimoji="0" lang="en-US" sz="2000" b="0" i="0" u="none" strike="noStrike" kern="1200" cap="none" spc="0" normalizeH="0" baseline="0" noProof="0" dirty="0">
                <a:ln>
                  <a:noFill/>
                </a:ln>
                <a:solidFill>
                  <a:prstClr val="black">
                    <a:lumMod val="75000"/>
                    <a:lumOff val="25000"/>
                  </a:prstClr>
                </a:solidFill>
                <a:effectLst/>
                <a:uLnTx/>
                <a:uFillTx/>
                <a:ea typeface="+mn-ea"/>
                <a:cs typeface="+mn-cs"/>
              </a:rPr>
              <a:t>, </a:t>
            </a:r>
            <a:r>
              <a:rPr lang="en-US" sz="2000" dirty="0"/>
              <a:t>click the drop-down arrow for </a:t>
            </a:r>
            <a:r>
              <a:rPr lang="en-US" sz="2000" b="1" dirty="0"/>
              <a:t>Shape Outline</a:t>
            </a:r>
            <a:r>
              <a:rPr lang="en-US" sz="2000" dirty="0"/>
              <a:t>. </a:t>
            </a:r>
          </a:p>
          <a:p>
            <a:pPr marL="800100" marR="0" lvl="1" indent="-342900" algn="l" defTabSz="457200" rtl="0" eaLnBrk="1" fontAlgn="auto" latinLnBrk="0" hangingPunct="1">
              <a:lnSpc>
                <a:spcPct val="150000"/>
              </a:lnSpc>
              <a:spcBef>
                <a:spcPts val="1000"/>
              </a:spcBef>
              <a:spcAft>
                <a:spcPts val="0"/>
              </a:spcAft>
              <a:buClr>
                <a:srgbClr val="A53010"/>
              </a:buClr>
              <a:buSzTx/>
              <a:buFont typeface="+mj-lt"/>
              <a:buAutoNum type="arabicPeriod"/>
              <a:tabLst/>
              <a:defRPr/>
            </a:pPr>
            <a:r>
              <a:rPr lang="en-US" sz="2000" b="1" dirty="0"/>
              <a:t>A drop-down menu </a:t>
            </a:r>
            <a:r>
              <a:rPr lang="en-US" sz="2000" dirty="0"/>
              <a:t>will appear. From here you </a:t>
            </a:r>
            <a:r>
              <a:rPr lang="en-US" sz="2000" b="1" dirty="0"/>
              <a:t>can alter the color, thickness (weight)</a:t>
            </a:r>
            <a:r>
              <a:rPr lang="en-US" sz="2000" dirty="0"/>
              <a:t> of the outline, and </a:t>
            </a:r>
            <a:r>
              <a:rPr lang="en-US" sz="2000" b="1" dirty="0"/>
              <a:t>add dashes</a:t>
            </a:r>
            <a:r>
              <a:rPr lang="en-US" sz="2000" dirty="0"/>
              <a:t>. </a:t>
            </a:r>
          </a:p>
        </p:txBody>
      </p:sp>
    </p:spTree>
    <p:extLst>
      <p:ext uri="{BB962C8B-B14F-4D97-AF65-F5344CB8AC3E}">
        <p14:creationId xmlns:p14="http://schemas.microsoft.com/office/powerpoint/2010/main" val="1693841254"/>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8D2C22-D795-44D5-ADA7-DA81F954391C}"/>
              </a:ext>
            </a:extLst>
          </p:cNvPr>
          <p:cNvSpPr>
            <a:spLocks noGrp="1"/>
          </p:cNvSpPr>
          <p:nvPr>
            <p:ph type="title"/>
          </p:nvPr>
        </p:nvSpPr>
        <p:spPr>
          <a:xfrm>
            <a:off x="1669312" y="198808"/>
            <a:ext cx="9835300" cy="864448"/>
          </a:xfrm>
        </p:spPr>
        <p:txBody>
          <a:bodyPr/>
          <a:lstStyle/>
          <a:p>
            <a:r>
              <a:rPr kumimoji="0" lang="en-US" sz="3600" b="0" i="0" u="none" strike="noStrike" kern="1200" cap="none" spc="0" normalizeH="0" baseline="0" noProof="0" dirty="0">
                <a:ln>
                  <a:noFill/>
                </a:ln>
                <a:solidFill>
                  <a:prstClr val="black">
                    <a:lumMod val="85000"/>
                    <a:lumOff val="15000"/>
                  </a:prstClr>
                </a:solidFill>
                <a:effectLst/>
                <a:uLnTx/>
                <a:uFillTx/>
                <a:latin typeface="Century Gothic" panose="020B0502020202020204"/>
                <a:ea typeface="+mj-ea"/>
                <a:cs typeface="+mj-cs"/>
              </a:rPr>
              <a:t>CONTD…</a:t>
            </a:r>
            <a:endParaRPr lang="en-US" dirty="0"/>
          </a:p>
        </p:txBody>
      </p:sp>
      <p:sp>
        <p:nvSpPr>
          <p:cNvPr id="3" name="Content Placeholder 2">
            <a:extLst>
              <a:ext uri="{FF2B5EF4-FFF2-40B4-BE49-F238E27FC236}">
                <a16:creationId xmlns:a16="http://schemas.microsoft.com/office/drawing/2014/main" id="{38A4A7CF-204A-4E17-A8E5-40765D9A39A6}"/>
              </a:ext>
            </a:extLst>
          </p:cNvPr>
          <p:cNvSpPr>
            <a:spLocks noGrp="1"/>
          </p:cNvSpPr>
          <p:nvPr>
            <p:ph idx="1"/>
          </p:nvPr>
        </p:nvSpPr>
        <p:spPr>
          <a:xfrm>
            <a:off x="1669312" y="1063256"/>
            <a:ext cx="9835300" cy="4847966"/>
          </a:xfrm>
        </p:spPr>
        <p:txBody>
          <a:bodyPr>
            <a:normAutofit lnSpcReduction="10000"/>
          </a:bodyPr>
          <a:lstStyle/>
          <a:p>
            <a:pPr marL="0" indent="0">
              <a:lnSpc>
                <a:spcPct val="150000"/>
              </a:lnSpc>
              <a:buNone/>
            </a:pPr>
            <a:r>
              <a:rPr lang="en-US" sz="2000" b="1" dirty="0"/>
              <a:t>Switching Shapes: </a:t>
            </a:r>
            <a:r>
              <a:rPr lang="en-US" sz="2000" dirty="0"/>
              <a:t>Steps to switch shapes in a document: </a:t>
            </a:r>
          </a:p>
          <a:p>
            <a:pPr lvl="1">
              <a:lnSpc>
                <a:spcPct val="150000"/>
              </a:lnSpc>
              <a:buFont typeface="+mj-lt"/>
              <a:buAutoNum type="arabicPeriod"/>
            </a:pPr>
            <a:r>
              <a:rPr lang="en-US" sz="2000" dirty="0"/>
              <a:t>In the </a:t>
            </a:r>
            <a:r>
              <a:rPr lang="en-US" sz="2000" b="1" dirty="0"/>
              <a:t>Insert Shapes group (under Drawing Tools, Format Tab)</a:t>
            </a:r>
            <a:r>
              <a:rPr lang="en-US" sz="2000" dirty="0"/>
              <a:t>, click </a:t>
            </a:r>
            <a:r>
              <a:rPr lang="en-US" sz="2000" b="1" dirty="0"/>
              <a:t>the Edit Shape icon</a:t>
            </a:r>
            <a:r>
              <a:rPr lang="en-US" sz="2000" dirty="0"/>
              <a:t>. A </a:t>
            </a:r>
            <a:r>
              <a:rPr lang="en-US" sz="2000" b="1" dirty="0"/>
              <a:t>drop-down menu </a:t>
            </a:r>
            <a:r>
              <a:rPr lang="en-US" sz="2000" dirty="0"/>
              <a:t>will appear. </a:t>
            </a:r>
          </a:p>
          <a:p>
            <a:pPr lvl="1">
              <a:lnSpc>
                <a:spcPct val="150000"/>
              </a:lnSpc>
              <a:buFont typeface="+mj-lt"/>
              <a:buAutoNum type="arabicPeriod"/>
            </a:pPr>
            <a:r>
              <a:rPr lang="en-US" sz="2000" dirty="0"/>
              <a:t>Click </a:t>
            </a:r>
            <a:r>
              <a:rPr lang="en-US" sz="2000" b="1" dirty="0"/>
              <a:t>Change Shape</a:t>
            </a:r>
            <a:r>
              <a:rPr lang="en-US" sz="2000" dirty="0"/>
              <a:t>. A list of shapes will appear. </a:t>
            </a:r>
          </a:p>
          <a:p>
            <a:pPr lvl="1">
              <a:lnSpc>
                <a:spcPct val="150000"/>
              </a:lnSpc>
              <a:buFont typeface="+mj-lt"/>
              <a:buAutoNum type="arabicPeriod"/>
            </a:pPr>
            <a:r>
              <a:rPr lang="en-US" sz="2000" dirty="0"/>
              <a:t>Select a </a:t>
            </a:r>
            <a:r>
              <a:rPr lang="en-US" sz="2000" b="1" dirty="0"/>
              <a:t>shape</a:t>
            </a:r>
            <a:r>
              <a:rPr lang="en-US" sz="2000" dirty="0"/>
              <a:t> from the options available to switch it with your selected shape. </a:t>
            </a:r>
          </a:p>
          <a:p>
            <a:pPr marL="0" marR="0" lvl="0" indent="0" algn="l" defTabSz="457200" rtl="0" eaLnBrk="1" fontAlgn="auto" latinLnBrk="0" hangingPunct="1">
              <a:lnSpc>
                <a:spcPct val="150000"/>
              </a:lnSpc>
              <a:spcBef>
                <a:spcPts val="1000"/>
              </a:spcBef>
              <a:spcAft>
                <a:spcPts val="0"/>
              </a:spcAft>
              <a:buClr>
                <a:srgbClr val="A53010"/>
              </a:buClr>
              <a:buSzTx/>
              <a:buFont typeface="Wingdings 3" charset="2"/>
              <a:buNone/>
              <a:tabLst/>
              <a:defRPr/>
            </a:pPr>
            <a:r>
              <a:rPr kumimoji="0" lang="en-US" sz="2000" b="1" i="0" u="none" strike="noStrike" kern="1200" cap="none" spc="0" normalizeH="0" baseline="0" noProof="0" dirty="0">
                <a:ln>
                  <a:noFill/>
                </a:ln>
                <a:solidFill>
                  <a:prstClr val="black">
                    <a:lumMod val="75000"/>
                    <a:lumOff val="25000"/>
                  </a:prstClr>
                </a:solidFill>
                <a:effectLst/>
                <a:uLnTx/>
                <a:uFillTx/>
                <a:latin typeface="Century Gothic" panose="020B0502020202020204"/>
                <a:ea typeface="+mn-ea"/>
                <a:cs typeface="+mn-cs"/>
              </a:rPr>
              <a:t>Add Text to a Shape: </a:t>
            </a:r>
            <a:r>
              <a:rPr lang="en-US" sz="2000" dirty="0"/>
              <a:t>To add text to your shape, simply </a:t>
            </a:r>
            <a:r>
              <a:rPr lang="en-US" sz="2000" b="1" dirty="0"/>
              <a:t>click on your shape </a:t>
            </a:r>
            <a:r>
              <a:rPr lang="en-US" sz="2000" dirty="0"/>
              <a:t>to select it and begin typing. Your text will automatically fill into the shape. Adjust your shape as needed to make additional space for your text. Text can be formatted like regular text in the document.</a:t>
            </a:r>
          </a:p>
        </p:txBody>
      </p:sp>
    </p:spTree>
    <p:extLst>
      <p:ext uri="{BB962C8B-B14F-4D97-AF65-F5344CB8AC3E}">
        <p14:creationId xmlns:p14="http://schemas.microsoft.com/office/powerpoint/2010/main" val="4169314124"/>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509765-F2BE-45D1-B229-D0082EC182BC}"/>
              </a:ext>
            </a:extLst>
          </p:cNvPr>
          <p:cNvSpPr>
            <a:spLocks noGrp="1"/>
          </p:cNvSpPr>
          <p:nvPr>
            <p:ph type="title"/>
          </p:nvPr>
        </p:nvSpPr>
        <p:spPr>
          <a:xfrm>
            <a:off x="1562987" y="220073"/>
            <a:ext cx="9856565" cy="843183"/>
          </a:xfrm>
        </p:spPr>
        <p:txBody>
          <a:bodyPr/>
          <a:lstStyle/>
          <a:p>
            <a:r>
              <a:rPr kumimoji="0" lang="en-US" sz="3600" b="0" i="0" u="none" strike="noStrike" kern="1200" cap="none" spc="0" normalizeH="0" baseline="0" noProof="0" dirty="0">
                <a:ln>
                  <a:noFill/>
                </a:ln>
                <a:solidFill>
                  <a:prstClr val="black">
                    <a:lumMod val="85000"/>
                    <a:lumOff val="15000"/>
                  </a:prstClr>
                </a:solidFill>
                <a:effectLst/>
                <a:uLnTx/>
                <a:uFillTx/>
                <a:latin typeface="Century Gothic" panose="020B0502020202020204"/>
                <a:ea typeface="+mj-ea"/>
                <a:cs typeface="+mj-cs"/>
              </a:rPr>
              <a:t>INSERTING SMARTART</a:t>
            </a:r>
            <a:endParaRPr lang="en-US" dirty="0"/>
          </a:p>
        </p:txBody>
      </p:sp>
      <p:sp>
        <p:nvSpPr>
          <p:cNvPr id="3" name="Content Placeholder 2">
            <a:extLst>
              <a:ext uri="{FF2B5EF4-FFF2-40B4-BE49-F238E27FC236}">
                <a16:creationId xmlns:a16="http://schemas.microsoft.com/office/drawing/2014/main" id="{533807DC-72C3-43A5-94BA-C4FEBD9B8CE3}"/>
              </a:ext>
            </a:extLst>
          </p:cNvPr>
          <p:cNvSpPr>
            <a:spLocks noGrp="1"/>
          </p:cNvSpPr>
          <p:nvPr>
            <p:ph idx="1"/>
          </p:nvPr>
        </p:nvSpPr>
        <p:spPr>
          <a:xfrm>
            <a:off x="1562987" y="1063256"/>
            <a:ext cx="9941625" cy="4847966"/>
          </a:xfrm>
        </p:spPr>
        <p:txBody>
          <a:bodyPr>
            <a:normAutofit/>
          </a:bodyPr>
          <a:lstStyle/>
          <a:p>
            <a:pPr marL="0" indent="0">
              <a:lnSpc>
                <a:spcPct val="150000"/>
              </a:lnSpc>
              <a:buNone/>
            </a:pPr>
            <a:r>
              <a:rPr lang="en-US" sz="2000" b="1" dirty="0"/>
              <a:t>Inserting SmartArt: </a:t>
            </a:r>
            <a:r>
              <a:rPr lang="en-US" sz="2000" dirty="0"/>
              <a:t>SmartArt graphics provide a visual representation of information or ideas. Steps to insert SmartArt graphics into your Word document: </a:t>
            </a:r>
          </a:p>
          <a:p>
            <a:pPr lvl="1">
              <a:lnSpc>
                <a:spcPct val="150000"/>
              </a:lnSpc>
              <a:buFont typeface="+mj-lt"/>
              <a:buAutoNum type="arabicPeriod"/>
            </a:pPr>
            <a:r>
              <a:rPr lang="en-US" sz="2000" dirty="0"/>
              <a:t>Click the </a:t>
            </a:r>
            <a:r>
              <a:rPr lang="en-US" sz="2000" b="1" dirty="0"/>
              <a:t>Insert tab</a:t>
            </a:r>
            <a:r>
              <a:rPr lang="en-US" sz="2000" dirty="0"/>
              <a:t>. </a:t>
            </a:r>
          </a:p>
          <a:p>
            <a:pPr lvl="1">
              <a:lnSpc>
                <a:spcPct val="150000"/>
              </a:lnSpc>
              <a:buFont typeface="+mj-lt"/>
              <a:buAutoNum type="arabicPeriod"/>
            </a:pPr>
            <a:r>
              <a:rPr lang="en-US" sz="2000" dirty="0"/>
              <a:t>In the </a:t>
            </a:r>
            <a:r>
              <a:rPr lang="en-US" sz="2000" b="1" dirty="0"/>
              <a:t>Illustrations group</a:t>
            </a:r>
            <a:r>
              <a:rPr lang="en-US" sz="2000" dirty="0"/>
              <a:t>, click on the </a:t>
            </a:r>
            <a:r>
              <a:rPr lang="en-US" sz="2000" b="1" dirty="0"/>
              <a:t>SmartArt button</a:t>
            </a:r>
            <a:r>
              <a:rPr lang="en-US" sz="2000" dirty="0"/>
              <a:t>.</a:t>
            </a:r>
          </a:p>
          <a:p>
            <a:pPr lvl="1">
              <a:lnSpc>
                <a:spcPct val="150000"/>
              </a:lnSpc>
              <a:buFont typeface="+mj-lt"/>
              <a:buAutoNum type="arabicPeriod"/>
            </a:pPr>
            <a:r>
              <a:rPr lang="en-US" sz="2000" dirty="0"/>
              <a:t>The </a:t>
            </a:r>
            <a:r>
              <a:rPr lang="en-US" sz="2000" b="1" dirty="0"/>
              <a:t>Choose a SmartArt Graphic window </a:t>
            </a:r>
            <a:r>
              <a:rPr lang="en-US" sz="2000" dirty="0"/>
              <a:t>will open. Select a </a:t>
            </a:r>
            <a:r>
              <a:rPr lang="en-US" sz="2000" b="1" dirty="0"/>
              <a:t>SmartArt graphic </a:t>
            </a:r>
            <a:r>
              <a:rPr lang="en-US" sz="2000" dirty="0"/>
              <a:t>from the list. </a:t>
            </a:r>
          </a:p>
          <a:p>
            <a:pPr lvl="1">
              <a:lnSpc>
                <a:spcPct val="150000"/>
              </a:lnSpc>
              <a:buFont typeface="+mj-lt"/>
              <a:buAutoNum type="arabicPeriod"/>
            </a:pPr>
            <a:r>
              <a:rPr lang="en-US" sz="2000" dirty="0"/>
              <a:t>Click the </a:t>
            </a:r>
            <a:r>
              <a:rPr lang="en-US" sz="2000" b="1" dirty="0"/>
              <a:t>OK</a:t>
            </a:r>
            <a:r>
              <a:rPr lang="en-US" sz="2000" dirty="0"/>
              <a:t> button.</a:t>
            </a:r>
          </a:p>
          <a:p>
            <a:pPr lvl="1">
              <a:lnSpc>
                <a:spcPct val="150000"/>
              </a:lnSpc>
              <a:buFont typeface="+mj-lt"/>
              <a:buAutoNum type="arabicPeriod"/>
            </a:pPr>
            <a:r>
              <a:rPr lang="en-US" sz="2000" dirty="0"/>
              <a:t>The selected </a:t>
            </a:r>
            <a:r>
              <a:rPr lang="en-US" sz="2000" b="1" dirty="0"/>
              <a:t>SmartArt graphic </a:t>
            </a:r>
            <a:r>
              <a:rPr lang="en-US" sz="2000" dirty="0"/>
              <a:t>will be inserted into your Word document. </a:t>
            </a:r>
          </a:p>
        </p:txBody>
      </p:sp>
    </p:spTree>
    <p:extLst>
      <p:ext uri="{BB962C8B-B14F-4D97-AF65-F5344CB8AC3E}">
        <p14:creationId xmlns:p14="http://schemas.microsoft.com/office/powerpoint/2010/main" val="1461853855"/>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40F74C-9883-4C9D-A2DA-EF95CE32C63B}"/>
              </a:ext>
            </a:extLst>
          </p:cNvPr>
          <p:cNvSpPr>
            <a:spLocks noGrp="1"/>
          </p:cNvSpPr>
          <p:nvPr>
            <p:ph type="title"/>
          </p:nvPr>
        </p:nvSpPr>
        <p:spPr>
          <a:xfrm>
            <a:off x="1552353" y="209440"/>
            <a:ext cx="9877831" cy="917612"/>
          </a:xfrm>
        </p:spPr>
        <p:txBody>
          <a:bodyPr>
            <a:normAutofit fontScale="90000"/>
          </a:bodyPr>
          <a:lstStyle/>
          <a:p>
            <a:r>
              <a:rPr kumimoji="0" lang="en-US" sz="4000" b="0" i="0" u="none" strike="noStrike" kern="1200" cap="none" spc="0" normalizeH="0" baseline="0" noProof="0" dirty="0">
                <a:ln>
                  <a:noFill/>
                </a:ln>
                <a:solidFill>
                  <a:prstClr val="black">
                    <a:lumMod val="85000"/>
                    <a:lumOff val="15000"/>
                  </a:prstClr>
                </a:solidFill>
                <a:effectLst/>
                <a:uLnTx/>
                <a:uFillTx/>
                <a:latin typeface="Century Gothic" panose="020B0502020202020204"/>
                <a:ea typeface="+mj-ea"/>
                <a:cs typeface="+mj-cs"/>
              </a:rPr>
              <a:t>CONTD…</a:t>
            </a:r>
            <a:br>
              <a:rPr kumimoji="0" lang="en-US" sz="3600" b="0" i="0" u="none" strike="noStrike" kern="1200" cap="none" spc="0" normalizeH="0" baseline="0" noProof="0" dirty="0">
                <a:ln>
                  <a:noFill/>
                </a:ln>
                <a:solidFill>
                  <a:prstClr val="black">
                    <a:lumMod val="85000"/>
                    <a:lumOff val="15000"/>
                  </a:prstClr>
                </a:solidFill>
                <a:effectLst/>
                <a:uLnTx/>
                <a:uFillTx/>
                <a:latin typeface="Century Gothic" panose="020B0502020202020204"/>
                <a:ea typeface="+mj-ea"/>
                <a:cs typeface="+mj-cs"/>
              </a:rPr>
            </a:br>
            <a:endParaRPr lang="en-US" dirty="0"/>
          </a:p>
        </p:txBody>
      </p:sp>
      <p:sp>
        <p:nvSpPr>
          <p:cNvPr id="3" name="Content Placeholder 2">
            <a:extLst>
              <a:ext uri="{FF2B5EF4-FFF2-40B4-BE49-F238E27FC236}">
                <a16:creationId xmlns:a16="http://schemas.microsoft.com/office/drawing/2014/main" id="{6AD02C10-34F7-4A35-8F4A-25ACA6DE2BC9}"/>
              </a:ext>
            </a:extLst>
          </p:cNvPr>
          <p:cNvSpPr>
            <a:spLocks noGrp="1"/>
          </p:cNvSpPr>
          <p:nvPr>
            <p:ph idx="1"/>
          </p:nvPr>
        </p:nvSpPr>
        <p:spPr>
          <a:xfrm>
            <a:off x="1552353" y="1127052"/>
            <a:ext cx="9952259" cy="4784170"/>
          </a:xfrm>
        </p:spPr>
        <p:txBody>
          <a:bodyPr>
            <a:normAutofit fontScale="77500" lnSpcReduction="20000"/>
          </a:bodyPr>
          <a:lstStyle/>
          <a:p>
            <a:pPr marL="0" indent="0">
              <a:lnSpc>
                <a:spcPct val="150000"/>
              </a:lnSpc>
              <a:buNone/>
            </a:pPr>
            <a:r>
              <a:rPr lang="en-US" sz="2000" b="1" dirty="0"/>
              <a:t>Editing SmartArt Graphics: </a:t>
            </a:r>
            <a:r>
              <a:rPr lang="en-US" sz="2000" dirty="0"/>
              <a:t>Once inserted into your Word document, your SmartArt can be </a:t>
            </a:r>
            <a:r>
              <a:rPr lang="en-US" sz="2000" b="1" dirty="0"/>
              <a:t>edited</a:t>
            </a:r>
            <a:r>
              <a:rPr lang="en-US" sz="2000" dirty="0"/>
              <a:t> and </a:t>
            </a:r>
            <a:r>
              <a:rPr lang="en-US" sz="2000" b="1" dirty="0"/>
              <a:t>customized</a:t>
            </a:r>
            <a:r>
              <a:rPr lang="en-US" sz="2000" dirty="0"/>
              <a:t> by accessing the </a:t>
            </a:r>
            <a:r>
              <a:rPr lang="en-US" sz="2000" b="1" dirty="0"/>
              <a:t>SmartArt Tools tab</a:t>
            </a:r>
            <a:r>
              <a:rPr lang="en-US" sz="2000" dirty="0"/>
              <a:t>. Steps on how to access the Design and Format tabs: </a:t>
            </a:r>
          </a:p>
          <a:p>
            <a:pPr lvl="1">
              <a:lnSpc>
                <a:spcPct val="150000"/>
              </a:lnSpc>
              <a:buFont typeface="+mj-lt"/>
              <a:buAutoNum type="arabicPeriod"/>
            </a:pPr>
            <a:r>
              <a:rPr lang="en-US" sz="2000" dirty="0"/>
              <a:t>Click on </a:t>
            </a:r>
            <a:r>
              <a:rPr lang="en-US" sz="2000" b="1" dirty="0"/>
              <a:t>the image </a:t>
            </a:r>
            <a:r>
              <a:rPr lang="en-US" sz="2000" dirty="0"/>
              <a:t>of your SmartArt graphic. The </a:t>
            </a:r>
            <a:r>
              <a:rPr lang="en-US" sz="2000" b="1" dirty="0"/>
              <a:t>SmartArt Tools contextual tab </a:t>
            </a:r>
            <a:r>
              <a:rPr lang="en-US" sz="2000" dirty="0"/>
              <a:t>will appear at the top of the screen. </a:t>
            </a:r>
          </a:p>
          <a:p>
            <a:pPr marL="1200150" lvl="2" indent="-342900">
              <a:lnSpc>
                <a:spcPct val="150000"/>
              </a:lnSpc>
              <a:buFont typeface="+mj-lt"/>
              <a:buAutoNum type="alphaLcPeriod"/>
            </a:pPr>
            <a:r>
              <a:rPr lang="en-US" sz="2000" dirty="0"/>
              <a:t>To alter aspects of the SmartArt design, click </a:t>
            </a:r>
            <a:r>
              <a:rPr lang="en-US" sz="2000" b="1" dirty="0"/>
              <a:t>the Design tab</a:t>
            </a:r>
            <a:r>
              <a:rPr lang="en-US" sz="2000" dirty="0"/>
              <a:t>. </a:t>
            </a:r>
            <a:r>
              <a:rPr lang="en-US" sz="2000" b="1" dirty="0"/>
              <a:t>(The SmartArt Tools: Design tab contains tools that will allow you to alter the layout of the selected design, change colors, and select from preset styles). </a:t>
            </a:r>
          </a:p>
          <a:p>
            <a:pPr marL="1200150" lvl="2" indent="-342900">
              <a:lnSpc>
                <a:spcPct val="150000"/>
              </a:lnSpc>
              <a:buFont typeface="+mj-lt"/>
              <a:buAutoNum type="alphaLcPeriod"/>
            </a:pPr>
            <a:r>
              <a:rPr lang="en-US" sz="2000" dirty="0"/>
              <a:t>To format aspects of the SmartArt graphic, click </a:t>
            </a:r>
            <a:r>
              <a:rPr lang="en-US" sz="2000" b="1" dirty="0"/>
              <a:t>the Format tab</a:t>
            </a:r>
            <a:r>
              <a:rPr lang="en-US" sz="2000" dirty="0"/>
              <a:t>. (</a:t>
            </a:r>
            <a:r>
              <a:rPr lang="en-US" sz="2000" b="1" dirty="0"/>
              <a:t>The SmartArt Tools: Format tab contains tools that will allow you to change the shape of your SmartArt, add preset styles to the shape and words, and choose individual aspects of the SmartArt graphic to modify (e.g. changing the shape fill or outline)). </a:t>
            </a:r>
          </a:p>
        </p:txBody>
      </p:sp>
    </p:spTree>
    <p:extLst>
      <p:ext uri="{BB962C8B-B14F-4D97-AF65-F5344CB8AC3E}">
        <p14:creationId xmlns:p14="http://schemas.microsoft.com/office/powerpoint/2010/main" val="1729191345"/>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454748-4718-4B19-B66D-0071FB3ED49D}"/>
              </a:ext>
            </a:extLst>
          </p:cNvPr>
          <p:cNvSpPr>
            <a:spLocks noGrp="1"/>
          </p:cNvSpPr>
          <p:nvPr>
            <p:ph type="title"/>
          </p:nvPr>
        </p:nvSpPr>
        <p:spPr>
          <a:xfrm>
            <a:off x="1626781" y="306333"/>
            <a:ext cx="9877831" cy="820718"/>
          </a:xfrm>
        </p:spPr>
        <p:txBody>
          <a:bodyPr/>
          <a:lstStyle/>
          <a:p>
            <a:r>
              <a:rPr lang="en-US" dirty="0"/>
              <a:t>INSERTING CHARTS</a:t>
            </a:r>
          </a:p>
        </p:txBody>
      </p:sp>
      <p:sp>
        <p:nvSpPr>
          <p:cNvPr id="3" name="Content Placeholder 2">
            <a:extLst>
              <a:ext uri="{FF2B5EF4-FFF2-40B4-BE49-F238E27FC236}">
                <a16:creationId xmlns:a16="http://schemas.microsoft.com/office/drawing/2014/main" id="{F6486A0C-2E67-471A-A41B-145BCAB80DFE}"/>
              </a:ext>
            </a:extLst>
          </p:cNvPr>
          <p:cNvSpPr>
            <a:spLocks noGrp="1"/>
          </p:cNvSpPr>
          <p:nvPr>
            <p:ph idx="1"/>
          </p:nvPr>
        </p:nvSpPr>
        <p:spPr>
          <a:xfrm>
            <a:off x="1626781" y="1127051"/>
            <a:ext cx="9877831" cy="4784171"/>
          </a:xfrm>
        </p:spPr>
        <p:txBody>
          <a:bodyPr>
            <a:normAutofit fontScale="92500" lnSpcReduction="20000"/>
          </a:bodyPr>
          <a:lstStyle/>
          <a:p>
            <a:pPr marL="0" indent="0">
              <a:lnSpc>
                <a:spcPct val="150000"/>
              </a:lnSpc>
              <a:buNone/>
            </a:pPr>
            <a:r>
              <a:rPr lang="en-US" sz="2000" b="1" dirty="0"/>
              <a:t>Inserting Charts: </a:t>
            </a:r>
            <a:r>
              <a:rPr lang="en-US" sz="2000" dirty="0"/>
              <a:t>Adding charts to your word document can help readers visualize a relationship among sets of data. Steps on how to add Charts to your word document. </a:t>
            </a:r>
          </a:p>
          <a:p>
            <a:pPr lvl="1">
              <a:lnSpc>
                <a:spcPct val="150000"/>
              </a:lnSpc>
              <a:buFont typeface="+mj-lt"/>
              <a:buAutoNum type="arabicPeriod"/>
            </a:pPr>
            <a:r>
              <a:rPr lang="en-US" sz="2000" dirty="0"/>
              <a:t>Click the </a:t>
            </a:r>
            <a:r>
              <a:rPr lang="en-US" sz="2000" b="1" dirty="0"/>
              <a:t>Insert tab</a:t>
            </a:r>
            <a:r>
              <a:rPr lang="en-US" sz="2000" dirty="0"/>
              <a:t>. </a:t>
            </a:r>
          </a:p>
          <a:p>
            <a:pPr lvl="1">
              <a:lnSpc>
                <a:spcPct val="150000"/>
              </a:lnSpc>
              <a:buFont typeface="+mj-lt"/>
              <a:buAutoNum type="arabicPeriod"/>
            </a:pPr>
            <a:r>
              <a:rPr lang="en-US" sz="2000" dirty="0"/>
              <a:t>In the </a:t>
            </a:r>
            <a:r>
              <a:rPr lang="en-US" sz="2000" b="1" dirty="0"/>
              <a:t>Illustrations group</a:t>
            </a:r>
            <a:r>
              <a:rPr lang="en-US" sz="2000" dirty="0"/>
              <a:t>, click on the </a:t>
            </a:r>
            <a:r>
              <a:rPr lang="en-US" sz="2000" b="1" dirty="0"/>
              <a:t>Chart button</a:t>
            </a:r>
            <a:r>
              <a:rPr lang="en-US" sz="2000" dirty="0"/>
              <a:t>.</a:t>
            </a:r>
          </a:p>
          <a:p>
            <a:pPr lvl="1">
              <a:lnSpc>
                <a:spcPct val="150000"/>
              </a:lnSpc>
              <a:buFont typeface="+mj-lt"/>
              <a:buAutoNum type="arabicPeriod"/>
            </a:pPr>
            <a:r>
              <a:rPr lang="en-US" sz="2000" dirty="0"/>
              <a:t>The </a:t>
            </a:r>
            <a:r>
              <a:rPr lang="en-US" sz="2000" b="1" dirty="0"/>
              <a:t>Insert Chart window </a:t>
            </a:r>
            <a:r>
              <a:rPr lang="en-US" sz="2000" dirty="0"/>
              <a:t>will appear. Click on the chart you wish to use.</a:t>
            </a:r>
          </a:p>
          <a:p>
            <a:pPr lvl="1">
              <a:lnSpc>
                <a:spcPct val="150000"/>
              </a:lnSpc>
              <a:buFont typeface="+mj-lt"/>
              <a:buAutoNum type="arabicPeriod"/>
            </a:pPr>
            <a:r>
              <a:rPr lang="en-US" sz="2000" dirty="0"/>
              <a:t>Click the </a:t>
            </a:r>
            <a:r>
              <a:rPr lang="en-US" sz="2000" b="1" dirty="0"/>
              <a:t>OK</a:t>
            </a:r>
            <a:r>
              <a:rPr lang="en-US" sz="2000" dirty="0"/>
              <a:t> button. </a:t>
            </a:r>
          </a:p>
          <a:p>
            <a:pPr lvl="1">
              <a:lnSpc>
                <a:spcPct val="150000"/>
              </a:lnSpc>
              <a:buFont typeface="+mj-lt"/>
              <a:buAutoNum type="arabicPeriod"/>
            </a:pPr>
            <a:r>
              <a:rPr lang="en-US" sz="2000" dirty="0"/>
              <a:t>The selected chart will be inserted into your document.</a:t>
            </a:r>
          </a:p>
          <a:p>
            <a:pPr marL="0" marR="0" lvl="0" indent="0" algn="l" defTabSz="457200" rtl="0" eaLnBrk="1" fontAlgn="auto" latinLnBrk="0" hangingPunct="1">
              <a:lnSpc>
                <a:spcPct val="150000"/>
              </a:lnSpc>
              <a:spcBef>
                <a:spcPts val="1000"/>
              </a:spcBef>
              <a:spcAft>
                <a:spcPts val="0"/>
              </a:spcAft>
              <a:buClr>
                <a:srgbClr val="A53010"/>
              </a:buClr>
              <a:buSzTx/>
              <a:buFont typeface="Wingdings 3" charset="2"/>
              <a:buNone/>
              <a:tabLst/>
              <a:defRPr/>
            </a:pPr>
            <a:r>
              <a:rPr kumimoji="0" lang="en-US" sz="2000" b="1" i="0" u="none" strike="noStrike" kern="1200" cap="none" spc="0" normalizeH="0" baseline="0" noProof="0" dirty="0">
                <a:ln>
                  <a:noFill/>
                </a:ln>
                <a:solidFill>
                  <a:prstClr val="black">
                    <a:lumMod val="75000"/>
                    <a:lumOff val="25000"/>
                  </a:prstClr>
                </a:solidFill>
                <a:effectLst/>
                <a:uLnTx/>
                <a:uFillTx/>
                <a:latin typeface="Century Gothic" panose="020B0502020202020204"/>
                <a:ea typeface="+mn-ea"/>
                <a:cs typeface="+mn-cs"/>
              </a:rPr>
              <a:t>Note: Hover your mouse over the picture of a graph for an enlarged preview of the chart. </a:t>
            </a:r>
          </a:p>
          <a:p>
            <a:pPr marL="0" marR="0" lvl="0" indent="0" algn="l" defTabSz="457200" rtl="0" eaLnBrk="1" fontAlgn="auto" latinLnBrk="0" hangingPunct="1">
              <a:lnSpc>
                <a:spcPct val="100000"/>
              </a:lnSpc>
              <a:spcBef>
                <a:spcPts val="1000"/>
              </a:spcBef>
              <a:spcAft>
                <a:spcPts val="0"/>
              </a:spcAft>
              <a:buClr>
                <a:srgbClr val="A53010"/>
              </a:buClr>
              <a:buSzTx/>
              <a:buFont typeface="Wingdings 3" charset="2"/>
              <a:buNone/>
              <a:tabLst/>
              <a:defRPr/>
            </a:pPr>
            <a:endParaRPr kumimoji="0" lang="en-US" sz="1800" b="1" i="0" u="none" strike="noStrike" kern="1200" cap="none" spc="0" normalizeH="0" baseline="0" noProof="0" dirty="0">
              <a:ln>
                <a:noFill/>
              </a:ln>
              <a:solidFill>
                <a:prstClr val="black">
                  <a:lumMod val="75000"/>
                  <a:lumOff val="25000"/>
                </a:prstClr>
              </a:solidFill>
              <a:effectLst/>
              <a:uLnTx/>
              <a:uFillTx/>
              <a:latin typeface="Century Gothic" panose="020B0502020202020204"/>
              <a:ea typeface="+mn-ea"/>
              <a:cs typeface="+mn-cs"/>
            </a:endParaRPr>
          </a:p>
          <a:p>
            <a:pPr marL="0" marR="0" lvl="0" indent="0" algn="l" defTabSz="457200" rtl="0" eaLnBrk="1" fontAlgn="auto" latinLnBrk="0" hangingPunct="1">
              <a:lnSpc>
                <a:spcPct val="100000"/>
              </a:lnSpc>
              <a:spcBef>
                <a:spcPts val="1000"/>
              </a:spcBef>
              <a:spcAft>
                <a:spcPts val="0"/>
              </a:spcAft>
              <a:buClr>
                <a:srgbClr val="A53010"/>
              </a:buClr>
              <a:buSzTx/>
              <a:buFont typeface="Wingdings 3" charset="2"/>
              <a:buNone/>
              <a:tabLst/>
              <a:defRPr/>
            </a:pPr>
            <a:endParaRPr kumimoji="0" lang="en-US" sz="1800" b="0" i="0" u="none" strike="noStrike" kern="1200" cap="none" spc="0" normalizeH="0" baseline="0" noProof="0" dirty="0">
              <a:ln>
                <a:noFill/>
              </a:ln>
              <a:solidFill>
                <a:prstClr val="black">
                  <a:lumMod val="75000"/>
                  <a:lumOff val="25000"/>
                </a:prstClr>
              </a:solidFill>
              <a:effectLst/>
              <a:uLnTx/>
              <a:uFillTx/>
              <a:latin typeface="Century Gothic" panose="020B0502020202020204"/>
              <a:ea typeface="+mn-ea"/>
              <a:cs typeface="+mn-cs"/>
            </a:endParaRPr>
          </a:p>
        </p:txBody>
      </p:sp>
    </p:spTree>
    <p:extLst>
      <p:ext uri="{BB962C8B-B14F-4D97-AF65-F5344CB8AC3E}">
        <p14:creationId xmlns:p14="http://schemas.microsoft.com/office/powerpoint/2010/main" val="3777893198"/>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E60918-EF07-40F3-AE6C-A9B94EA5994A}"/>
              </a:ext>
            </a:extLst>
          </p:cNvPr>
          <p:cNvSpPr>
            <a:spLocks noGrp="1"/>
          </p:cNvSpPr>
          <p:nvPr>
            <p:ph type="title"/>
          </p:nvPr>
        </p:nvSpPr>
        <p:spPr>
          <a:xfrm>
            <a:off x="1637414" y="306333"/>
            <a:ext cx="9867198" cy="810086"/>
          </a:xfrm>
        </p:spPr>
        <p:txBody>
          <a:bodyPr/>
          <a:lstStyle/>
          <a:p>
            <a:r>
              <a:rPr lang="en-US" dirty="0"/>
              <a:t>CONTD…</a:t>
            </a:r>
          </a:p>
        </p:txBody>
      </p:sp>
      <p:sp>
        <p:nvSpPr>
          <p:cNvPr id="3" name="Content Placeholder 2">
            <a:extLst>
              <a:ext uri="{FF2B5EF4-FFF2-40B4-BE49-F238E27FC236}">
                <a16:creationId xmlns:a16="http://schemas.microsoft.com/office/drawing/2014/main" id="{71D501D2-D527-4790-9AC8-BCC054CC6F76}"/>
              </a:ext>
            </a:extLst>
          </p:cNvPr>
          <p:cNvSpPr>
            <a:spLocks noGrp="1"/>
          </p:cNvSpPr>
          <p:nvPr>
            <p:ph idx="1"/>
          </p:nvPr>
        </p:nvSpPr>
        <p:spPr>
          <a:xfrm>
            <a:off x="1637414" y="1116419"/>
            <a:ext cx="9867198" cy="4794803"/>
          </a:xfrm>
        </p:spPr>
        <p:txBody>
          <a:bodyPr>
            <a:normAutofit fontScale="92500" lnSpcReduction="20000"/>
          </a:bodyPr>
          <a:lstStyle/>
          <a:p>
            <a:pPr marL="0" indent="0">
              <a:lnSpc>
                <a:spcPct val="150000"/>
              </a:lnSpc>
              <a:buNone/>
            </a:pPr>
            <a:r>
              <a:rPr lang="en-US" sz="2400" b="1" dirty="0"/>
              <a:t>Editing your Chart </a:t>
            </a:r>
          </a:p>
          <a:p>
            <a:pPr>
              <a:lnSpc>
                <a:spcPct val="150000"/>
              </a:lnSpc>
            </a:pPr>
            <a:r>
              <a:rPr lang="en-US" sz="2400" dirty="0"/>
              <a:t>Once inserted into your Word document, your Chart can be </a:t>
            </a:r>
            <a:r>
              <a:rPr lang="en-US" sz="2400" b="1" dirty="0"/>
              <a:t>edited</a:t>
            </a:r>
            <a:r>
              <a:rPr lang="en-US" sz="2400" dirty="0"/>
              <a:t> and </a:t>
            </a:r>
            <a:r>
              <a:rPr lang="en-US" sz="2400" b="1" dirty="0"/>
              <a:t>customized</a:t>
            </a:r>
            <a:r>
              <a:rPr lang="en-US" sz="2400" dirty="0"/>
              <a:t> by accessing the </a:t>
            </a:r>
            <a:r>
              <a:rPr lang="en-US" sz="2400" b="1" dirty="0"/>
              <a:t>Chart Tools tab</a:t>
            </a:r>
            <a:r>
              <a:rPr lang="en-US" sz="2400" dirty="0"/>
              <a:t>. Steps to access the </a:t>
            </a:r>
            <a:r>
              <a:rPr lang="en-US" sz="2400" b="1" dirty="0"/>
              <a:t>Design</a:t>
            </a:r>
            <a:r>
              <a:rPr lang="en-US" sz="2400" dirty="0"/>
              <a:t> and </a:t>
            </a:r>
            <a:r>
              <a:rPr lang="en-US" sz="2400" b="1" dirty="0"/>
              <a:t>Format tabs</a:t>
            </a:r>
            <a:r>
              <a:rPr lang="en-US" sz="2400" dirty="0"/>
              <a:t>: </a:t>
            </a:r>
          </a:p>
          <a:p>
            <a:pPr lvl="1">
              <a:lnSpc>
                <a:spcPct val="150000"/>
              </a:lnSpc>
              <a:buFont typeface="+mj-lt"/>
              <a:buAutoNum type="arabicPeriod"/>
            </a:pPr>
            <a:r>
              <a:rPr lang="en-US" sz="2400" dirty="0"/>
              <a:t>Click on </a:t>
            </a:r>
            <a:r>
              <a:rPr lang="en-US" sz="2400" b="1" dirty="0"/>
              <a:t>your chart</a:t>
            </a:r>
            <a:r>
              <a:rPr lang="en-US" sz="2400" dirty="0"/>
              <a:t>. The </a:t>
            </a:r>
            <a:r>
              <a:rPr lang="en-US" sz="2400" b="1" dirty="0"/>
              <a:t>Chart Tools contextual tab </a:t>
            </a:r>
            <a:r>
              <a:rPr lang="en-US" sz="2400" dirty="0"/>
              <a:t>will appear at the top of the screen.</a:t>
            </a:r>
          </a:p>
          <a:p>
            <a:pPr marL="1200150" lvl="2" indent="-342900">
              <a:lnSpc>
                <a:spcPct val="150000"/>
              </a:lnSpc>
              <a:buFont typeface="+mj-lt"/>
              <a:buAutoNum type="alphaLcPeriod"/>
            </a:pPr>
            <a:r>
              <a:rPr lang="en-US" sz="2400" dirty="0"/>
              <a:t>To alter aspects of the Chart’s design, click the </a:t>
            </a:r>
            <a:r>
              <a:rPr lang="en-US" sz="2400" b="1" dirty="0"/>
              <a:t>Design tab</a:t>
            </a:r>
            <a:r>
              <a:rPr lang="en-US" sz="2400" dirty="0"/>
              <a:t>. </a:t>
            </a:r>
            <a:r>
              <a:rPr lang="en-US" sz="2400" b="1" dirty="0"/>
              <a:t>(The Chart Tools – Design tab contains tools that will allow you to alter the layout of the selected chart, change colors, select and edit your data, and select from preset styles). </a:t>
            </a:r>
          </a:p>
        </p:txBody>
      </p:sp>
    </p:spTree>
    <p:extLst>
      <p:ext uri="{BB962C8B-B14F-4D97-AF65-F5344CB8AC3E}">
        <p14:creationId xmlns:p14="http://schemas.microsoft.com/office/powerpoint/2010/main" val="1747564757"/>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BA0964-8964-46A8-B593-6D0EB270F9FF}"/>
              </a:ext>
            </a:extLst>
          </p:cNvPr>
          <p:cNvSpPr>
            <a:spLocks noGrp="1"/>
          </p:cNvSpPr>
          <p:nvPr>
            <p:ph type="title"/>
          </p:nvPr>
        </p:nvSpPr>
        <p:spPr>
          <a:xfrm>
            <a:off x="1669312" y="209440"/>
            <a:ext cx="9835300" cy="737338"/>
          </a:xfrm>
        </p:spPr>
        <p:txBody>
          <a:bodyPr/>
          <a:lstStyle/>
          <a:p>
            <a:r>
              <a:rPr kumimoji="0" lang="en-US" sz="3600" b="0" i="0" u="none" strike="noStrike" kern="1200" cap="none" spc="0" normalizeH="0" baseline="0" noProof="0" dirty="0">
                <a:ln>
                  <a:noFill/>
                </a:ln>
                <a:solidFill>
                  <a:prstClr val="black">
                    <a:lumMod val="85000"/>
                    <a:lumOff val="15000"/>
                  </a:prstClr>
                </a:solidFill>
                <a:effectLst/>
                <a:uLnTx/>
                <a:uFillTx/>
                <a:latin typeface="Century Gothic" panose="020B0502020202020204"/>
                <a:ea typeface="+mj-ea"/>
                <a:cs typeface="+mj-cs"/>
              </a:rPr>
              <a:t>CONTD…</a:t>
            </a:r>
            <a:endParaRPr lang="en-US" dirty="0"/>
          </a:p>
        </p:txBody>
      </p:sp>
      <p:sp>
        <p:nvSpPr>
          <p:cNvPr id="3" name="Content Placeholder 2">
            <a:extLst>
              <a:ext uri="{FF2B5EF4-FFF2-40B4-BE49-F238E27FC236}">
                <a16:creationId xmlns:a16="http://schemas.microsoft.com/office/drawing/2014/main" id="{1E7AF222-8B72-4FE0-AF9B-5AFBECB43575}"/>
              </a:ext>
            </a:extLst>
          </p:cNvPr>
          <p:cNvSpPr>
            <a:spLocks noGrp="1"/>
          </p:cNvSpPr>
          <p:nvPr>
            <p:ph idx="1"/>
          </p:nvPr>
        </p:nvSpPr>
        <p:spPr>
          <a:xfrm>
            <a:off x="1669312" y="946778"/>
            <a:ext cx="9835300" cy="4964444"/>
          </a:xfrm>
        </p:spPr>
        <p:txBody>
          <a:bodyPr/>
          <a:lstStyle/>
          <a:p>
            <a:pPr marL="1200150" marR="0" lvl="2" indent="-342900" algn="l" defTabSz="457200" rtl="0" eaLnBrk="1" fontAlgn="auto" latinLnBrk="0" hangingPunct="1">
              <a:lnSpc>
                <a:spcPct val="150000"/>
              </a:lnSpc>
              <a:spcBef>
                <a:spcPts val="1000"/>
              </a:spcBef>
              <a:spcAft>
                <a:spcPts val="0"/>
              </a:spcAft>
              <a:buClr>
                <a:srgbClr val="A53010"/>
              </a:buClr>
              <a:buSzTx/>
              <a:buFont typeface="+mj-lt"/>
              <a:buAutoNum type="alphaLcPeriod" startAt="2"/>
              <a:tabLst/>
              <a:defRPr/>
            </a:pPr>
            <a:r>
              <a:rPr kumimoji="0" lang="en-US" sz="2400" b="0" i="0" u="none" strike="noStrike" kern="1200" cap="none" spc="0" normalizeH="0" baseline="0" noProof="0" dirty="0">
                <a:ln>
                  <a:noFill/>
                </a:ln>
                <a:solidFill>
                  <a:prstClr val="black">
                    <a:lumMod val="75000"/>
                    <a:lumOff val="25000"/>
                  </a:prstClr>
                </a:solidFill>
                <a:effectLst/>
                <a:uLnTx/>
                <a:uFillTx/>
                <a:latin typeface="Century Gothic" panose="020B0502020202020204"/>
                <a:ea typeface="+mn-ea"/>
                <a:cs typeface="+mn-cs"/>
              </a:rPr>
              <a:t>To format aspects of the SmartArt graphic, click the </a:t>
            </a:r>
            <a:r>
              <a:rPr kumimoji="0" lang="en-US" sz="2400" b="1" i="0" u="none" strike="noStrike" kern="1200" cap="none" spc="0" normalizeH="0" baseline="0" noProof="0" dirty="0">
                <a:ln>
                  <a:noFill/>
                </a:ln>
                <a:solidFill>
                  <a:prstClr val="black">
                    <a:lumMod val="75000"/>
                    <a:lumOff val="25000"/>
                  </a:prstClr>
                </a:solidFill>
                <a:effectLst/>
                <a:uLnTx/>
                <a:uFillTx/>
                <a:latin typeface="Century Gothic" panose="020B0502020202020204"/>
                <a:ea typeface="+mn-ea"/>
                <a:cs typeface="+mn-cs"/>
              </a:rPr>
              <a:t>Format tab</a:t>
            </a:r>
            <a:r>
              <a:rPr kumimoji="0" lang="en-US" sz="2400" b="0" i="0" u="none" strike="noStrike" kern="1200" cap="none" spc="0" normalizeH="0" baseline="0" noProof="0" dirty="0">
                <a:ln>
                  <a:noFill/>
                </a:ln>
                <a:solidFill>
                  <a:prstClr val="black">
                    <a:lumMod val="75000"/>
                    <a:lumOff val="25000"/>
                  </a:prstClr>
                </a:solidFill>
                <a:effectLst/>
                <a:uLnTx/>
                <a:uFillTx/>
                <a:latin typeface="Century Gothic" panose="020B0502020202020204"/>
                <a:ea typeface="+mn-ea"/>
                <a:cs typeface="+mn-cs"/>
              </a:rPr>
              <a:t>. </a:t>
            </a:r>
            <a:r>
              <a:rPr kumimoji="0" lang="en-US" sz="2400" b="1" i="0" u="none" strike="noStrike" kern="1200" cap="none" spc="0" normalizeH="0" baseline="0" noProof="0" dirty="0">
                <a:ln>
                  <a:noFill/>
                </a:ln>
                <a:solidFill>
                  <a:prstClr val="black">
                    <a:lumMod val="75000"/>
                    <a:lumOff val="25000"/>
                  </a:prstClr>
                </a:solidFill>
                <a:effectLst/>
                <a:uLnTx/>
                <a:uFillTx/>
                <a:latin typeface="Century Gothic" panose="020B0502020202020204"/>
                <a:ea typeface="+mn-ea"/>
                <a:cs typeface="+mn-cs"/>
              </a:rPr>
              <a:t>(The Chart Tools – Format tab contains tools that will allow you to add preset styles to the shape and words, arrange and position your chart within your document, and format specific areas of your chart (e.g. axis, chart title, values, legend, etc.)</a:t>
            </a:r>
          </a:p>
          <a:p>
            <a:pPr marL="0" indent="0">
              <a:buNone/>
            </a:pPr>
            <a:endParaRPr lang="en-US" dirty="0"/>
          </a:p>
        </p:txBody>
      </p:sp>
    </p:spTree>
    <p:extLst>
      <p:ext uri="{BB962C8B-B14F-4D97-AF65-F5344CB8AC3E}">
        <p14:creationId xmlns:p14="http://schemas.microsoft.com/office/powerpoint/2010/main" val="201332955"/>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15D998-E49F-44C7-9CB9-C30B5AF5C847}"/>
              </a:ext>
            </a:extLst>
          </p:cNvPr>
          <p:cNvSpPr>
            <a:spLocks noGrp="1"/>
          </p:cNvSpPr>
          <p:nvPr>
            <p:ph type="title"/>
          </p:nvPr>
        </p:nvSpPr>
        <p:spPr>
          <a:xfrm>
            <a:off x="1626781" y="177543"/>
            <a:ext cx="9877831" cy="853815"/>
          </a:xfrm>
        </p:spPr>
        <p:txBody>
          <a:bodyPr/>
          <a:lstStyle/>
          <a:p>
            <a:r>
              <a:rPr lang="en-US" dirty="0"/>
              <a:t>INSERTING VIDEO</a:t>
            </a:r>
          </a:p>
        </p:txBody>
      </p:sp>
      <p:sp>
        <p:nvSpPr>
          <p:cNvPr id="3" name="Content Placeholder 2">
            <a:extLst>
              <a:ext uri="{FF2B5EF4-FFF2-40B4-BE49-F238E27FC236}">
                <a16:creationId xmlns:a16="http://schemas.microsoft.com/office/drawing/2014/main" id="{4EFF96B3-1C78-46B7-BD89-FD59555ECB60}"/>
              </a:ext>
            </a:extLst>
          </p:cNvPr>
          <p:cNvSpPr>
            <a:spLocks noGrp="1"/>
          </p:cNvSpPr>
          <p:nvPr>
            <p:ph idx="1"/>
          </p:nvPr>
        </p:nvSpPr>
        <p:spPr>
          <a:xfrm>
            <a:off x="1626781" y="1031358"/>
            <a:ext cx="9877831" cy="4879864"/>
          </a:xfrm>
        </p:spPr>
        <p:txBody>
          <a:bodyPr>
            <a:normAutofit fontScale="92500" lnSpcReduction="20000"/>
          </a:bodyPr>
          <a:lstStyle/>
          <a:p>
            <a:pPr marL="0" indent="0">
              <a:lnSpc>
                <a:spcPct val="150000"/>
              </a:lnSpc>
              <a:buNone/>
            </a:pPr>
            <a:r>
              <a:rPr lang="en-US" sz="2000" b="1" dirty="0"/>
              <a:t>Inserting Video into your Document</a:t>
            </a:r>
            <a:r>
              <a:rPr lang="en-US" sz="2000" dirty="0"/>
              <a:t> </a:t>
            </a:r>
          </a:p>
          <a:p>
            <a:pPr>
              <a:lnSpc>
                <a:spcPct val="150000"/>
              </a:lnSpc>
            </a:pPr>
            <a:r>
              <a:rPr lang="en-US" sz="2000" dirty="0"/>
              <a:t>This is a new feature in Word. When inserted into your document, the video will show a still image of the video. </a:t>
            </a:r>
          </a:p>
          <a:p>
            <a:pPr lvl="1">
              <a:lnSpc>
                <a:spcPct val="150000"/>
              </a:lnSpc>
            </a:pPr>
            <a:r>
              <a:rPr lang="en-US" sz="2000" dirty="0"/>
              <a:t>When clicked, the video will open in a separate window and will play. </a:t>
            </a:r>
          </a:p>
          <a:p>
            <a:pPr lvl="1">
              <a:lnSpc>
                <a:spcPct val="150000"/>
              </a:lnSpc>
            </a:pPr>
            <a:r>
              <a:rPr lang="en-US" sz="2000" dirty="0"/>
              <a:t>When printing out your document, the video will look like a picture. </a:t>
            </a:r>
          </a:p>
          <a:p>
            <a:pPr>
              <a:lnSpc>
                <a:spcPct val="150000"/>
              </a:lnSpc>
            </a:pPr>
            <a:r>
              <a:rPr lang="en-US" sz="2000" b="1" dirty="0"/>
              <a:t>Note: </a:t>
            </a:r>
            <a:r>
              <a:rPr lang="en-US" sz="2000" dirty="0"/>
              <a:t>To use this feature, you will need an internet connection. Videos will not play if the computer accessing the document is not connected to the internet. </a:t>
            </a:r>
          </a:p>
          <a:p>
            <a:pPr>
              <a:lnSpc>
                <a:spcPct val="150000"/>
              </a:lnSpc>
            </a:pPr>
            <a:r>
              <a:rPr lang="en-US" sz="2000" dirty="0"/>
              <a:t>Steps to add video to your document: </a:t>
            </a:r>
          </a:p>
          <a:p>
            <a:pPr lvl="1">
              <a:lnSpc>
                <a:spcPct val="150000"/>
              </a:lnSpc>
              <a:buFont typeface="+mj-lt"/>
              <a:buAutoNum type="arabicPeriod"/>
            </a:pPr>
            <a:r>
              <a:rPr lang="en-US" sz="2000" dirty="0"/>
              <a:t>Click the </a:t>
            </a:r>
            <a:r>
              <a:rPr lang="en-US" sz="2000" b="1" dirty="0"/>
              <a:t>Insert tab</a:t>
            </a:r>
            <a:r>
              <a:rPr lang="en-US" sz="2000" dirty="0"/>
              <a:t>. </a:t>
            </a:r>
          </a:p>
          <a:p>
            <a:pPr lvl="1">
              <a:lnSpc>
                <a:spcPct val="150000"/>
              </a:lnSpc>
              <a:buFont typeface="+mj-lt"/>
              <a:buAutoNum type="arabicPeriod"/>
            </a:pPr>
            <a:r>
              <a:rPr lang="en-US" sz="2000" dirty="0"/>
              <a:t>In the </a:t>
            </a:r>
            <a:r>
              <a:rPr lang="en-US" sz="2000" b="1" dirty="0"/>
              <a:t>Media group</a:t>
            </a:r>
            <a:r>
              <a:rPr lang="en-US" sz="2000" dirty="0"/>
              <a:t>, click on the </a:t>
            </a:r>
            <a:r>
              <a:rPr lang="en-US" sz="2000" b="1" dirty="0"/>
              <a:t>Online Video button</a:t>
            </a:r>
            <a:r>
              <a:rPr lang="en-US" sz="2000" dirty="0"/>
              <a:t>. </a:t>
            </a:r>
          </a:p>
        </p:txBody>
      </p:sp>
    </p:spTree>
    <p:extLst>
      <p:ext uri="{BB962C8B-B14F-4D97-AF65-F5344CB8AC3E}">
        <p14:creationId xmlns:p14="http://schemas.microsoft.com/office/powerpoint/2010/main" val="4129605490"/>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C4CD00-42A9-495E-B5C9-2D8AC4C7A6BC}"/>
              </a:ext>
            </a:extLst>
          </p:cNvPr>
          <p:cNvSpPr>
            <a:spLocks noGrp="1"/>
          </p:cNvSpPr>
          <p:nvPr>
            <p:ph type="title"/>
          </p:nvPr>
        </p:nvSpPr>
        <p:spPr>
          <a:xfrm>
            <a:off x="1626781" y="198807"/>
            <a:ext cx="9877831" cy="843184"/>
          </a:xfrm>
        </p:spPr>
        <p:txBody>
          <a:bodyPr/>
          <a:lstStyle/>
          <a:p>
            <a:r>
              <a:rPr kumimoji="0" lang="en-US" sz="3600" b="0" i="0" u="none" strike="noStrike" kern="1200" cap="none" spc="0" normalizeH="0" baseline="0" noProof="0" dirty="0">
                <a:ln>
                  <a:noFill/>
                </a:ln>
                <a:solidFill>
                  <a:prstClr val="black">
                    <a:lumMod val="85000"/>
                    <a:lumOff val="15000"/>
                  </a:prstClr>
                </a:solidFill>
                <a:effectLst/>
                <a:uLnTx/>
                <a:uFillTx/>
                <a:latin typeface="Century Gothic" panose="020B0502020202020204"/>
                <a:ea typeface="+mj-ea"/>
                <a:cs typeface="+mj-cs"/>
              </a:rPr>
              <a:t>CONTD…</a:t>
            </a:r>
            <a:endParaRPr lang="en-US" dirty="0"/>
          </a:p>
        </p:txBody>
      </p:sp>
      <p:sp>
        <p:nvSpPr>
          <p:cNvPr id="3" name="Content Placeholder 2">
            <a:extLst>
              <a:ext uri="{FF2B5EF4-FFF2-40B4-BE49-F238E27FC236}">
                <a16:creationId xmlns:a16="http://schemas.microsoft.com/office/drawing/2014/main" id="{92A5825D-1989-4782-AAA0-F019817EAC63}"/>
              </a:ext>
            </a:extLst>
          </p:cNvPr>
          <p:cNvSpPr>
            <a:spLocks noGrp="1"/>
          </p:cNvSpPr>
          <p:nvPr>
            <p:ph idx="1"/>
          </p:nvPr>
        </p:nvSpPr>
        <p:spPr>
          <a:xfrm>
            <a:off x="1626781" y="1041991"/>
            <a:ext cx="9877831" cy="4869231"/>
          </a:xfrm>
        </p:spPr>
        <p:txBody>
          <a:bodyPr>
            <a:noAutofit/>
          </a:bodyPr>
          <a:lstStyle/>
          <a:p>
            <a:pPr marL="800100" marR="0" lvl="1" indent="-342900" algn="l" defTabSz="457200" rtl="0" eaLnBrk="1" fontAlgn="auto" latinLnBrk="0" hangingPunct="1">
              <a:lnSpc>
                <a:spcPct val="150000"/>
              </a:lnSpc>
              <a:spcBef>
                <a:spcPts val="1000"/>
              </a:spcBef>
              <a:spcAft>
                <a:spcPts val="0"/>
              </a:spcAft>
              <a:buClr>
                <a:srgbClr val="A53010"/>
              </a:buClr>
              <a:buSzTx/>
              <a:buFont typeface="+mj-lt"/>
              <a:buAutoNum type="arabicPeriod" startAt="3"/>
              <a:tabLst/>
              <a:defRPr/>
            </a:pPr>
            <a:r>
              <a:rPr lang="en-US" sz="2000" dirty="0"/>
              <a:t>The </a:t>
            </a:r>
            <a:r>
              <a:rPr lang="en-US" sz="2000" b="1" dirty="0"/>
              <a:t>Insert Video window </a:t>
            </a:r>
            <a:r>
              <a:rPr lang="en-US" sz="2000" dirty="0"/>
              <a:t>will appear. A list of search options are presented. </a:t>
            </a:r>
          </a:p>
          <a:p>
            <a:pPr marL="800100" marR="0" lvl="1" indent="-342900" algn="l" defTabSz="457200" rtl="0" eaLnBrk="1" fontAlgn="auto" latinLnBrk="0" hangingPunct="1">
              <a:lnSpc>
                <a:spcPct val="150000"/>
              </a:lnSpc>
              <a:spcBef>
                <a:spcPts val="1000"/>
              </a:spcBef>
              <a:spcAft>
                <a:spcPts val="0"/>
              </a:spcAft>
              <a:buClr>
                <a:srgbClr val="A53010"/>
              </a:buClr>
              <a:buSzTx/>
              <a:buFont typeface="+mj-lt"/>
              <a:buAutoNum type="arabicPeriod" startAt="3"/>
              <a:tabLst/>
              <a:defRPr/>
            </a:pPr>
            <a:r>
              <a:rPr lang="en-US" sz="2000" dirty="0"/>
              <a:t>In one of the </a:t>
            </a:r>
            <a:r>
              <a:rPr lang="en-US" sz="2000" b="1" dirty="0"/>
              <a:t>search boxes</a:t>
            </a:r>
            <a:r>
              <a:rPr lang="en-US" sz="2000" dirty="0"/>
              <a:t>, type a word or phrase that describes the desired video you wish to search for. </a:t>
            </a:r>
          </a:p>
          <a:p>
            <a:pPr marL="800100" marR="0" lvl="1" indent="-342900" algn="l" defTabSz="457200" rtl="0" eaLnBrk="1" fontAlgn="auto" latinLnBrk="0" hangingPunct="1">
              <a:lnSpc>
                <a:spcPct val="150000"/>
              </a:lnSpc>
              <a:spcBef>
                <a:spcPts val="1000"/>
              </a:spcBef>
              <a:spcAft>
                <a:spcPts val="0"/>
              </a:spcAft>
              <a:buClr>
                <a:srgbClr val="A53010"/>
              </a:buClr>
              <a:buSzTx/>
              <a:buFont typeface="+mj-lt"/>
              <a:buAutoNum type="arabicPeriod" startAt="3"/>
              <a:tabLst/>
              <a:defRPr/>
            </a:pPr>
            <a:r>
              <a:rPr lang="en-US" sz="2000" dirty="0"/>
              <a:t>Press </a:t>
            </a:r>
            <a:r>
              <a:rPr lang="en-US" sz="2000" b="1" dirty="0"/>
              <a:t>Enter</a:t>
            </a:r>
            <a:r>
              <a:rPr lang="en-US" sz="2000" dirty="0"/>
              <a:t>. </a:t>
            </a:r>
          </a:p>
          <a:p>
            <a:pPr marL="800100" marR="0" lvl="1" indent="-342900" algn="l" defTabSz="457200" rtl="0" eaLnBrk="1" fontAlgn="auto" latinLnBrk="0" hangingPunct="1">
              <a:lnSpc>
                <a:spcPct val="150000"/>
              </a:lnSpc>
              <a:spcBef>
                <a:spcPts val="1000"/>
              </a:spcBef>
              <a:spcAft>
                <a:spcPts val="0"/>
              </a:spcAft>
              <a:buClr>
                <a:srgbClr val="A53010"/>
              </a:buClr>
              <a:buSzTx/>
              <a:buFont typeface="+mj-lt"/>
              <a:buAutoNum type="arabicPeriod" startAt="3"/>
              <a:tabLst/>
              <a:defRPr/>
            </a:pPr>
            <a:r>
              <a:rPr lang="en-US" sz="2000" dirty="0"/>
              <a:t>A list of your search results will appear. </a:t>
            </a:r>
          </a:p>
          <a:p>
            <a:pPr marL="800100" marR="0" lvl="1" indent="-342900" algn="l" defTabSz="457200" rtl="0" eaLnBrk="1" fontAlgn="auto" latinLnBrk="0" hangingPunct="1">
              <a:lnSpc>
                <a:spcPct val="150000"/>
              </a:lnSpc>
              <a:spcBef>
                <a:spcPts val="1000"/>
              </a:spcBef>
              <a:spcAft>
                <a:spcPts val="0"/>
              </a:spcAft>
              <a:buClr>
                <a:srgbClr val="A53010"/>
              </a:buClr>
              <a:buSzTx/>
              <a:buFont typeface="+mj-lt"/>
              <a:buAutoNum type="arabicPeriod" startAt="3"/>
              <a:tabLst/>
              <a:defRPr/>
            </a:pPr>
            <a:r>
              <a:rPr lang="en-US" sz="2000" dirty="0"/>
              <a:t>To preview the video, mouse over the image and click </a:t>
            </a:r>
            <a:r>
              <a:rPr lang="en-US" sz="2000" b="1" dirty="0"/>
              <a:t>the magnifying glass</a:t>
            </a:r>
            <a:r>
              <a:rPr lang="en-US" sz="2000" dirty="0"/>
              <a:t>. </a:t>
            </a:r>
          </a:p>
          <a:p>
            <a:pPr marL="800100" marR="0" lvl="1" indent="-342900" algn="l" defTabSz="457200" rtl="0" eaLnBrk="1" fontAlgn="auto" latinLnBrk="0" hangingPunct="1">
              <a:lnSpc>
                <a:spcPct val="150000"/>
              </a:lnSpc>
              <a:spcBef>
                <a:spcPts val="1000"/>
              </a:spcBef>
              <a:spcAft>
                <a:spcPts val="0"/>
              </a:spcAft>
              <a:buClr>
                <a:srgbClr val="A53010"/>
              </a:buClr>
              <a:buSzTx/>
              <a:buFont typeface="+mj-lt"/>
              <a:buAutoNum type="arabicPeriod" startAt="3"/>
              <a:tabLst/>
              <a:defRPr/>
            </a:pPr>
            <a:r>
              <a:rPr lang="en-US" sz="2000" dirty="0"/>
              <a:t>Click the desired video you wish to add and click the Insert button. </a:t>
            </a:r>
          </a:p>
        </p:txBody>
      </p:sp>
    </p:spTree>
    <p:extLst>
      <p:ext uri="{BB962C8B-B14F-4D97-AF65-F5344CB8AC3E}">
        <p14:creationId xmlns:p14="http://schemas.microsoft.com/office/powerpoint/2010/main" val="885681454"/>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C4CD00-42A9-495E-B5C9-2D8AC4C7A6BC}"/>
              </a:ext>
            </a:extLst>
          </p:cNvPr>
          <p:cNvSpPr>
            <a:spLocks noGrp="1"/>
          </p:cNvSpPr>
          <p:nvPr>
            <p:ph type="title"/>
          </p:nvPr>
        </p:nvSpPr>
        <p:spPr>
          <a:xfrm>
            <a:off x="1626781" y="198807"/>
            <a:ext cx="9877831" cy="843184"/>
          </a:xfrm>
        </p:spPr>
        <p:txBody>
          <a:bodyPr/>
          <a:lstStyle/>
          <a:p>
            <a:r>
              <a:rPr kumimoji="0" lang="en-US" sz="3600" b="0" i="0" u="none" strike="noStrike" kern="1200" cap="none" spc="0" normalizeH="0" baseline="0" noProof="0" dirty="0">
                <a:ln>
                  <a:noFill/>
                </a:ln>
                <a:solidFill>
                  <a:prstClr val="black">
                    <a:lumMod val="85000"/>
                    <a:lumOff val="15000"/>
                  </a:prstClr>
                </a:solidFill>
                <a:effectLst/>
                <a:uLnTx/>
                <a:uFillTx/>
                <a:latin typeface="Century Gothic" panose="020B0502020202020204"/>
                <a:ea typeface="+mj-ea"/>
                <a:cs typeface="+mj-cs"/>
              </a:rPr>
              <a:t>CONTD…</a:t>
            </a:r>
            <a:endParaRPr lang="en-US" dirty="0"/>
          </a:p>
        </p:txBody>
      </p:sp>
      <p:sp>
        <p:nvSpPr>
          <p:cNvPr id="3" name="Content Placeholder 2">
            <a:extLst>
              <a:ext uri="{FF2B5EF4-FFF2-40B4-BE49-F238E27FC236}">
                <a16:creationId xmlns:a16="http://schemas.microsoft.com/office/drawing/2014/main" id="{92A5825D-1989-4782-AAA0-F019817EAC63}"/>
              </a:ext>
            </a:extLst>
          </p:cNvPr>
          <p:cNvSpPr>
            <a:spLocks noGrp="1"/>
          </p:cNvSpPr>
          <p:nvPr>
            <p:ph idx="1"/>
          </p:nvPr>
        </p:nvSpPr>
        <p:spPr>
          <a:xfrm>
            <a:off x="1626781" y="1041991"/>
            <a:ext cx="9877831" cy="4869231"/>
          </a:xfrm>
        </p:spPr>
        <p:txBody>
          <a:bodyPr>
            <a:noAutofit/>
          </a:bodyPr>
          <a:lstStyle/>
          <a:p>
            <a:pPr>
              <a:lnSpc>
                <a:spcPct val="150000"/>
              </a:lnSpc>
            </a:pPr>
            <a:r>
              <a:rPr lang="en-US" sz="2000" dirty="0"/>
              <a:t>The video will be added to your document. It will show a still image from the video that will display in the document as a picture (this is the image that will also appear if you print the document). </a:t>
            </a:r>
          </a:p>
          <a:p>
            <a:pPr>
              <a:lnSpc>
                <a:spcPct val="150000"/>
              </a:lnSpc>
            </a:pPr>
            <a:r>
              <a:rPr lang="en-US" sz="2000" dirty="0"/>
              <a:t>To play the video, click the play button on top of the still image. </a:t>
            </a:r>
          </a:p>
        </p:txBody>
      </p:sp>
    </p:spTree>
    <p:extLst>
      <p:ext uri="{BB962C8B-B14F-4D97-AF65-F5344CB8AC3E}">
        <p14:creationId xmlns:p14="http://schemas.microsoft.com/office/powerpoint/2010/main" val="2663781073"/>
      </p:ext>
    </p:extLst>
  </p:cSld>
  <p:clrMapOvr>
    <a:masterClrMapping/>
  </p:clrMapOvr>
</p:sld>
</file>

<file path=ppt/theme/theme1.xml><?xml version="1.0" encoding="utf-8"?>
<a:theme xmlns:a="http://schemas.openxmlformats.org/drawingml/2006/main" name="Wisp">
  <a:themeElements>
    <a:clrScheme name="Wisp">
      <a:dk1>
        <a:sysClr val="windowText" lastClr="000000"/>
      </a:dk1>
      <a:lt1>
        <a:sysClr val="window" lastClr="FFFFFF"/>
      </a:lt1>
      <a:dk2>
        <a:srgbClr val="766F54"/>
      </a:dk2>
      <a:lt2>
        <a:srgbClr val="E3EACF"/>
      </a:lt2>
      <a:accent1>
        <a:srgbClr val="A53010"/>
      </a:accent1>
      <a:accent2>
        <a:srgbClr val="DE7E18"/>
      </a:accent2>
      <a:accent3>
        <a:srgbClr val="9F8351"/>
      </a:accent3>
      <a:accent4>
        <a:srgbClr val="728653"/>
      </a:accent4>
      <a:accent5>
        <a:srgbClr val="92AA4C"/>
      </a:accent5>
      <a:accent6>
        <a:srgbClr val="6AAC91"/>
      </a:accent6>
      <a:hlink>
        <a:srgbClr val="FB4A18"/>
      </a:hlink>
      <a:folHlink>
        <a:srgbClr val="FB9318"/>
      </a:folHlink>
    </a:clrScheme>
    <a:fontScheme name="Wisp">
      <a:majorFont>
        <a:latin typeface="Century Gothic" panose="020B0502020202020204"/>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Gothic" panose="020B0502020202020204"/>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Wisp">
      <a:fillStyleLst>
        <a:solidFill>
          <a:schemeClr val="phClr"/>
        </a:solidFill>
        <a:solidFill>
          <a:schemeClr val="phClr">
            <a:tint val="70000"/>
            <a:lumMod val="104000"/>
          </a:schemeClr>
        </a:solidFill>
        <a:gradFill rotWithShape="1">
          <a:gsLst>
            <a:gs pos="0">
              <a:schemeClr val="phClr">
                <a:tint val="96000"/>
                <a:lumMod val="104000"/>
              </a:schemeClr>
            </a:gs>
            <a:gs pos="100000">
              <a:schemeClr val="phClr">
                <a:shade val="98000"/>
                <a:lumMod val="94000"/>
              </a:schemeClr>
            </a:gs>
          </a:gsLst>
          <a:lin ang="5400000" scaled="0"/>
        </a:gradFill>
      </a:fillStyleLst>
      <a:lnStyleLst>
        <a:ln w="9525" cap="rnd" cmpd="sng" algn="ctr">
          <a:solidFill>
            <a:schemeClr val="phClr">
              <a:shade val="90000"/>
            </a:schemeClr>
          </a:solidFill>
          <a:prstDash val="solid"/>
        </a:ln>
        <a:ln w="15875" cap="rnd" cmpd="sng" algn="ctr">
          <a:solidFill>
            <a:schemeClr val="phClr"/>
          </a:solidFill>
          <a:prstDash val="solid"/>
        </a:ln>
        <a:ln w="22225" cap="rnd" cmpd="sng" algn="ctr">
          <a:solidFill>
            <a:schemeClr val="phClr"/>
          </a:solidFill>
          <a:prstDash val="solid"/>
        </a:ln>
      </a:lnStyleLst>
      <a:effectStyleLst>
        <a:effectStyle>
          <a:effectLst/>
        </a:effectStyle>
        <a:effectStyle>
          <a:effectLst>
            <a:outerShdw blurRad="38100" dist="25400" dir="5400000" rotWithShape="0">
              <a:srgbClr val="000000">
                <a:alpha val="25000"/>
              </a:srgbClr>
            </a:outerShdw>
          </a:effectLst>
        </a:effectStyle>
        <a:effectStyle>
          <a:effectLst>
            <a:outerShdw blurRad="50800" dist="38100" dir="5400000" rotWithShape="0">
              <a:srgbClr val="000000">
                <a:alpha val="60000"/>
              </a:srgbClr>
            </a:outerShdw>
          </a:effectLst>
        </a:effectStyle>
      </a:effectStyleLst>
      <a:bgFillStyleLst>
        <a:solidFill>
          <a:schemeClr val="phClr"/>
        </a:solidFill>
        <a:gradFill rotWithShape="1">
          <a:gsLst>
            <a:gs pos="0">
              <a:schemeClr val="phClr">
                <a:tint val="90000"/>
                <a:lumMod val="120000"/>
              </a:schemeClr>
            </a:gs>
            <a:gs pos="100000">
              <a:schemeClr val="phClr">
                <a:shade val="98000"/>
                <a:satMod val="120000"/>
                <a:lumMod val="98000"/>
              </a:schemeClr>
            </a:gs>
          </a:gsLst>
          <a:lin ang="5400000" scaled="0"/>
        </a:gradFill>
        <a:gradFill rotWithShape="1">
          <a:gsLst>
            <a:gs pos="0">
              <a:schemeClr val="phClr">
                <a:tint val="90000"/>
                <a:satMod val="92000"/>
                <a:lumMod val="120000"/>
              </a:schemeClr>
            </a:gs>
            <a:gs pos="100000">
              <a:schemeClr val="phClr">
                <a:shade val="98000"/>
                <a:satMod val="120000"/>
                <a:lumMod val="98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Wisp" id="{7CB32D59-10C0-40DD-B7BD-2E94284A981C}" vid="{24B1A44C-C006-48B2-A4D7-E5549B3D8CD4}"/>
    </a:ext>
  </a:extLst>
</a:theme>
</file>

<file path=docProps/app.xml><?xml version="1.0" encoding="utf-8"?>
<Properties xmlns="http://schemas.openxmlformats.org/officeDocument/2006/extended-properties" xmlns:vt="http://schemas.openxmlformats.org/officeDocument/2006/docPropsVTypes">
  <Template>TM02892315[[fn=Wisp]]</Template>
  <TotalTime>20435</TotalTime>
  <Words>6318</Words>
  <Application>Microsoft Office PowerPoint</Application>
  <PresentationFormat>Widescreen</PresentationFormat>
  <Paragraphs>399</Paragraphs>
  <Slides>70</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70</vt:i4>
      </vt:variant>
    </vt:vector>
  </HeadingPairs>
  <TitlesOfParts>
    <vt:vector size="76" baseType="lpstr">
      <vt:lpstr>Arial</vt:lpstr>
      <vt:lpstr>Century Gothic</vt:lpstr>
      <vt:lpstr>Times New Roman</vt:lpstr>
      <vt:lpstr>Wingdings</vt:lpstr>
      <vt:lpstr>Wingdings 3</vt:lpstr>
      <vt:lpstr>Wisp</vt:lpstr>
      <vt:lpstr>END USER COMPUTING.   BICT 1101</vt:lpstr>
      <vt:lpstr>TABLES (CREATING A TABLE)</vt:lpstr>
      <vt:lpstr>TABLES (CREATING A TABLE)</vt:lpstr>
      <vt:lpstr>TABLE CREATED IN WORD</vt:lpstr>
      <vt:lpstr>INSERTING TABLE</vt:lpstr>
      <vt:lpstr>CREATING A TABLE BY DRAGGING</vt:lpstr>
      <vt:lpstr>TABLE TOOLS TAB</vt:lpstr>
      <vt:lpstr>CONTD…</vt:lpstr>
      <vt:lpstr>INSERT A ROW OR COLUMN</vt:lpstr>
      <vt:lpstr>CONTD…</vt:lpstr>
      <vt:lpstr>DELETE TABLE, COLUMN OR ROW</vt:lpstr>
      <vt:lpstr>MOVING AROUND A TABLE</vt:lpstr>
      <vt:lpstr>ENTERING TEXT INTO A TABLE</vt:lpstr>
      <vt:lpstr>ENTERING TEXT INTO A TABLE</vt:lpstr>
      <vt:lpstr>ADJUSTING COLUMN WIDTH</vt:lpstr>
      <vt:lpstr>CONTD…</vt:lpstr>
      <vt:lpstr>RESIZING A ROW OR COLUMN</vt:lpstr>
      <vt:lpstr>CONTD…</vt:lpstr>
      <vt:lpstr>RESIZING A ROW OR COLUMN</vt:lpstr>
      <vt:lpstr>CONTD…</vt:lpstr>
      <vt:lpstr>CONTD…</vt:lpstr>
      <vt:lpstr>CREATING A HEADER ROW</vt:lpstr>
      <vt:lpstr>CONTD…</vt:lpstr>
      <vt:lpstr>CONTD…</vt:lpstr>
      <vt:lpstr>MOVING TABLE TO NEW PAGE/DOCUMENT</vt:lpstr>
      <vt:lpstr>MERGING CELLS</vt:lpstr>
      <vt:lpstr>FORMATTING A TABLE </vt:lpstr>
      <vt:lpstr>CONTD…</vt:lpstr>
      <vt:lpstr>CONTD… </vt:lpstr>
      <vt:lpstr>CONTD…</vt:lpstr>
      <vt:lpstr>CONTD… </vt:lpstr>
      <vt:lpstr>CONTD… </vt:lpstr>
      <vt:lpstr>CONTD…</vt:lpstr>
      <vt:lpstr>INSERTING A QUICK TABLE  </vt:lpstr>
      <vt:lpstr>HEADER AND FOOTER</vt:lpstr>
      <vt:lpstr>CONTD…</vt:lpstr>
      <vt:lpstr>REFERENCES TAB </vt:lpstr>
      <vt:lpstr>TABLE OF CONTENTS GROUP ON THE RIBBON </vt:lpstr>
      <vt:lpstr>CREATING A TABLE OF CONTENTS</vt:lpstr>
      <vt:lpstr>CONTD…</vt:lpstr>
      <vt:lpstr>CONTD…</vt:lpstr>
      <vt:lpstr>FORMATTING A TABLE OF CONTENTS</vt:lpstr>
      <vt:lpstr>CONTD…</vt:lpstr>
      <vt:lpstr>CONTD…</vt:lpstr>
      <vt:lpstr>CONTD…</vt:lpstr>
      <vt:lpstr>CONTD…</vt:lpstr>
      <vt:lpstr>MAIL MERGE</vt:lpstr>
      <vt:lpstr>CONTD…</vt:lpstr>
      <vt:lpstr>CONTD…</vt:lpstr>
      <vt:lpstr>CONTD…</vt:lpstr>
      <vt:lpstr>CONTD…</vt:lpstr>
      <vt:lpstr>CONTD…</vt:lpstr>
      <vt:lpstr>CONTD…</vt:lpstr>
      <vt:lpstr>MAIL MERGE (GREETING LINE)</vt:lpstr>
      <vt:lpstr>CONTD…</vt:lpstr>
      <vt:lpstr>CONTD…</vt:lpstr>
      <vt:lpstr>GRAPHICS  </vt:lpstr>
      <vt:lpstr>INSERTING SHAPES</vt:lpstr>
      <vt:lpstr>CONTD… </vt:lpstr>
      <vt:lpstr>CONTD…</vt:lpstr>
      <vt:lpstr>CONTD…</vt:lpstr>
      <vt:lpstr>CONTD…</vt:lpstr>
      <vt:lpstr>INSERTING SMARTART</vt:lpstr>
      <vt:lpstr>CONTD… </vt:lpstr>
      <vt:lpstr>INSERTING CHARTS</vt:lpstr>
      <vt:lpstr>CONTD…</vt:lpstr>
      <vt:lpstr>CONTD…</vt:lpstr>
      <vt:lpstr>INSERTING VIDEO</vt:lpstr>
      <vt:lpstr>CONTD…</vt:lpstr>
      <vt:lpstr>CONTD…</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Patricia Khonje</dc:creator>
  <cp:lastModifiedBy>Patricia Khonje</cp:lastModifiedBy>
  <cp:revision>150</cp:revision>
  <dcterms:created xsi:type="dcterms:W3CDTF">2021-04-25T22:35:39Z</dcterms:created>
  <dcterms:modified xsi:type="dcterms:W3CDTF">2022-07-02T21:52:43Z</dcterms:modified>
</cp:coreProperties>
</file>