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8" r:id="rId11"/>
    <p:sldId id="267" r:id="rId12"/>
    <p:sldId id="269" r:id="rId13"/>
    <p:sldId id="271" r:id="rId14"/>
    <p:sldId id="272" r:id="rId15"/>
    <p:sldId id="273" r:id="rId16"/>
    <p:sldId id="275" r:id="rId17"/>
    <p:sldId id="277" r:id="rId18"/>
    <p:sldId id="278" r:id="rId19"/>
    <p:sldId id="280" r:id="rId20"/>
    <p:sldId id="274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218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007D8-3619-4DC6-8025-65B9E0754A5D}" type="datetimeFigureOut">
              <a:rPr lang="en-US" smtClean="0"/>
              <a:t>12/14/2018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1BEC-4168-404A-BF17-A5ADDCBA69F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007D8-3619-4DC6-8025-65B9E0754A5D}" type="datetimeFigureOut">
              <a:rPr lang="en-US" smtClean="0"/>
              <a:t>12/14/2018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1BEC-4168-404A-BF17-A5ADDCBA69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007D8-3619-4DC6-8025-65B9E0754A5D}" type="datetimeFigureOut">
              <a:rPr lang="en-US" smtClean="0"/>
              <a:t>12/14/2018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1BEC-4168-404A-BF17-A5ADDCBA69F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007D8-3619-4DC6-8025-65B9E0754A5D}" type="datetimeFigureOut">
              <a:rPr lang="en-US" smtClean="0"/>
              <a:t>12/14/2018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1BEC-4168-404A-BF17-A5ADDCBA69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007D8-3619-4DC6-8025-65B9E0754A5D}" type="datetimeFigureOut">
              <a:rPr lang="en-US" smtClean="0"/>
              <a:t>12/14/2018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1BEC-4168-404A-BF17-A5ADDCBA69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007D8-3619-4DC6-8025-65B9E0754A5D}" type="datetimeFigureOut">
              <a:rPr lang="en-US" smtClean="0"/>
              <a:t>12/14/2018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1BEC-4168-404A-BF17-A5ADDCBA69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007D8-3619-4DC6-8025-65B9E0754A5D}" type="datetimeFigureOut">
              <a:rPr lang="en-US" smtClean="0"/>
              <a:t>12/14/2018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1BEC-4168-404A-BF17-A5ADDCBA69F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007D8-3619-4DC6-8025-65B9E0754A5D}" type="datetimeFigureOut">
              <a:rPr lang="en-US" smtClean="0"/>
              <a:t>12/14/2018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1BEC-4168-404A-BF17-A5ADDCBA69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007D8-3619-4DC6-8025-65B9E0754A5D}" type="datetimeFigureOut">
              <a:rPr lang="en-US" smtClean="0"/>
              <a:t>12/14/2018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1BEC-4168-404A-BF17-A5ADDCBA69F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007D8-3619-4DC6-8025-65B9E0754A5D}" type="datetimeFigureOut">
              <a:rPr lang="en-US" smtClean="0"/>
              <a:t>12/14/2018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1BEC-4168-404A-BF17-A5ADDCBA69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007D8-3619-4DC6-8025-65B9E0754A5D}" type="datetimeFigureOut">
              <a:rPr lang="en-US" smtClean="0"/>
              <a:t>12/14/2018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1BEC-4168-404A-BF17-A5ADDCBA69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28600"/>
            <a:ext cx="6400800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2438400" y="1600200"/>
            <a:ext cx="3124200" cy="4495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0" y="1600200"/>
            <a:ext cx="31242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248400"/>
            <a:ext cx="1901825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34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F638044-07AE-45BF-B232-689003D810B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721581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CF6007D8-3619-4DC6-8025-65B9E0754A5D}" type="datetimeFigureOut">
              <a:rPr lang="en-US" smtClean="0"/>
              <a:t>12/14/2018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84211BEC-4168-404A-BF17-A5ADDCBA69F1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Netiquette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029200"/>
          </a:xfrm>
        </p:spPr>
        <p:txBody>
          <a:bodyPr>
            <a:normAutofit fontScale="92500"/>
          </a:bodyPr>
          <a:lstStyle/>
          <a:p>
            <a:r>
              <a:rPr lang="en-US" dirty="0"/>
              <a:t>"Netiquette" stands for "Internet Etiquette“</a:t>
            </a:r>
          </a:p>
          <a:p>
            <a:pPr lvl="1"/>
            <a:r>
              <a:rPr lang="en-US" dirty="0"/>
              <a:t>refers to the set of practices developed over the years to make </a:t>
            </a:r>
            <a:r>
              <a:rPr lang="en-US" i="1" dirty="0"/>
              <a:t>Internet</a:t>
            </a:r>
            <a:r>
              <a:rPr lang="en-US" dirty="0"/>
              <a:t> experience pleasant for everyone.</a:t>
            </a:r>
          </a:p>
          <a:p>
            <a:pPr lvl="1"/>
            <a:r>
              <a:rPr lang="en-US" dirty="0"/>
              <a:t>Netiquette is a set of rules for behaving properly online.</a:t>
            </a:r>
          </a:p>
          <a:p>
            <a:pPr lvl="1"/>
            <a:r>
              <a:rPr lang="en-US" dirty="0"/>
              <a:t>Netiquette is concerned with matters of courtesy in communications.</a:t>
            </a:r>
            <a:endParaRPr lang="en-US" i="1" dirty="0">
              <a:solidFill>
                <a:srgbClr val="000000"/>
              </a:solidFill>
            </a:endParaRPr>
          </a:p>
          <a:p>
            <a:r>
              <a:rPr lang="en-US" dirty="0"/>
              <a:t>Etiquette - the set of rules or customs which control accepted </a:t>
            </a:r>
            <a:r>
              <a:rPr lang="en-US" dirty="0" err="1"/>
              <a:t>behaviour</a:t>
            </a:r>
            <a:r>
              <a:rPr lang="en-US" dirty="0"/>
              <a:t> in particular social groups or social situations. </a:t>
            </a:r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321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E-mail Etiquette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174992" cy="4800600"/>
          </a:xfrm>
        </p:spPr>
        <p:txBody>
          <a:bodyPr/>
          <a:lstStyle/>
          <a:p>
            <a:r>
              <a:rPr lang="en-US" dirty="0"/>
              <a:t>E-mail is frequently written quickly and often poorly.</a:t>
            </a:r>
          </a:p>
          <a:p>
            <a:r>
              <a:rPr lang="en-US" dirty="0"/>
              <a:t>The following tips should help you to write e-mails that will be well received every time. </a:t>
            </a:r>
          </a:p>
          <a:p>
            <a:r>
              <a:rPr lang="en-US" dirty="0"/>
              <a:t>Pay attention to punctuation, spelling, grammar and capitals.</a:t>
            </a:r>
          </a:p>
        </p:txBody>
      </p:sp>
    </p:spTree>
    <p:extLst>
      <p:ext uri="{BB962C8B-B14F-4D97-AF65-F5344CB8AC3E}">
        <p14:creationId xmlns:p14="http://schemas.microsoft.com/office/powerpoint/2010/main" val="2282408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81000"/>
            <a:ext cx="7498080" cy="5867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Many e-mail messages contain poor spelling and grammar, incorrect use of capital letters and/or poor punctuation. </a:t>
            </a:r>
          </a:p>
          <a:p>
            <a:r>
              <a:rPr lang="en-US" dirty="0"/>
              <a:t>Such messages look unprofessional (substandard) and certainly produce a poor impression of the sender.</a:t>
            </a:r>
          </a:p>
          <a:p>
            <a:pPr marL="82296" indent="0">
              <a:buNone/>
            </a:pPr>
            <a:r>
              <a:rPr lang="en-US" b="1" dirty="0"/>
              <a:t>Your subject line should be descriptive. </a:t>
            </a:r>
          </a:p>
          <a:p>
            <a:r>
              <a:rPr lang="en-US" dirty="0"/>
              <a:t>Many people get a lot of </a:t>
            </a:r>
            <a:r>
              <a:rPr lang="en-US" dirty="0" err="1"/>
              <a:t>of</a:t>
            </a:r>
            <a:r>
              <a:rPr lang="en-US" dirty="0"/>
              <a:t> e-mail messages per day, and some of it being spam (i.e. unsolicited sales messages),</a:t>
            </a:r>
          </a:p>
          <a:p>
            <a:pPr lvl="1"/>
            <a:r>
              <a:rPr lang="en-US" dirty="0"/>
              <a:t>Your message may be deleted unread if the subject line makes it look unimportant or </a:t>
            </a:r>
            <a:r>
              <a:rPr lang="en-US" dirty="0" err="1"/>
              <a:t>spamish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2948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b="1" dirty="0"/>
              <a:t>Use short paragraphs and leave lines between them.</a:t>
            </a:r>
          </a:p>
          <a:p>
            <a:r>
              <a:rPr lang="en-US" dirty="0"/>
              <a:t>You can make things easier for your readers by using short, clearly separated paragraphs.</a:t>
            </a:r>
          </a:p>
          <a:p>
            <a:r>
              <a:rPr lang="en-US" dirty="0"/>
              <a:t>You might also indent the text on the first line of each paragraph.</a:t>
            </a:r>
          </a:p>
        </p:txBody>
      </p:sp>
    </p:spTree>
    <p:extLst>
      <p:ext uri="{BB962C8B-B14F-4D97-AF65-F5344CB8AC3E}">
        <p14:creationId xmlns:p14="http://schemas.microsoft.com/office/powerpoint/2010/main" val="99328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b="1" dirty="0"/>
              <a:t>Don't send unsolicited attachments</a:t>
            </a:r>
          </a:p>
          <a:p>
            <a:r>
              <a:rPr lang="en-US" dirty="0"/>
              <a:t>A movie file may be the funniest thing you've seen for a long time, but don't automatically send it to everyone to know.</a:t>
            </a:r>
          </a:p>
          <a:p>
            <a:r>
              <a:rPr lang="en-US" dirty="0"/>
              <a:t>Ask them first if they want to receive it. </a:t>
            </a:r>
          </a:p>
          <a:p>
            <a:r>
              <a:rPr lang="en-US" dirty="0"/>
              <a:t>Some people have slow internet connection, your 3 megabyte file is going to lock up their Internet connection for quarter of an hour or so. </a:t>
            </a:r>
          </a:p>
          <a:p>
            <a:r>
              <a:rPr lang="en-US" dirty="0"/>
              <a:t>Be polite and ask first.</a:t>
            </a:r>
          </a:p>
        </p:txBody>
      </p:sp>
    </p:spTree>
    <p:extLst>
      <p:ext uri="{BB962C8B-B14F-4D97-AF65-F5344CB8AC3E}">
        <p14:creationId xmlns:p14="http://schemas.microsoft.com/office/powerpoint/2010/main" val="920813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Autofit/>
          </a:bodyPr>
          <a:lstStyle/>
          <a:p>
            <a:pPr marL="82296" indent="0">
              <a:buNone/>
            </a:pPr>
            <a:r>
              <a:rPr lang="en-US" sz="2300" b="1" dirty="0"/>
              <a:t>Ensure that your PC is protected against viruses.</a:t>
            </a:r>
          </a:p>
          <a:p>
            <a:r>
              <a:rPr lang="en-US" sz="2300" dirty="0"/>
              <a:t>Unless you take suitable precautions (like regularly downloading the latest antivirus definitions for your antivirus software), </a:t>
            </a:r>
          </a:p>
          <a:p>
            <a:r>
              <a:rPr lang="en-US" sz="2300" dirty="0"/>
              <a:t>you run the risk of your machine becoming virus infected.</a:t>
            </a:r>
          </a:p>
          <a:p>
            <a:pPr marL="82296" indent="0">
              <a:buNone/>
            </a:pPr>
            <a:r>
              <a:rPr lang="en-US" sz="2300" b="1" dirty="0"/>
              <a:t>Don't type in ALL CAPITALS</a:t>
            </a:r>
            <a:endParaRPr lang="en-US" sz="2300" dirty="0"/>
          </a:p>
          <a:p>
            <a:r>
              <a:rPr lang="en-US" sz="2300" dirty="0"/>
              <a:t>It’s considered SCREAMING. </a:t>
            </a:r>
          </a:p>
          <a:p>
            <a:r>
              <a:rPr lang="en-US" sz="2300" dirty="0"/>
              <a:t>Who wants to read/hear from someone who’s screaming all the time? </a:t>
            </a:r>
          </a:p>
          <a:p>
            <a:r>
              <a:rPr lang="en-US" sz="2300" dirty="0"/>
              <a:t>It’s ok to use a word in all capital letter to EMPHISIZE something; </a:t>
            </a:r>
          </a:p>
          <a:p>
            <a:r>
              <a:rPr lang="en-US" sz="2300" dirty="0"/>
              <a:t>you just want to stay clear of writing everything that way. There other reason is: </a:t>
            </a:r>
          </a:p>
          <a:p>
            <a:pPr lvl="1"/>
            <a:r>
              <a:rPr lang="en-US" sz="2300" dirty="0"/>
              <a:t>Text in all capitals is harder to read. </a:t>
            </a:r>
          </a:p>
        </p:txBody>
      </p:sp>
    </p:spTree>
    <p:extLst>
      <p:ext uri="{BB962C8B-B14F-4D97-AF65-F5344CB8AC3E}">
        <p14:creationId xmlns:p14="http://schemas.microsoft.com/office/powerpoint/2010/main" val="3404973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US" b="1" dirty="0"/>
              <a:t> </a:t>
            </a:r>
            <a:r>
              <a:rPr lang="en-US" sz="2600" b="1" dirty="0"/>
              <a:t>Stay away from spam. </a:t>
            </a:r>
          </a:p>
          <a:p>
            <a:pPr>
              <a:lnSpc>
                <a:spcPct val="90000"/>
              </a:lnSpc>
            </a:pPr>
            <a:r>
              <a:rPr lang="en-US" sz="2600" b="1" dirty="0">
                <a:solidFill>
                  <a:srgbClr val="000000"/>
                </a:solidFill>
              </a:rPr>
              <a:t>Spam</a:t>
            </a:r>
            <a:r>
              <a:rPr lang="en-US" sz="2600" dirty="0">
                <a:solidFill>
                  <a:srgbClr val="000000"/>
                </a:solidFill>
              </a:rPr>
              <a:t> refers to unwanted messages posted to newsgroups or sent to a list of users through e-mail. </a:t>
            </a:r>
          </a:p>
          <a:p>
            <a:pPr>
              <a:lnSpc>
                <a:spcPct val="90000"/>
              </a:lnSpc>
            </a:pPr>
            <a:r>
              <a:rPr lang="en-US" sz="2600" dirty="0">
                <a:solidFill>
                  <a:srgbClr val="000000"/>
                </a:solidFill>
              </a:rPr>
              <a:t>Most forms of spam are:</a:t>
            </a:r>
          </a:p>
          <a:p>
            <a:pPr lvl="1">
              <a:lnSpc>
                <a:spcPct val="90000"/>
              </a:lnSpc>
              <a:buClr>
                <a:srgbClr val="000000"/>
              </a:buClr>
            </a:pPr>
            <a:r>
              <a:rPr lang="en-US" sz="2600" dirty="0">
                <a:solidFill>
                  <a:srgbClr val="000000"/>
                </a:solidFill>
              </a:rPr>
              <a:t>Unwanted commercial advertising.</a:t>
            </a:r>
          </a:p>
          <a:p>
            <a:pPr lvl="1">
              <a:lnSpc>
                <a:spcPct val="90000"/>
              </a:lnSpc>
              <a:buClr>
                <a:srgbClr val="000000"/>
              </a:buClr>
            </a:pPr>
            <a:r>
              <a:rPr lang="en-US" sz="2600" dirty="0">
                <a:solidFill>
                  <a:srgbClr val="000000"/>
                </a:solidFill>
              </a:rPr>
              <a:t>Chain letters.</a:t>
            </a:r>
            <a:endParaRPr lang="en-US" sz="2600" b="1" dirty="0"/>
          </a:p>
          <a:p>
            <a:r>
              <a:rPr lang="en-US" sz="2600" dirty="0"/>
              <a:t>Think of spam as junk mail you get in your mail box. </a:t>
            </a:r>
          </a:p>
          <a:p>
            <a:r>
              <a:rPr lang="en-US" sz="2600" dirty="0"/>
              <a:t>99% of spam messages are going to be scams either trying to get your personal information or your money. </a:t>
            </a:r>
          </a:p>
          <a:p>
            <a:r>
              <a:rPr lang="en-US" sz="2600" dirty="0"/>
              <a:t>Safest way is to delete it. </a:t>
            </a:r>
          </a:p>
          <a:p>
            <a:r>
              <a:rPr lang="en-US" sz="2600" dirty="0"/>
              <a:t>Unless you know who the message is from don’t ever follow any links you may find. </a:t>
            </a:r>
          </a:p>
          <a:p>
            <a:pPr marL="82296" indent="0">
              <a:buNone/>
            </a:pPr>
            <a:r>
              <a:rPr lang="en-US" sz="2600" b="1" dirty="0"/>
              <a:t>Wait a while before sending your message.</a:t>
            </a:r>
          </a:p>
          <a:p>
            <a:r>
              <a:rPr lang="en-US" sz="2600" dirty="0"/>
              <a:t>Proofreading your own work is a risky business, even a writer and proofreader by profession, makes mistakes </a:t>
            </a:r>
          </a:p>
          <a:p>
            <a:r>
              <a:rPr lang="en-US" sz="2600" dirty="0"/>
              <a:t>The best strategy is to put writing aside for a while then look at it afresh. </a:t>
            </a:r>
          </a:p>
          <a:p>
            <a:r>
              <a:rPr lang="en-US" sz="2600" dirty="0"/>
              <a:t>It's amazing what will often just leap out at you.</a:t>
            </a:r>
          </a:p>
        </p:txBody>
      </p:sp>
    </p:spTree>
    <p:extLst>
      <p:ext uri="{BB962C8B-B14F-4D97-AF65-F5344CB8AC3E}">
        <p14:creationId xmlns:p14="http://schemas.microsoft.com/office/powerpoint/2010/main" val="2351576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85800"/>
            <a:ext cx="7498080" cy="5562600"/>
          </a:xfrm>
        </p:spPr>
        <p:txBody>
          <a:bodyPr>
            <a:normAutofit fontScale="92500" lnSpcReduction="10000"/>
          </a:bodyPr>
          <a:lstStyle/>
          <a:p>
            <a:pPr marL="82296" indent="0">
              <a:buNone/>
            </a:pPr>
            <a:r>
              <a:rPr lang="en-US" b="1" dirty="0"/>
              <a:t>Posting Your Pictures</a:t>
            </a:r>
          </a:p>
          <a:p>
            <a:r>
              <a:rPr lang="en-US" dirty="0"/>
              <a:t>Internet chats or some email providers gives you the option of posting a picture next to your name. </a:t>
            </a:r>
          </a:p>
          <a:p>
            <a:r>
              <a:rPr lang="en-US" dirty="0"/>
              <a:t>This is like of an identifying icon for you. </a:t>
            </a:r>
          </a:p>
          <a:p>
            <a:r>
              <a:rPr lang="en-US" dirty="0"/>
              <a:t>Find a picture of appropriate size, small and doesn't take up the entire screen usually a passport size.</a:t>
            </a:r>
          </a:p>
          <a:p>
            <a:r>
              <a:rPr lang="en-US" dirty="0"/>
              <a:t>Remember that a picture is going to represent your name and yourself in particular, if you want everyone in the chat to know what you look like.</a:t>
            </a:r>
          </a:p>
        </p:txBody>
      </p:sp>
    </p:spTree>
    <p:extLst>
      <p:ext uri="{BB962C8B-B14F-4D97-AF65-F5344CB8AC3E}">
        <p14:creationId xmlns:p14="http://schemas.microsoft.com/office/powerpoint/2010/main" val="1677813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81000"/>
            <a:ext cx="7498080" cy="5867400"/>
          </a:xfrm>
        </p:spPr>
        <p:txBody>
          <a:bodyPr/>
          <a:lstStyle/>
          <a:p>
            <a:pPr marL="82296" indent="0">
              <a:buNone/>
            </a:pPr>
            <a:r>
              <a:rPr lang="en-US" b="1" dirty="0"/>
              <a:t>Never give any personal information. </a:t>
            </a:r>
          </a:p>
          <a:p>
            <a:r>
              <a:rPr lang="en-US" dirty="0"/>
              <a:t>Things like your address, phone number, Social Security Number, or credit card can be used to steal your identity and/or your money. </a:t>
            </a:r>
          </a:p>
          <a:p>
            <a:r>
              <a:rPr lang="en-US" dirty="0"/>
              <a:t>This also means don’t give your password to anyone. </a:t>
            </a:r>
          </a:p>
          <a:p>
            <a:r>
              <a:rPr lang="en-US" dirty="0"/>
              <a:t>Passwords are intended to protect you, if you tell someone what it is, you’ve lost that protection. </a:t>
            </a:r>
          </a:p>
        </p:txBody>
      </p:sp>
    </p:spTree>
    <p:extLst>
      <p:ext uri="{BB962C8B-B14F-4D97-AF65-F5344CB8AC3E}">
        <p14:creationId xmlns:p14="http://schemas.microsoft.com/office/powerpoint/2010/main" val="1453946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81000"/>
            <a:ext cx="7498080" cy="5867400"/>
          </a:xfrm>
        </p:spPr>
        <p:txBody>
          <a:bodyPr/>
          <a:lstStyle/>
          <a:p>
            <a:pPr marL="82296" indent="0">
              <a:buNone/>
            </a:pPr>
            <a:r>
              <a:rPr lang="en-US" b="1" dirty="0"/>
              <a:t>Do not send personal insults (Flames). </a:t>
            </a:r>
          </a:p>
          <a:p>
            <a:r>
              <a:rPr lang="en-US" dirty="0"/>
              <a:t>Think, before you send. </a:t>
            </a:r>
          </a:p>
          <a:p>
            <a:r>
              <a:rPr lang="en-US" dirty="0"/>
              <a:t>Would you say that to someone’s face?</a:t>
            </a:r>
          </a:p>
          <a:p>
            <a:r>
              <a:rPr lang="en-US" dirty="0"/>
              <a:t>Would you want someone to talk that way to you? </a:t>
            </a:r>
          </a:p>
          <a:p>
            <a:r>
              <a:rPr lang="en-US" dirty="0"/>
              <a:t>Would this be something you want your parents or children to repeat/hear? </a:t>
            </a:r>
          </a:p>
          <a:p>
            <a:r>
              <a:rPr lang="en-US" dirty="0"/>
              <a:t>If you answered no to any of those, then don’t send it. </a:t>
            </a:r>
          </a:p>
          <a:p>
            <a:r>
              <a:rPr lang="en-US" dirty="0"/>
              <a:t>Don’t fall into being a cyber bully. </a:t>
            </a:r>
          </a:p>
        </p:txBody>
      </p:sp>
    </p:spTree>
    <p:extLst>
      <p:ext uri="{BB962C8B-B14F-4D97-AF65-F5344CB8AC3E}">
        <p14:creationId xmlns:p14="http://schemas.microsoft.com/office/powerpoint/2010/main" val="2775902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81000"/>
            <a:ext cx="7498080" cy="5867400"/>
          </a:xfrm>
        </p:spPr>
        <p:txBody>
          <a:bodyPr>
            <a:normAutofit fontScale="92500" lnSpcReduction="20000"/>
          </a:bodyPr>
          <a:lstStyle/>
          <a:p>
            <a:pPr marL="82296" indent="0">
              <a:buNone/>
            </a:pPr>
            <a:r>
              <a:rPr lang="en-US" b="1" dirty="0"/>
              <a:t>Shop only with secure web sites (https://). </a:t>
            </a:r>
          </a:p>
          <a:p>
            <a:r>
              <a:rPr lang="en-US" dirty="0"/>
              <a:t>It will not only protect you against identity theft but it’s for your personal financial safety. </a:t>
            </a:r>
          </a:p>
          <a:p>
            <a:pPr marL="82296" indent="0">
              <a:buNone/>
            </a:pPr>
            <a:r>
              <a:rPr lang="en-US" b="1" dirty="0"/>
              <a:t>Ignore pop-up windows. </a:t>
            </a:r>
          </a:p>
          <a:p>
            <a:r>
              <a:rPr lang="en-US" b="1" i="1" dirty="0"/>
              <a:t>Pop</a:t>
            </a:r>
            <a:r>
              <a:rPr lang="en-US" b="1" dirty="0"/>
              <a:t>-</a:t>
            </a:r>
            <a:r>
              <a:rPr lang="en-US" b="1" i="1" dirty="0"/>
              <a:t>ups</a:t>
            </a:r>
            <a:r>
              <a:rPr lang="en-US" dirty="0"/>
              <a:t> are forms of online advertising on the World Wide Web intended to attract web traffic or capture email addresses.</a:t>
            </a:r>
            <a:endParaRPr lang="en-US" b="1" dirty="0"/>
          </a:p>
          <a:p>
            <a:pPr lvl="1"/>
            <a:r>
              <a:rPr lang="en-US" dirty="0"/>
              <a:t>If one pops up, just close it. </a:t>
            </a:r>
          </a:p>
          <a:p>
            <a:pPr lvl="1"/>
            <a:r>
              <a:rPr lang="en-US" dirty="0"/>
              <a:t>Never follow the links, pop ups can have viruses that can lock up your computer or steal your information. </a:t>
            </a:r>
          </a:p>
          <a:p>
            <a:pPr lvl="1"/>
            <a:r>
              <a:rPr lang="en-US" dirty="0"/>
              <a:t>Be smart, and just close them </a:t>
            </a:r>
          </a:p>
        </p:txBody>
      </p:sp>
    </p:spTree>
    <p:extLst>
      <p:ext uri="{BB962C8B-B14F-4D97-AF65-F5344CB8AC3E}">
        <p14:creationId xmlns:p14="http://schemas.microsoft.com/office/powerpoint/2010/main" val="4113397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33400"/>
            <a:ext cx="7498080" cy="5715000"/>
          </a:xfrm>
        </p:spPr>
        <p:txBody>
          <a:bodyPr/>
          <a:lstStyle/>
          <a:p>
            <a:pPr marL="82296" indent="0">
              <a:buNone/>
            </a:pPr>
            <a:r>
              <a:rPr lang="en-US" sz="2800" b="1" dirty="0"/>
              <a:t>Send mature messages at work. </a:t>
            </a:r>
          </a:p>
          <a:p>
            <a:r>
              <a:rPr lang="en-US" sz="2800" dirty="0"/>
              <a:t>Don't assume any Internet communication is completely secure. </a:t>
            </a:r>
          </a:p>
          <a:p>
            <a:pPr lvl="1"/>
            <a:r>
              <a:rPr lang="en-US" dirty="0"/>
              <a:t>"Never put in a mail message anything you would not put on a postcard". </a:t>
            </a:r>
          </a:p>
          <a:p>
            <a:r>
              <a:rPr lang="en-US" sz="2800" dirty="0"/>
              <a:t>If you are forwarding or re-posting a message, don't change the original wording. </a:t>
            </a:r>
          </a:p>
          <a:p>
            <a:r>
              <a:rPr lang="en-US" sz="2800" dirty="0"/>
              <a:t>If you are replying to a message, quote only the relevant parts. </a:t>
            </a:r>
          </a:p>
          <a:p>
            <a:r>
              <a:rPr lang="en-US" sz="2800" dirty="0"/>
              <a:t>Email should have a subject header that reflects the content of the message. 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86799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04800"/>
            <a:ext cx="7498080" cy="5943600"/>
          </a:xfrm>
        </p:spPr>
        <p:txBody>
          <a:bodyPr>
            <a:normAutofit lnSpcReduction="10000"/>
          </a:bodyPr>
          <a:lstStyle/>
          <a:p>
            <a:pPr marL="82296" indent="0">
              <a:buNone/>
            </a:pPr>
            <a:r>
              <a:rPr lang="en-US" b="1" dirty="0"/>
              <a:t>Know where you are in cyberspace.</a:t>
            </a:r>
          </a:p>
          <a:p>
            <a:r>
              <a:rPr lang="en-US" dirty="0"/>
              <a:t>Always take a look around when you enter a new domain when surfing the web.</a:t>
            </a:r>
          </a:p>
          <a:p>
            <a:r>
              <a:rPr lang="en-US" dirty="0"/>
              <a:t>Get a sense of what the discussion group is about before you join it. </a:t>
            </a:r>
          </a:p>
          <a:p>
            <a:pPr marL="82296" indent="0">
              <a:buNone/>
            </a:pPr>
            <a:r>
              <a:rPr lang="en-US" b="1" dirty="0"/>
              <a:t>Respect other people’s privacy</a:t>
            </a:r>
          </a:p>
          <a:p>
            <a:r>
              <a:rPr lang="en-US" dirty="0"/>
              <a:t>Do not read other people’s emails without their permission.</a:t>
            </a:r>
          </a:p>
          <a:p>
            <a:r>
              <a:rPr lang="en-US" dirty="0"/>
              <a:t>Going through other people’s things could cost you your job or you could even go to jail.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806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33400"/>
            <a:ext cx="7498080" cy="5715000"/>
          </a:xfrm>
        </p:spPr>
        <p:txBody>
          <a:bodyPr/>
          <a:lstStyle/>
          <a:p>
            <a:pPr marL="82296" indent="0">
              <a:buNone/>
            </a:pPr>
            <a:r>
              <a:rPr lang="en-US" b="1" dirty="0"/>
              <a:t>Be forgiving of other people’s mistakes.</a:t>
            </a:r>
          </a:p>
          <a:p>
            <a:r>
              <a:rPr lang="en-US" dirty="0"/>
              <a:t>Do not point out mistakes to people online.</a:t>
            </a:r>
          </a:p>
          <a:p>
            <a:r>
              <a:rPr lang="en-US" dirty="0"/>
              <a:t>You still need to have good manners even though you are online and can not see the person face to face.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3833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098792" cy="5791200"/>
          </a:xfrm>
        </p:spPr>
        <p:txBody>
          <a:bodyPr/>
          <a:lstStyle/>
          <a:p>
            <a:pPr marL="82296" indent="0">
              <a:buNone/>
            </a:pPr>
            <a:r>
              <a:rPr lang="en-US" b="1" dirty="0"/>
              <a:t>Adhere to the same standards online that you follow in real life.</a:t>
            </a:r>
          </a:p>
          <a:p>
            <a:pPr>
              <a:lnSpc>
                <a:spcPct val="90000"/>
              </a:lnSpc>
            </a:pPr>
            <a:r>
              <a:rPr lang="en-US" dirty="0"/>
              <a:t>You need to behave the same way online that you do in real life.</a:t>
            </a:r>
          </a:p>
          <a:p>
            <a:pPr>
              <a:lnSpc>
                <a:spcPct val="90000"/>
              </a:lnSpc>
            </a:pPr>
            <a:r>
              <a:rPr lang="en-US" dirty="0"/>
              <a:t>You need to remember that you can get caught doing things you should not be doing online just like you can in real life.</a:t>
            </a:r>
          </a:p>
          <a:p>
            <a:pPr>
              <a:lnSpc>
                <a:spcPct val="90000"/>
              </a:lnSpc>
            </a:pPr>
            <a:r>
              <a:rPr lang="en-US" dirty="0"/>
              <a:t>You are still talking to a real person with feelings even though you can’t see them. 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081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Share expert knowledge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questions online</a:t>
            </a:r>
          </a:p>
          <a:p>
            <a:r>
              <a:rPr lang="en-US" dirty="0"/>
              <a:t>Share what you know online.</a:t>
            </a:r>
          </a:p>
          <a:p>
            <a:r>
              <a:rPr lang="en-US" dirty="0"/>
              <a:t>Post the answers to your questions online because someone may have the same question you do.</a:t>
            </a:r>
          </a:p>
        </p:txBody>
      </p:sp>
    </p:spTree>
    <p:extLst>
      <p:ext uri="{BB962C8B-B14F-4D97-AF65-F5344CB8AC3E}">
        <p14:creationId xmlns:p14="http://schemas.microsoft.com/office/powerpoint/2010/main" val="1282409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7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2" grpId="0"/>
      <p:bldP spid="10752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228600"/>
            <a:ext cx="7239000" cy="1219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Remember the Human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1524000" y="1600200"/>
            <a:ext cx="7315200" cy="4495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You need to remember that you are talking to a real person when you are online.</a:t>
            </a:r>
          </a:p>
          <a:p>
            <a:pPr>
              <a:lnSpc>
                <a:spcPct val="90000"/>
              </a:lnSpc>
            </a:pPr>
            <a:r>
              <a:rPr lang="en-US" sz="2800"/>
              <a:t>Internet brings people together who would otherwise never meet.</a:t>
            </a:r>
          </a:p>
          <a:p>
            <a:pPr>
              <a:lnSpc>
                <a:spcPct val="90000"/>
              </a:lnSpc>
            </a:pPr>
            <a:r>
              <a:rPr lang="en-US" sz="2800"/>
              <a:t>Remember this saying when sending an email:  Would I say this to the person’s face ?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942645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2" grpId="0"/>
      <p:bldP spid="10240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35608" y="533400"/>
            <a:ext cx="7098792" cy="5715000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US" sz="3600" dirty="0">
                <a:latin typeface="Gill Sans MT" pitchFamily="34" charset="0"/>
              </a:rPr>
              <a:t>Be very careful of copyrighted material.  </a:t>
            </a:r>
          </a:p>
          <a:p>
            <a:pPr lvl="1"/>
            <a:r>
              <a:rPr lang="en-US" sz="3600" dirty="0">
                <a:latin typeface="Gill Sans MT" pitchFamily="34" charset="0"/>
              </a:rPr>
              <a:t>You can get sued for using it without permission.</a:t>
            </a:r>
          </a:p>
          <a:p>
            <a:pPr lvl="1"/>
            <a:r>
              <a:rPr lang="en-US" sz="3600" dirty="0">
                <a:latin typeface="Gill Sans MT" pitchFamily="34" charset="0"/>
              </a:rPr>
              <a:t>If you need to download a large file, do it during non-business hours.</a:t>
            </a:r>
          </a:p>
          <a:p>
            <a:pPr lvl="1"/>
            <a:r>
              <a:rPr lang="en-US" sz="3600" dirty="0">
                <a:latin typeface="Gill Sans MT" pitchFamily="34" charset="0"/>
              </a:rPr>
              <a:t>Internet is like a highway, it has traffic jams.</a:t>
            </a:r>
          </a:p>
          <a:p>
            <a:pPr lvl="1"/>
            <a:r>
              <a:rPr lang="en-US" sz="3600" dirty="0">
                <a:latin typeface="Gill Sans MT" pitchFamily="34" charset="0"/>
              </a:rPr>
              <a:t>Don’t slow everyone else down just because you are using all the bandwidth listening to the radio online.</a:t>
            </a:r>
          </a:p>
          <a:p>
            <a:pPr lvl="2"/>
            <a:endParaRPr lang="en-US" sz="3200" b="1" dirty="0">
              <a:latin typeface="Century Schoolbook" pitchFamily="18" charset="0"/>
            </a:endParaRPr>
          </a:p>
          <a:p>
            <a:endParaRPr lang="en-US" b="1" dirty="0">
              <a:latin typeface="Century Schoolboo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0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914400"/>
            <a:ext cx="6705600" cy="51435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Gill Sans MT" pitchFamily="34" charset="0"/>
              </a:rPr>
              <a:t>Prepare to explore new places…</a:t>
            </a:r>
          </a:p>
          <a:p>
            <a:r>
              <a:rPr lang="en-US" sz="2800" b="1" dirty="0">
                <a:latin typeface="Gill Sans MT" pitchFamily="34" charset="0"/>
              </a:rPr>
              <a:t>Think of your mistakes as chances to learn something new</a:t>
            </a:r>
          </a:p>
          <a:p>
            <a:r>
              <a:rPr lang="en-US" sz="2800" b="1" dirty="0">
                <a:latin typeface="Gill Sans MT" pitchFamily="34" charset="0"/>
              </a:rPr>
              <a:t>Use your imagination</a:t>
            </a:r>
          </a:p>
          <a:p>
            <a:r>
              <a:rPr lang="en-US" sz="2800" b="1" dirty="0">
                <a:latin typeface="Gill Sans MT" pitchFamily="34" charset="0"/>
              </a:rPr>
              <a:t>Ask for help (and be sure to say thanks!)</a:t>
            </a:r>
          </a:p>
          <a:p>
            <a:r>
              <a:rPr lang="en-US" sz="2800" b="1" dirty="0">
                <a:latin typeface="Gill Sans MT" pitchFamily="34" charset="0"/>
              </a:rPr>
              <a:t>Show people the same respect you would if they were sitting right next to you</a:t>
            </a:r>
          </a:p>
          <a:p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70248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0" presetID="17" presetClass="entr" presetSubtype="1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5" presetID="17" presetClass="entr" presetSubtype="1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20" presetID="17" presetClass="entr" presetSubtype="1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25" presetID="17" presetClass="entr" presetSubtype="1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 autoUpdateAnimBg="0" advAuto="300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1435608" y="274320"/>
            <a:ext cx="7498080" cy="716280"/>
          </a:xfrm>
        </p:spPr>
        <p:txBody>
          <a:bodyPr>
            <a:normAutofit/>
          </a:bodyPr>
          <a:lstStyle/>
          <a:p>
            <a:r>
              <a:rPr lang="en-US" sz="3600" dirty="0"/>
              <a:t>Email Etiquette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35608" y="1295400"/>
            <a:ext cx="6870192" cy="489204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dirty="0"/>
              <a:t>Check your email daily</a:t>
            </a:r>
          </a:p>
          <a:p>
            <a:pPr>
              <a:lnSpc>
                <a:spcPct val="80000"/>
              </a:lnSpc>
            </a:pPr>
            <a:r>
              <a:rPr lang="en-US" dirty="0"/>
              <a:t>Delete unwanted messages.</a:t>
            </a:r>
          </a:p>
          <a:p>
            <a:pPr>
              <a:lnSpc>
                <a:spcPct val="80000"/>
              </a:lnSpc>
            </a:pPr>
            <a:r>
              <a:rPr lang="en-US" dirty="0"/>
              <a:t>Keep messages in your inbox to a minimum.</a:t>
            </a:r>
          </a:p>
          <a:p>
            <a:pPr>
              <a:lnSpc>
                <a:spcPct val="80000"/>
              </a:lnSpc>
            </a:pPr>
            <a:r>
              <a:rPr lang="en-US" dirty="0"/>
              <a:t>Mail messages can be downloaded and saved for future references.</a:t>
            </a:r>
          </a:p>
          <a:p>
            <a:pPr>
              <a:lnSpc>
                <a:spcPct val="80000"/>
              </a:lnSpc>
            </a:pPr>
            <a:r>
              <a:rPr lang="en-US" dirty="0"/>
              <a:t>Use common sense.  </a:t>
            </a:r>
          </a:p>
          <a:p>
            <a:pPr>
              <a:lnSpc>
                <a:spcPct val="80000"/>
              </a:lnSpc>
            </a:pPr>
            <a:r>
              <a:rPr lang="en-US" dirty="0"/>
              <a:t>Proof read messages before sending.</a:t>
            </a:r>
          </a:p>
          <a:p>
            <a:pPr>
              <a:lnSpc>
                <a:spcPct val="80000"/>
              </a:lnSpc>
            </a:pPr>
            <a:r>
              <a:rPr lang="en-US" dirty="0"/>
              <a:t>Typing in all CAPITAL letters in an email is equivalent to shouting.</a:t>
            </a:r>
          </a:p>
          <a:p>
            <a:pPr>
              <a:lnSpc>
                <a:spcPct val="80000"/>
              </a:lnSpc>
            </a:pPr>
            <a:r>
              <a:rPr lang="en-US" dirty="0"/>
              <a:t>Use spell check and check grammar before sending. </a:t>
            </a:r>
          </a:p>
          <a:p>
            <a:pPr>
              <a:lnSpc>
                <a:spcPct val="80000"/>
              </a:lnSpc>
            </a:pPr>
            <a:r>
              <a:rPr lang="en-US" dirty="0"/>
              <a:t>Use proper punctuation.</a:t>
            </a:r>
          </a:p>
          <a:p>
            <a:pPr>
              <a:lnSpc>
                <a:spcPct val="80000"/>
              </a:lnSpc>
            </a:pPr>
            <a:endParaRPr lang="en-US" sz="2400" dirty="0"/>
          </a:p>
          <a:p>
            <a:pPr>
              <a:lnSpc>
                <a:spcPct val="8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3400102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6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112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112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98" decel="100000" fill="hold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98" decel="100000" fill="hold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898" decel="100000" fill="hold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98" decel="100000" fill="hold"/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898" decel="100000" fill="hold"/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12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12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898" decel="100000" fill="hold"/>
                                        <p:tgtEl>
                                          <p:spTgt spid="112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12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12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898" decel="100000" fill="hold"/>
                                        <p:tgtEl>
                                          <p:spTgt spid="112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2" grpId="0"/>
      <p:bldP spid="11264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335</TotalTime>
  <Words>1362</Words>
  <Application>Microsoft Office PowerPoint</Application>
  <PresentationFormat>On-screen Show (4:3)</PresentationFormat>
  <Paragraphs>115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Century Schoolbook</vt:lpstr>
      <vt:lpstr>Gill Sans MT</vt:lpstr>
      <vt:lpstr>Verdana</vt:lpstr>
      <vt:lpstr>Wingdings 2</vt:lpstr>
      <vt:lpstr>Solstice</vt:lpstr>
      <vt:lpstr>Netiquette</vt:lpstr>
      <vt:lpstr>E-mail Etiquette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Share expert knowledge</vt:lpstr>
      <vt:lpstr>Remember the Human</vt:lpstr>
      <vt:lpstr>PowerPoint Presentation</vt:lpstr>
      <vt:lpstr>PowerPoint Presentation</vt:lpstr>
      <vt:lpstr>Email Etiquette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NET-ETIQUETTE</dc:title>
  <dc:creator>FAIR</dc:creator>
  <cp:lastModifiedBy>LOMIE</cp:lastModifiedBy>
  <cp:revision>26</cp:revision>
  <dcterms:created xsi:type="dcterms:W3CDTF">2014-10-29T12:35:10Z</dcterms:created>
  <dcterms:modified xsi:type="dcterms:W3CDTF">2018-12-14T13:37:09Z</dcterms:modified>
</cp:coreProperties>
</file>