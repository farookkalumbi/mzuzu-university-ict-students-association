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theme/theme2.xml" ContentType="application/vnd.openxmlformats-officedocument.theme+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theme/theme3.xml" ContentType="application/vnd.openxmlformats-officedocument.theme+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theme/theme4.xml" ContentType="application/vnd.openxmlformats-officedocument.theme+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theme/theme5.xml" ContentType="application/vnd.openxmlformats-officedocument.theme+xml"/>
  <Override PartName="/ppt/theme/theme6.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 id="2147483665" r:id="rId2"/>
    <p:sldMasterId id="2147483682" r:id="rId3"/>
    <p:sldMasterId id="2147483728" r:id="rId4"/>
    <p:sldMasterId id="2147483746" r:id="rId5"/>
  </p:sldMasterIdLst>
  <p:notesMasterIdLst>
    <p:notesMasterId r:id="rId33"/>
  </p:notesMasterIdLst>
  <p:sldIdLst>
    <p:sldId id="281" r:id="rId6"/>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5" r:id="rId22"/>
    <p:sldId id="271" r:id="rId23"/>
    <p:sldId id="272" r:id="rId24"/>
    <p:sldId id="273" r:id="rId25"/>
    <p:sldId id="274" r:id="rId26"/>
    <p:sldId id="276" r:id="rId27"/>
    <p:sldId id="277" r:id="rId28"/>
    <p:sldId id="278" r:id="rId29"/>
    <p:sldId id="279" r:id="rId30"/>
    <p:sldId id="280" r:id="rId31"/>
    <p:sldId id="282" r:id="rId3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544" autoAdjust="0"/>
    <p:restoredTop sz="94660"/>
  </p:normalViewPr>
  <p:slideViewPr>
    <p:cSldViewPr snapToGrid="0">
      <p:cViewPr>
        <p:scale>
          <a:sx n="75" d="100"/>
          <a:sy n="75" d="100"/>
        </p:scale>
        <p:origin x="54" y="34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3.xml"/><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slide" Target="slides/slide21.xml"/><Relationship Id="rId3" Type="http://schemas.openxmlformats.org/officeDocument/2006/relationships/slideMaster" Target="slideMasters/slideMaster3.xml"/><Relationship Id="rId21" Type="http://schemas.openxmlformats.org/officeDocument/2006/relationships/slide" Target="slides/slide16.xml"/><Relationship Id="rId34" Type="http://schemas.openxmlformats.org/officeDocument/2006/relationships/presProps" Target="presProps.xml"/><Relationship Id="rId7" Type="http://schemas.openxmlformats.org/officeDocument/2006/relationships/slide" Target="slides/slide2.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notesMaster" Target="notesMasters/notesMaster1.xml"/><Relationship Id="rId2" Type="http://schemas.openxmlformats.org/officeDocument/2006/relationships/slideMaster" Target="slideMasters/slideMaster2.xml"/><Relationship Id="rId16" Type="http://schemas.openxmlformats.org/officeDocument/2006/relationships/slide" Target="slides/slide11.xml"/><Relationship Id="rId20" Type="http://schemas.openxmlformats.org/officeDocument/2006/relationships/slide" Target="slides/slide15.xml"/><Relationship Id="rId29" Type="http://schemas.openxmlformats.org/officeDocument/2006/relationships/slide" Target="slides/slide24.xml"/><Relationship Id="rId1" Type="http://schemas.openxmlformats.org/officeDocument/2006/relationships/slideMaster" Target="slideMasters/slideMaster1.xml"/><Relationship Id="rId6" Type="http://schemas.openxmlformats.org/officeDocument/2006/relationships/slide" Target="slides/slide1.xml"/><Relationship Id="rId11" Type="http://schemas.openxmlformats.org/officeDocument/2006/relationships/slide" Target="slides/slide6.xml"/><Relationship Id="rId24" Type="http://schemas.openxmlformats.org/officeDocument/2006/relationships/slide" Target="slides/slide19.xml"/><Relationship Id="rId32" Type="http://schemas.openxmlformats.org/officeDocument/2006/relationships/slide" Target="slides/slide27.xml"/><Relationship Id="rId37" Type="http://schemas.openxmlformats.org/officeDocument/2006/relationships/tableStyles" Target="tableStyles.xml"/><Relationship Id="rId5" Type="http://schemas.openxmlformats.org/officeDocument/2006/relationships/slideMaster" Target="slideMasters/slideMaster5.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36" Type="http://schemas.openxmlformats.org/officeDocument/2006/relationships/theme" Target="theme/theme1.xml"/><Relationship Id="rId10" Type="http://schemas.openxmlformats.org/officeDocument/2006/relationships/slide" Target="slides/slide5.xml"/><Relationship Id="rId19" Type="http://schemas.openxmlformats.org/officeDocument/2006/relationships/slide" Target="slides/slide14.xml"/><Relationship Id="rId31" Type="http://schemas.openxmlformats.org/officeDocument/2006/relationships/slide" Target="slides/slide26.xml"/><Relationship Id="rId4" Type="http://schemas.openxmlformats.org/officeDocument/2006/relationships/slideMaster" Target="slideMasters/slideMaster4.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slide" Target="slides/slide25.xml"/><Relationship Id="rId35"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6.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ZA"/>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6C5FC6A-721E-4317-AFD8-D6E6BC649821}" type="datetimeFigureOut">
              <a:rPr lang="en-ZA" smtClean="0"/>
              <a:t>2022/07/19</a:t>
            </a:fld>
            <a:endParaRPr lang="en-ZA"/>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ZA"/>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ZA"/>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ZA"/>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20365FC-3E7D-4B57-8C5A-952E86737017}" type="slidenum">
              <a:rPr lang="en-ZA" smtClean="0"/>
              <a:t>‹#›</a:t>
            </a:fld>
            <a:endParaRPr lang="en-ZA"/>
          </a:p>
        </p:txBody>
      </p:sp>
    </p:spTree>
    <p:extLst>
      <p:ext uri="{BB962C8B-B14F-4D97-AF65-F5344CB8AC3E}">
        <p14:creationId xmlns:p14="http://schemas.microsoft.com/office/powerpoint/2010/main" val="210013823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ZA"/>
          </a:p>
        </p:txBody>
      </p:sp>
      <p:sp>
        <p:nvSpPr>
          <p:cNvPr id="4" name="Slide Number Placeholder 3"/>
          <p:cNvSpPr>
            <a:spLocks noGrp="1"/>
          </p:cNvSpPr>
          <p:nvPr>
            <p:ph type="sldNum" sz="quarter" idx="10"/>
          </p:nvPr>
        </p:nvSpPr>
        <p:spPr/>
        <p:txBody>
          <a:bodyPr/>
          <a:lstStyle/>
          <a:p>
            <a:fld id="{720365FC-3E7D-4B57-8C5A-952E86737017}" type="slidenum">
              <a:rPr lang="en-ZA" smtClean="0"/>
              <a:t>3</a:t>
            </a:fld>
            <a:endParaRPr lang="en-ZA"/>
          </a:p>
        </p:txBody>
      </p:sp>
    </p:spTree>
    <p:extLst>
      <p:ext uri="{BB962C8B-B14F-4D97-AF65-F5344CB8AC3E}">
        <p14:creationId xmlns:p14="http://schemas.microsoft.com/office/powerpoint/2010/main" val="185248664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ZA"/>
          </a:p>
        </p:txBody>
      </p:sp>
      <p:sp>
        <p:nvSpPr>
          <p:cNvPr id="4" name="Slide Number Placeholder 3"/>
          <p:cNvSpPr>
            <a:spLocks noGrp="1"/>
          </p:cNvSpPr>
          <p:nvPr>
            <p:ph type="sldNum" sz="quarter" idx="10"/>
          </p:nvPr>
        </p:nvSpPr>
        <p:spPr/>
        <p:txBody>
          <a:bodyPr/>
          <a:lstStyle/>
          <a:p>
            <a:fld id="{720365FC-3E7D-4B57-8C5A-952E86737017}" type="slidenum">
              <a:rPr lang="en-ZA" smtClean="0"/>
              <a:t>6</a:t>
            </a:fld>
            <a:endParaRPr lang="en-ZA"/>
          </a:p>
        </p:txBody>
      </p:sp>
    </p:spTree>
    <p:extLst>
      <p:ext uri="{BB962C8B-B14F-4D97-AF65-F5344CB8AC3E}">
        <p14:creationId xmlns:p14="http://schemas.microsoft.com/office/powerpoint/2010/main" val="387721836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589213" y="2514600"/>
            <a:ext cx="8915399" cy="2262781"/>
          </a:xfrm>
        </p:spPr>
        <p:txBody>
          <a:bodyPr anchor="b">
            <a:normAutofit/>
          </a:bodyPr>
          <a:lstStyle>
            <a:lvl1pPr>
              <a:defRPr sz="5400"/>
            </a:lvl1pPr>
          </a:lstStyle>
          <a:p>
            <a:r>
              <a:rPr lang="en-US" smtClean="0"/>
              <a:t>Click to edit Master title style</a:t>
            </a:r>
            <a:endParaRPr lang="en-US" dirty="0"/>
          </a:p>
        </p:txBody>
      </p:sp>
      <p:sp>
        <p:nvSpPr>
          <p:cNvPr id="3" name="Subtitle 2"/>
          <p:cNvSpPr>
            <a:spLocks noGrp="1"/>
          </p:cNvSpPr>
          <p:nvPr>
            <p:ph type="subTitle" idx="1"/>
          </p:nvPr>
        </p:nvSpPr>
        <p:spPr>
          <a:xfrm>
            <a:off x="2589213" y="4777379"/>
            <a:ext cx="8915399" cy="1126283"/>
          </a:xfrm>
        </p:spPr>
        <p:txBody>
          <a:bodyPr anchor="t"/>
          <a:lstStyle>
            <a:lvl1pPr marL="0" indent="0" algn="l">
              <a:buNone/>
              <a:defRPr>
                <a:solidFill>
                  <a:schemeClr val="tx1">
                    <a:lumMod val="65000"/>
                    <a:lumOff val="3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7/19/2022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7" name="Freeform 6"/>
          <p:cNvSpPr/>
          <p:nvPr/>
        </p:nvSpPr>
        <p:spPr bwMode="auto">
          <a:xfrm>
            <a:off x="0" y="4323810"/>
            <a:ext cx="1744652" cy="778589"/>
          </a:xfrm>
          <a:custGeom>
            <a:avLst/>
            <a:gdLst/>
            <a:ahLst/>
            <a:cxnLst/>
            <a:rect l="0" t="0" r="r" b="b"/>
            <a:pathLst>
              <a:path w="372" h="166">
                <a:moveTo>
                  <a:pt x="287" y="166"/>
                </a:moveTo>
                <a:cubicBezTo>
                  <a:pt x="290" y="166"/>
                  <a:pt x="292" y="165"/>
                  <a:pt x="293" y="164"/>
                </a:cubicBezTo>
                <a:cubicBezTo>
                  <a:pt x="293" y="163"/>
                  <a:pt x="294" y="163"/>
                  <a:pt x="294" y="163"/>
                </a:cubicBezTo>
                <a:cubicBezTo>
                  <a:pt x="370" y="87"/>
                  <a:pt x="370" y="87"/>
                  <a:pt x="370" y="87"/>
                </a:cubicBezTo>
                <a:cubicBezTo>
                  <a:pt x="372" y="85"/>
                  <a:pt x="372" y="81"/>
                  <a:pt x="370" y="78"/>
                </a:cubicBezTo>
                <a:cubicBezTo>
                  <a:pt x="294" y="3"/>
                  <a:pt x="294" y="3"/>
                  <a:pt x="294" y="3"/>
                </a:cubicBezTo>
                <a:cubicBezTo>
                  <a:pt x="294" y="2"/>
                  <a:pt x="293" y="2"/>
                  <a:pt x="293" y="2"/>
                </a:cubicBezTo>
                <a:cubicBezTo>
                  <a:pt x="292" y="1"/>
                  <a:pt x="290" y="0"/>
                  <a:pt x="287" y="0"/>
                </a:cubicBezTo>
                <a:cubicBezTo>
                  <a:pt x="0" y="0"/>
                  <a:pt x="0" y="0"/>
                  <a:pt x="0" y="0"/>
                </a:cubicBezTo>
                <a:cubicBezTo>
                  <a:pt x="0" y="166"/>
                  <a:pt x="0" y="166"/>
                  <a:pt x="0" y="166"/>
                </a:cubicBezTo>
                <a:lnTo>
                  <a:pt x="287" y="166"/>
                </a:lnTo>
                <a:close/>
              </a:path>
            </a:pathLst>
          </a:custGeom>
          <a:solidFill>
            <a:schemeClr val="accent1"/>
          </a:solidFill>
          <a:ln>
            <a:noFill/>
          </a:ln>
        </p:spPr>
      </p:sp>
      <p:sp>
        <p:nvSpPr>
          <p:cNvPr id="6" name="Slide Number Placeholder 5"/>
          <p:cNvSpPr>
            <a:spLocks noGrp="1"/>
          </p:cNvSpPr>
          <p:nvPr>
            <p:ph type="sldNum" sz="quarter" idx="12"/>
          </p:nvPr>
        </p:nvSpPr>
        <p:spPr>
          <a:xfrm>
            <a:off x="531812" y="4529540"/>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1280890"/>
          </a:xfrm>
        </p:spPr>
        <p:txBody>
          <a:bodyPr/>
          <a:lstStyle/>
          <a:p>
            <a:r>
              <a:rPr lang="en-US" smtClean="0"/>
              <a:t>Click to edit Master title style</a:t>
            </a:r>
            <a:endParaRPr lang="en-US" dirty="0"/>
          </a:p>
        </p:txBody>
      </p:sp>
      <p:sp>
        <p:nvSpPr>
          <p:cNvPr id="3" name="Content Placeholder 2"/>
          <p:cNvSpPr>
            <a:spLocks noGrp="1"/>
          </p:cNvSpPr>
          <p:nvPr>
            <p:ph idx="1"/>
          </p:nvPr>
        </p:nvSpPr>
        <p:spPr>
          <a:xfrm>
            <a:off x="2589212" y="2133600"/>
            <a:ext cx="8915400" cy="3777622"/>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7/19/2022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589212" y="2058750"/>
            <a:ext cx="8915399" cy="1468800"/>
          </a:xfrm>
        </p:spPr>
        <p:txBody>
          <a:bodyPr anchor="b"/>
          <a:lstStyle>
            <a:lvl1pPr algn="l">
              <a:defRPr sz="40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2589212" y="3530129"/>
            <a:ext cx="8915399" cy="860400"/>
          </a:xfrm>
        </p:spPr>
        <p:txBody>
          <a:bodyPr anchor="t"/>
          <a:lstStyle>
            <a:lvl1pPr marL="0" indent="0" algn="l">
              <a:buNone/>
              <a:defRPr sz="20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7/19/2022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2589212" y="2133600"/>
            <a:ext cx="4313864" cy="3777622"/>
          </a:xfrm>
        </p:spPr>
        <p:txBody>
          <a:bodyP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7190747" y="2126222"/>
            <a:ext cx="4313864" cy="3777622"/>
          </a:xfrm>
        </p:spPr>
        <p:txBody>
          <a:bodyP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B61BEF0D-F0BB-DE4B-95CE-6DB70DBA9567}" type="datetimeFigureOut">
              <a:rPr lang="en-US" dirty="0"/>
              <a:pPr/>
              <a:t>7/19/2022</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10"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1" name="Slide Number Placeholder 5"/>
          <p:cNvSpPr>
            <a:spLocks noGrp="1"/>
          </p:cNvSpPr>
          <p:nvPr>
            <p:ph type="sldNum" sz="quarter" idx="12"/>
          </p:nvPr>
        </p:nvSpPr>
        <p:spPr>
          <a:xfrm>
            <a:off x="531812" y="787782"/>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smtClean="0"/>
              <a:t>Click to edit Master title style</a:t>
            </a:r>
            <a:endParaRPr lang="en-US" dirty="0"/>
          </a:p>
        </p:txBody>
      </p:sp>
      <p:sp>
        <p:nvSpPr>
          <p:cNvPr id="3" name="Text Placeholder 2"/>
          <p:cNvSpPr>
            <a:spLocks noGrp="1"/>
          </p:cNvSpPr>
          <p:nvPr>
            <p:ph type="body" idx="1"/>
          </p:nvPr>
        </p:nvSpPr>
        <p:spPr>
          <a:xfrm>
            <a:off x="2939373" y="1972703"/>
            <a:ext cx="399273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2589212" y="2548966"/>
            <a:ext cx="4342893" cy="3354060"/>
          </a:xfrm>
        </p:spPr>
        <p:txBody>
          <a:bodyP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7506629" y="1969475"/>
            <a:ext cx="3999001"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7166957" y="2545738"/>
            <a:ext cx="4338674" cy="3354060"/>
          </a:xfrm>
        </p:spPr>
        <p:txBody>
          <a:bodyP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dirty="0"/>
              <a:pPr/>
              <a:t>7/19/2022</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12"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3" name="Slide Number Placeholder 5"/>
          <p:cNvSpPr>
            <a:spLocks noGrp="1"/>
          </p:cNvSpPr>
          <p:nvPr>
            <p:ph type="sldNum" sz="quarter" idx="12"/>
          </p:nvPr>
        </p:nvSpPr>
        <p:spPr>
          <a:xfrm>
            <a:off x="531812" y="787782"/>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dirty="0"/>
              <a:pPr/>
              <a:t>7/19/2022</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7"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5" name="Slide Number Placeholder 4"/>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dirty="0"/>
              <a:pPr/>
              <a:t>7/19/2022</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6"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4" name="Slide Number Placeholder 3"/>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446088"/>
            <a:ext cx="3505199" cy="976312"/>
          </a:xfrm>
        </p:spPr>
        <p:txBody>
          <a:bodyPr anchor="b"/>
          <a:lstStyle>
            <a:lvl1pPr algn="l">
              <a:defRPr sz="2000" b="0"/>
            </a:lvl1pPr>
          </a:lstStyle>
          <a:p>
            <a:r>
              <a:rPr lang="en-US" smtClean="0"/>
              <a:t>Click to edit Master title style</a:t>
            </a:r>
            <a:endParaRPr lang="en-US" dirty="0"/>
          </a:p>
        </p:txBody>
      </p:sp>
      <p:sp>
        <p:nvSpPr>
          <p:cNvPr id="3" name="Content Placeholder 2"/>
          <p:cNvSpPr>
            <a:spLocks noGrp="1"/>
          </p:cNvSpPr>
          <p:nvPr>
            <p:ph idx="1"/>
          </p:nvPr>
        </p:nvSpPr>
        <p:spPr>
          <a:xfrm>
            <a:off x="6323012" y="446088"/>
            <a:ext cx="5181600" cy="5414963"/>
          </a:xfrm>
        </p:spPr>
        <p:txBody>
          <a:bodyPr anchor="ct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2589212" y="1598613"/>
            <a:ext cx="3505199" cy="426243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7/19/2022</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9"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3" y="4800600"/>
            <a:ext cx="8915400" cy="566738"/>
          </a:xfrm>
        </p:spPr>
        <p:txBody>
          <a:bodyPr anchor="b">
            <a:normAutofit/>
          </a:bodyPr>
          <a:lstStyle>
            <a:lvl1pPr algn="l">
              <a:defRPr sz="2400" b="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2589212" y="634965"/>
            <a:ext cx="8915400" cy="3854970"/>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4" name="Text Placeholder 3"/>
          <p:cNvSpPr>
            <a:spLocks noGrp="1"/>
          </p:cNvSpPr>
          <p:nvPr>
            <p:ph type="body" sz="half" idx="2"/>
          </p:nvPr>
        </p:nvSpPr>
        <p:spPr>
          <a:xfrm>
            <a:off x="2589213" y="5367338"/>
            <a:ext cx="8915400"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7/19/2022</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609600"/>
            <a:ext cx="8915399" cy="3117040"/>
          </a:xfrm>
        </p:spPr>
        <p:txBody>
          <a:bodyPr anchor="ctr">
            <a:normAutofit/>
          </a:bodyPr>
          <a:lstStyle>
            <a:lvl1pPr algn="l">
              <a:defRPr sz="48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7/19/2022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smtClean="0"/>
              <a:t>Click to edit Master title style</a:t>
            </a:r>
            <a:endParaRPr lang="en-US" dirty="0"/>
          </a:p>
        </p:txBody>
      </p:sp>
      <p:sp>
        <p:nvSpPr>
          <p:cNvPr id="13" name="Text Placeholder 9"/>
          <p:cNvSpPr>
            <a:spLocks noGrp="1"/>
          </p:cNvSpPr>
          <p:nvPr>
            <p:ph type="body" sz="quarter" idx="13"/>
          </p:nvPr>
        </p:nvSpPr>
        <p:spPr>
          <a:xfrm>
            <a:off x="3275012" y="3505200"/>
            <a:ext cx="753655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Click to edit Master text styles</a:t>
            </a:r>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7/19/2022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11"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D57F1E4F-1CFF-5643-939E-217C01CDF565}" type="slidenum">
              <a:rPr lang="en-US" dirty="0"/>
              <a:pPr/>
              <a:t>‹#›</a:t>
            </a:fld>
            <a:endParaRPr lang="en-US" dirty="0"/>
          </a:p>
        </p:txBody>
      </p:sp>
      <p:sp>
        <p:nvSpPr>
          <p:cNvPr id="14" name="TextBox 13"/>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5" name="TextBox 14"/>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2589213" y="2438400"/>
            <a:ext cx="8915400" cy="2724845"/>
          </a:xfrm>
        </p:spPr>
        <p:txBody>
          <a:bodyPr anchor="b">
            <a:normAutofit/>
          </a:bodyPr>
          <a:lstStyle>
            <a:lvl1pPr algn="l">
              <a:defRPr sz="4800" b="0"/>
            </a:lvl1pPr>
          </a:lstStyle>
          <a:p>
            <a:r>
              <a:rPr lang="en-US" smtClean="0"/>
              <a:t>Click to edit Master title style</a:t>
            </a:r>
            <a:endParaRPr lang="en-US" dirty="0"/>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smtClean="0"/>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7/19/2022</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smtClean="0"/>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Click to 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smtClean="0"/>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7/19/2022</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11"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D57F1E4F-1CFF-5643-939E-217C01CDF565}" type="slidenum">
              <a:rPr lang="en-US" dirty="0"/>
              <a:pPr/>
              <a:t>‹#›</a:t>
            </a:fld>
            <a:endParaRPr lang="en-US" dirty="0"/>
          </a:p>
        </p:txBody>
      </p:sp>
      <p:sp>
        <p:nvSpPr>
          <p:cNvPr id="17" name="TextBox 16"/>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8" name="TextBox 17"/>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2589212" y="627407"/>
            <a:ext cx="8915399" cy="2880020"/>
          </a:xfrm>
        </p:spPr>
        <p:txBody>
          <a:bodyPr anchor="ctr">
            <a:normAutofit/>
          </a:bodyPr>
          <a:lstStyle>
            <a:lvl1pPr algn="l">
              <a:defRPr sz="4800" b="0"/>
            </a:lvl1pPr>
          </a:lstStyle>
          <a:p>
            <a:r>
              <a:rPr lang="en-US" smtClean="0"/>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Click to 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smtClean="0"/>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7/19/2022</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7/19/2022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294812" y="627405"/>
            <a:ext cx="2207601" cy="5283817"/>
          </a:xfrm>
        </p:spPr>
        <p:txBody>
          <a:bodyPr vert="eaVert" anchor="ctr"/>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2589212" y="627405"/>
            <a:ext cx="6477000" cy="5283817"/>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7/19/2022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smtClean="0"/>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7/19/2022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253875781"/>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en-US"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7/19/2022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812474507"/>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7/19/2022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304084606"/>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B61BEF0D-F0BB-DE4B-95CE-6DB70DBA9567}" type="datetimeFigureOut">
              <a:rPr lang="en-US" smtClean="0"/>
              <a:pPr/>
              <a:t>7/19/2022</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337252242"/>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smtClean="0"/>
              <a:pPr/>
              <a:t>7/19/2022</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181306669"/>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smtClean="0"/>
              <a:pPr/>
              <a:t>7/19/2022</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360122447"/>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smtClean="0"/>
              <a:pPr/>
              <a:t>7/19/2022</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865417445"/>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smtClean="0"/>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smtClean="0"/>
              <a:pPr/>
              <a:t>7/19/2022</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107447741"/>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smtClean="0"/>
              <a:pPr/>
              <a:t>7/19/2022</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03020373"/>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7/19/2022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556020740"/>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smtClean="0"/>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7/19/2022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0" name="TextBox 19"/>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2" name="TextBox 21"/>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latin typeface="Arial"/>
              </a:rPr>
              <a:t>”</a:t>
            </a:r>
            <a:endParaRPr lang="en-US" dirty="0">
              <a:solidFill>
                <a:schemeClr val="accent1">
                  <a:lumMod val="60000"/>
                  <a:lumOff val="40000"/>
                </a:schemeClr>
              </a:solidFill>
              <a:latin typeface="Arial"/>
            </a:endParaRPr>
          </a:p>
        </p:txBody>
      </p:sp>
    </p:spTree>
    <p:extLst>
      <p:ext uri="{BB962C8B-B14F-4D97-AF65-F5344CB8AC3E}">
        <p14:creationId xmlns:p14="http://schemas.microsoft.com/office/powerpoint/2010/main" val="2683308722"/>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7/19/2022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555732729"/>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smtClean="0"/>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7/19/2022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781780345"/>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smtClean="0"/>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7/19/2022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920137016"/>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7/19/2022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464465821"/>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7/19/2022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667070519"/>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589213" y="2514600"/>
            <a:ext cx="8915399" cy="2262781"/>
          </a:xfrm>
        </p:spPr>
        <p:txBody>
          <a:bodyPr anchor="b">
            <a:normAutofit/>
          </a:bodyPr>
          <a:lstStyle>
            <a:lvl1pPr>
              <a:defRPr sz="5400"/>
            </a:lvl1pPr>
          </a:lstStyle>
          <a:p>
            <a:r>
              <a:rPr lang="en-US" smtClean="0"/>
              <a:t>Click to edit Master title style</a:t>
            </a:r>
            <a:endParaRPr lang="en-US" dirty="0"/>
          </a:p>
        </p:txBody>
      </p:sp>
      <p:sp>
        <p:nvSpPr>
          <p:cNvPr id="3" name="Subtitle 2"/>
          <p:cNvSpPr>
            <a:spLocks noGrp="1"/>
          </p:cNvSpPr>
          <p:nvPr>
            <p:ph type="subTitle" idx="1"/>
          </p:nvPr>
        </p:nvSpPr>
        <p:spPr>
          <a:xfrm>
            <a:off x="2589213" y="4777379"/>
            <a:ext cx="8915399" cy="1126283"/>
          </a:xfrm>
        </p:spPr>
        <p:txBody>
          <a:bodyPr anchor="t"/>
          <a:lstStyle>
            <a:lvl1pPr marL="0" indent="0" algn="l">
              <a:buNone/>
              <a:defRPr>
                <a:solidFill>
                  <a:schemeClr val="tx1">
                    <a:lumMod val="65000"/>
                    <a:lumOff val="3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7/19/2022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7" name="Freeform 6"/>
          <p:cNvSpPr/>
          <p:nvPr/>
        </p:nvSpPr>
        <p:spPr bwMode="auto">
          <a:xfrm>
            <a:off x="0" y="4323810"/>
            <a:ext cx="1744652" cy="778589"/>
          </a:xfrm>
          <a:custGeom>
            <a:avLst/>
            <a:gdLst/>
            <a:ahLst/>
            <a:cxnLst/>
            <a:rect l="0" t="0" r="r" b="b"/>
            <a:pathLst>
              <a:path w="372" h="166">
                <a:moveTo>
                  <a:pt x="287" y="166"/>
                </a:moveTo>
                <a:cubicBezTo>
                  <a:pt x="290" y="166"/>
                  <a:pt x="292" y="165"/>
                  <a:pt x="293" y="164"/>
                </a:cubicBezTo>
                <a:cubicBezTo>
                  <a:pt x="293" y="163"/>
                  <a:pt x="294" y="163"/>
                  <a:pt x="294" y="163"/>
                </a:cubicBezTo>
                <a:cubicBezTo>
                  <a:pt x="370" y="87"/>
                  <a:pt x="370" y="87"/>
                  <a:pt x="370" y="87"/>
                </a:cubicBezTo>
                <a:cubicBezTo>
                  <a:pt x="372" y="85"/>
                  <a:pt x="372" y="81"/>
                  <a:pt x="370" y="78"/>
                </a:cubicBezTo>
                <a:cubicBezTo>
                  <a:pt x="294" y="3"/>
                  <a:pt x="294" y="3"/>
                  <a:pt x="294" y="3"/>
                </a:cubicBezTo>
                <a:cubicBezTo>
                  <a:pt x="294" y="2"/>
                  <a:pt x="293" y="2"/>
                  <a:pt x="293" y="2"/>
                </a:cubicBezTo>
                <a:cubicBezTo>
                  <a:pt x="292" y="1"/>
                  <a:pt x="290" y="0"/>
                  <a:pt x="287" y="0"/>
                </a:cubicBezTo>
                <a:cubicBezTo>
                  <a:pt x="0" y="0"/>
                  <a:pt x="0" y="0"/>
                  <a:pt x="0" y="0"/>
                </a:cubicBezTo>
                <a:cubicBezTo>
                  <a:pt x="0" y="166"/>
                  <a:pt x="0" y="166"/>
                  <a:pt x="0" y="166"/>
                </a:cubicBezTo>
                <a:lnTo>
                  <a:pt x="287" y="166"/>
                </a:lnTo>
                <a:close/>
              </a:path>
            </a:pathLst>
          </a:custGeom>
          <a:solidFill>
            <a:schemeClr val="accent1"/>
          </a:solidFill>
          <a:ln>
            <a:noFill/>
          </a:ln>
        </p:spPr>
      </p:sp>
      <p:sp>
        <p:nvSpPr>
          <p:cNvPr id="6" name="Slide Number Placeholder 5"/>
          <p:cNvSpPr>
            <a:spLocks noGrp="1"/>
          </p:cNvSpPr>
          <p:nvPr>
            <p:ph type="sldNum" sz="quarter" idx="12"/>
          </p:nvPr>
        </p:nvSpPr>
        <p:spPr>
          <a:xfrm>
            <a:off x="531812" y="4529540"/>
            <a:ext cx="779767" cy="365125"/>
          </a:xfrm>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691017366"/>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1280890"/>
          </a:xfrm>
        </p:spPr>
        <p:txBody>
          <a:bodyPr/>
          <a:lstStyle/>
          <a:p>
            <a:r>
              <a:rPr lang="en-US" smtClean="0"/>
              <a:t>Click to edit Master title style</a:t>
            </a:r>
            <a:endParaRPr lang="en-US" dirty="0"/>
          </a:p>
        </p:txBody>
      </p:sp>
      <p:sp>
        <p:nvSpPr>
          <p:cNvPr id="3" name="Content Placeholder 2"/>
          <p:cNvSpPr>
            <a:spLocks noGrp="1"/>
          </p:cNvSpPr>
          <p:nvPr>
            <p:ph idx="1"/>
          </p:nvPr>
        </p:nvSpPr>
        <p:spPr>
          <a:xfrm>
            <a:off x="2589212" y="2133600"/>
            <a:ext cx="8915400" cy="3777622"/>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7/19/2022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798873392"/>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589212" y="2058750"/>
            <a:ext cx="8915399" cy="1468800"/>
          </a:xfrm>
        </p:spPr>
        <p:txBody>
          <a:bodyPr anchor="b"/>
          <a:lstStyle>
            <a:lvl1pPr algn="l">
              <a:defRPr sz="40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2589212" y="3530129"/>
            <a:ext cx="8915399" cy="860400"/>
          </a:xfrm>
        </p:spPr>
        <p:txBody>
          <a:bodyPr anchor="t"/>
          <a:lstStyle>
            <a:lvl1pPr marL="0" indent="0" algn="l">
              <a:buNone/>
              <a:defRPr sz="20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7/19/2022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459223849"/>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2589212" y="2133600"/>
            <a:ext cx="4313864" cy="3777622"/>
          </a:xfrm>
        </p:spPr>
        <p:txBody>
          <a:bodyP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7190747" y="2126222"/>
            <a:ext cx="4313864" cy="3777622"/>
          </a:xfrm>
        </p:spPr>
        <p:txBody>
          <a:bodyP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B61BEF0D-F0BB-DE4B-95CE-6DB70DBA9567}" type="datetimeFigureOut">
              <a:rPr lang="en-US" smtClean="0"/>
              <a:pPr/>
              <a:t>7/19/2022</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10"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1" name="Slide Number Placeholder 5"/>
          <p:cNvSpPr>
            <a:spLocks noGrp="1"/>
          </p:cNvSpPr>
          <p:nvPr>
            <p:ph type="sldNum" sz="quarter" idx="12"/>
          </p:nvPr>
        </p:nvSpPr>
        <p:spPr>
          <a:xfrm>
            <a:off x="531812" y="787782"/>
            <a:ext cx="779767" cy="365125"/>
          </a:xfrm>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165867992"/>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smtClean="0"/>
              <a:t>Click to edit Master title style</a:t>
            </a:r>
            <a:endParaRPr lang="en-US" dirty="0"/>
          </a:p>
        </p:txBody>
      </p:sp>
      <p:sp>
        <p:nvSpPr>
          <p:cNvPr id="3" name="Text Placeholder 2"/>
          <p:cNvSpPr>
            <a:spLocks noGrp="1"/>
          </p:cNvSpPr>
          <p:nvPr>
            <p:ph type="body" idx="1"/>
          </p:nvPr>
        </p:nvSpPr>
        <p:spPr>
          <a:xfrm>
            <a:off x="2939373" y="1972703"/>
            <a:ext cx="399273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2589212" y="2548966"/>
            <a:ext cx="4342893" cy="3354060"/>
          </a:xfrm>
        </p:spPr>
        <p:txBody>
          <a:bodyP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7506629" y="1969475"/>
            <a:ext cx="3999001"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7166957" y="2545738"/>
            <a:ext cx="4338674" cy="3354060"/>
          </a:xfrm>
        </p:spPr>
        <p:txBody>
          <a:bodyP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smtClean="0"/>
              <a:pPr/>
              <a:t>7/19/2022</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12"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3" name="Slide Number Placeholder 5"/>
          <p:cNvSpPr>
            <a:spLocks noGrp="1"/>
          </p:cNvSpPr>
          <p:nvPr>
            <p:ph type="sldNum" sz="quarter" idx="12"/>
          </p:nvPr>
        </p:nvSpPr>
        <p:spPr>
          <a:xfrm>
            <a:off x="531812" y="787782"/>
            <a:ext cx="779767" cy="365125"/>
          </a:xfrm>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786077382"/>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smtClean="0"/>
              <a:pPr/>
              <a:t>7/19/2022</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7"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471566489"/>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smtClean="0"/>
              <a:pPr/>
              <a:t>7/19/2022</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6"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4" name="Slide Number Placeholder 3"/>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84493885"/>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446088"/>
            <a:ext cx="3505199" cy="976312"/>
          </a:xfrm>
        </p:spPr>
        <p:txBody>
          <a:bodyPr anchor="b"/>
          <a:lstStyle>
            <a:lvl1pPr algn="l">
              <a:defRPr sz="2000" b="0"/>
            </a:lvl1pPr>
          </a:lstStyle>
          <a:p>
            <a:r>
              <a:rPr lang="en-US" smtClean="0"/>
              <a:t>Click to edit Master title style</a:t>
            </a:r>
            <a:endParaRPr lang="en-US" dirty="0"/>
          </a:p>
        </p:txBody>
      </p:sp>
      <p:sp>
        <p:nvSpPr>
          <p:cNvPr id="3" name="Content Placeholder 2"/>
          <p:cNvSpPr>
            <a:spLocks noGrp="1"/>
          </p:cNvSpPr>
          <p:nvPr>
            <p:ph idx="1"/>
          </p:nvPr>
        </p:nvSpPr>
        <p:spPr>
          <a:xfrm>
            <a:off x="6323012" y="446088"/>
            <a:ext cx="5181600" cy="5414963"/>
          </a:xfrm>
        </p:spPr>
        <p:txBody>
          <a:bodyPr anchor="ct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2589212" y="1598613"/>
            <a:ext cx="3505199" cy="426243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smtClean="0"/>
              <a:pPr/>
              <a:t>7/19/2022</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9"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135526746"/>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3" y="4800600"/>
            <a:ext cx="8915400" cy="566738"/>
          </a:xfrm>
        </p:spPr>
        <p:txBody>
          <a:bodyPr anchor="b">
            <a:normAutofit/>
          </a:bodyPr>
          <a:lstStyle>
            <a:lvl1pPr algn="l">
              <a:defRPr sz="2400" b="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2589212" y="634965"/>
            <a:ext cx="8915400" cy="3854970"/>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4" name="Text Placeholder 3"/>
          <p:cNvSpPr>
            <a:spLocks noGrp="1"/>
          </p:cNvSpPr>
          <p:nvPr>
            <p:ph type="body" sz="half" idx="2"/>
          </p:nvPr>
        </p:nvSpPr>
        <p:spPr>
          <a:xfrm>
            <a:off x="2589213" y="5367338"/>
            <a:ext cx="8915400"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smtClean="0"/>
              <a:pPr/>
              <a:t>7/19/2022</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16357820"/>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609600"/>
            <a:ext cx="8915399" cy="3117040"/>
          </a:xfrm>
        </p:spPr>
        <p:txBody>
          <a:bodyPr anchor="ctr">
            <a:normAutofit/>
          </a:bodyPr>
          <a:lstStyle>
            <a:lvl1pPr algn="l">
              <a:defRPr sz="48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7/19/2022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943616544"/>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smtClean="0"/>
              <a:t>Click to edit Master title style</a:t>
            </a:r>
            <a:endParaRPr lang="en-US" dirty="0"/>
          </a:p>
        </p:txBody>
      </p:sp>
      <p:sp>
        <p:nvSpPr>
          <p:cNvPr id="13" name="Text Placeholder 9"/>
          <p:cNvSpPr>
            <a:spLocks noGrp="1"/>
          </p:cNvSpPr>
          <p:nvPr>
            <p:ph type="body" sz="quarter" idx="13"/>
          </p:nvPr>
        </p:nvSpPr>
        <p:spPr>
          <a:xfrm>
            <a:off x="3275012" y="3505200"/>
            <a:ext cx="753655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Click to edit Master text styles</a:t>
            </a:r>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7/19/2022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11"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D57F1E4F-1CFF-5643-939E-217C01CDF565}" type="slidenum">
              <a:rPr lang="en-US" smtClean="0"/>
              <a:pPr/>
              <a:t>‹#›</a:t>
            </a:fld>
            <a:endParaRPr lang="en-US" dirty="0"/>
          </a:p>
        </p:txBody>
      </p:sp>
      <p:sp>
        <p:nvSpPr>
          <p:cNvPr id="14" name="TextBox 13"/>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5" name="TextBox 14"/>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2291485811"/>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2589213" y="2438400"/>
            <a:ext cx="8915400" cy="2724845"/>
          </a:xfrm>
        </p:spPr>
        <p:txBody>
          <a:bodyPr anchor="b">
            <a:normAutofit/>
          </a:bodyPr>
          <a:lstStyle>
            <a:lvl1pPr algn="l">
              <a:defRPr sz="4800" b="0"/>
            </a:lvl1pPr>
          </a:lstStyle>
          <a:p>
            <a:r>
              <a:rPr lang="en-US" smtClean="0"/>
              <a:t>Click to edit Master title style</a:t>
            </a:r>
            <a:endParaRPr lang="en-US" dirty="0"/>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smtClean="0"/>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smtClean="0"/>
              <a:pPr/>
              <a:t>7/19/2022</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270530394"/>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smtClean="0"/>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Click to 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smtClean="0"/>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smtClean="0"/>
              <a:pPr/>
              <a:t>7/19/2022</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11"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D57F1E4F-1CFF-5643-939E-217C01CDF565}" type="slidenum">
              <a:rPr lang="en-US" smtClean="0"/>
              <a:pPr/>
              <a:t>‹#›</a:t>
            </a:fld>
            <a:endParaRPr lang="en-US" dirty="0"/>
          </a:p>
        </p:txBody>
      </p:sp>
      <p:sp>
        <p:nvSpPr>
          <p:cNvPr id="17" name="TextBox 16"/>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8" name="TextBox 17"/>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1578920757"/>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2589212" y="627407"/>
            <a:ext cx="8915399" cy="2880020"/>
          </a:xfrm>
        </p:spPr>
        <p:txBody>
          <a:bodyPr anchor="ctr">
            <a:normAutofit/>
          </a:bodyPr>
          <a:lstStyle>
            <a:lvl1pPr algn="l">
              <a:defRPr sz="4800" b="0"/>
            </a:lvl1pPr>
          </a:lstStyle>
          <a:p>
            <a:r>
              <a:rPr lang="en-US" smtClean="0"/>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Click to 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smtClean="0"/>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smtClean="0"/>
              <a:pPr/>
              <a:t>7/19/2022</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041597508"/>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7/19/2022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282378712"/>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294812" y="627405"/>
            <a:ext cx="2207601" cy="5283817"/>
          </a:xfrm>
        </p:spPr>
        <p:txBody>
          <a:bodyPr vert="eaVert" anchor="ctr"/>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2589212" y="627405"/>
            <a:ext cx="6477000" cy="5283817"/>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7/19/2022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610792380"/>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54955" y="1447800"/>
            <a:ext cx="8825658" cy="3329581"/>
          </a:xfrm>
        </p:spPr>
        <p:txBody>
          <a:bodyPr anchor="b"/>
          <a:lstStyle>
            <a:lvl1pPr>
              <a:defRPr sz="7200"/>
            </a:lvl1pPr>
          </a:lstStyle>
          <a:p>
            <a:r>
              <a:rPr lang="en-US" smtClean="0"/>
              <a:t>Click to edit Master title style</a:t>
            </a:r>
            <a:endParaRPr lang="en-US" dirty="0"/>
          </a:p>
        </p:txBody>
      </p:sp>
      <p:sp>
        <p:nvSpPr>
          <p:cNvPr id="3" name="Subtitle 2"/>
          <p:cNvSpPr>
            <a:spLocks noGrp="1"/>
          </p:cNvSpPr>
          <p:nvPr>
            <p:ph type="subTitle" idx="1"/>
          </p:nvPr>
        </p:nvSpPr>
        <p:spPr>
          <a:xfrm>
            <a:off x="1154955" y="4777380"/>
            <a:ext cx="8825658" cy="861420"/>
          </a:xfrm>
        </p:spPr>
        <p:txBody>
          <a:bodyPr anchor="t"/>
          <a:lstStyle>
            <a:lvl1pPr marL="0" indent="0" algn="l">
              <a:buNone/>
              <a:defRPr cap="all">
                <a:solidFill>
                  <a:schemeClr val="bg2">
                    <a:lumMod val="40000"/>
                    <a:lumOff val="6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7/19/2022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368310093"/>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3"/>
          <p:cNvSpPr>
            <a:spLocks noGrp="1"/>
          </p:cNvSpPr>
          <p:nvPr>
            <p:ph type="dt" sz="half" idx="10"/>
          </p:nvPr>
        </p:nvSpPr>
        <p:spPr/>
        <p:txBody>
          <a:bodyPr/>
          <a:lstStyle/>
          <a:p>
            <a:fld id="{B61BEF0D-F0BB-DE4B-95CE-6DB70DBA9567}" type="datetimeFigureOut">
              <a:rPr lang="en-US" smtClean="0"/>
              <a:pPr/>
              <a:t>7/19/2022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006437923"/>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54956" y="2861733"/>
            <a:ext cx="8825657" cy="1915647"/>
          </a:xfrm>
        </p:spPr>
        <p:txBody>
          <a:bodyPr anchor="b"/>
          <a:lstStyle>
            <a:lvl1pPr algn="l">
              <a:defRPr sz="40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1154955" y="4777381"/>
            <a:ext cx="8825658" cy="860400"/>
          </a:xfrm>
        </p:spPr>
        <p:txBody>
          <a:bodyPr anchor="t"/>
          <a:lstStyle>
            <a:lvl1pPr marL="0" indent="0" algn="l">
              <a:buNone/>
              <a:defRPr sz="2000" cap="all">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7/19/2022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799309897"/>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1103312" y="2060575"/>
            <a:ext cx="4396339" cy="4195763"/>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5654493" y="2056092"/>
            <a:ext cx="4396341" cy="4200245"/>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B61BEF0D-F0BB-DE4B-95CE-6DB70DBA9567}" type="datetimeFigureOut">
              <a:rPr lang="en-US" smtClean="0"/>
              <a:pPr/>
              <a:t>7/19/2022</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854599938"/>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dirty="0"/>
          </a:p>
        </p:txBody>
      </p:sp>
      <p:sp>
        <p:nvSpPr>
          <p:cNvPr id="3" name="Text Placeholder 2"/>
          <p:cNvSpPr>
            <a:spLocks noGrp="1"/>
          </p:cNvSpPr>
          <p:nvPr>
            <p:ph type="body" idx="1"/>
          </p:nvPr>
        </p:nvSpPr>
        <p:spPr>
          <a:xfrm>
            <a:off x="1103313" y="1905000"/>
            <a:ext cx="4396338"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1103312"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5654495" y="1905000"/>
            <a:ext cx="4396339"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5654495"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smtClean="0"/>
              <a:pPr/>
              <a:t>7/19/2022</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688022391"/>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7" name="Date Placeholder 2"/>
          <p:cNvSpPr>
            <a:spLocks noGrp="1"/>
          </p:cNvSpPr>
          <p:nvPr>
            <p:ph type="dt" sz="half" idx="10"/>
          </p:nvPr>
        </p:nvSpPr>
        <p:spPr/>
        <p:txBody>
          <a:bodyPr/>
          <a:lstStyle/>
          <a:p>
            <a:fld id="{B61BEF0D-F0BB-DE4B-95CE-6DB70DBA9567}" type="datetimeFigureOut">
              <a:rPr lang="en-US" smtClean="0"/>
              <a:pPr/>
              <a:t>7/19/2022</a:t>
            </a:fld>
            <a:endParaRPr lang="en-US" dirty="0"/>
          </a:p>
        </p:txBody>
      </p:sp>
      <p:sp>
        <p:nvSpPr>
          <p:cNvPr id="5" name="Footer Placeholder 3"/>
          <p:cNvSpPr>
            <a:spLocks noGrp="1"/>
          </p:cNvSpPr>
          <p:nvPr>
            <p:ph type="ftr" sz="quarter" idx="11"/>
          </p:nvPr>
        </p:nvSpPr>
        <p:spPr/>
        <p:txBody>
          <a:bodyPr/>
          <a:lstStyle/>
          <a:p>
            <a:endParaRPr lang="en-US" dirty="0"/>
          </a:p>
        </p:txBody>
      </p:sp>
      <p:sp>
        <p:nvSpPr>
          <p:cNvPr id="6"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010821295"/>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7" name="Date Placeholder 1"/>
          <p:cNvSpPr>
            <a:spLocks noGrp="1"/>
          </p:cNvSpPr>
          <p:nvPr>
            <p:ph type="dt" sz="half" idx="10"/>
          </p:nvPr>
        </p:nvSpPr>
        <p:spPr/>
        <p:txBody>
          <a:bodyPr/>
          <a:lstStyle/>
          <a:p>
            <a:fld id="{B61BEF0D-F0BB-DE4B-95CE-6DB70DBA9567}" type="datetimeFigureOut">
              <a:rPr lang="en-US" smtClean="0"/>
              <a:pPr/>
              <a:t>7/19/2022</a:t>
            </a:fld>
            <a:endParaRPr lang="en-US" dirty="0"/>
          </a:p>
        </p:txBody>
      </p:sp>
      <p:sp>
        <p:nvSpPr>
          <p:cNvPr id="5" name="Footer Placeholder 2"/>
          <p:cNvSpPr>
            <a:spLocks noGrp="1"/>
          </p:cNvSpPr>
          <p:nvPr>
            <p:ph type="ftr" sz="quarter" idx="11"/>
          </p:nvPr>
        </p:nvSpPr>
        <p:spPr/>
        <p:txBody>
          <a:bodyPr/>
          <a:lstStyle/>
          <a:p>
            <a:endParaRPr lang="en-US" dirty="0"/>
          </a:p>
        </p:txBody>
      </p:sp>
      <p:sp>
        <p:nvSpPr>
          <p:cNvPr id="6" name="Slide Number Placeholder 3"/>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61499868"/>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3" y="1447800"/>
            <a:ext cx="3401064" cy="1447800"/>
          </a:xfrm>
        </p:spPr>
        <p:txBody>
          <a:bodyPr anchor="b"/>
          <a:lstStyle>
            <a:lvl1pPr algn="l">
              <a:defRPr sz="2400" b="0"/>
            </a:lvl1pPr>
          </a:lstStyle>
          <a:p>
            <a:r>
              <a:rPr lang="en-US" smtClean="0"/>
              <a:t>Click to edit Master title style</a:t>
            </a:r>
            <a:endParaRPr lang="en-US" dirty="0"/>
          </a:p>
        </p:txBody>
      </p:sp>
      <p:sp>
        <p:nvSpPr>
          <p:cNvPr id="3" name="Content Placeholder 2"/>
          <p:cNvSpPr>
            <a:spLocks noGrp="1"/>
          </p:cNvSpPr>
          <p:nvPr>
            <p:ph idx="1"/>
          </p:nvPr>
        </p:nvSpPr>
        <p:spPr>
          <a:xfrm>
            <a:off x="4784616" y="1447800"/>
            <a:ext cx="5195997" cy="4572000"/>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1154953" y="3129280"/>
            <a:ext cx="3401063" cy="2895599"/>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7" name="Date Placeholder 4"/>
          <p:cNvSpPr>
            <a:spLocks noGrp="1"/>
          </p:cNvSpPr>
          <p:nvPr>
            <p:ph type="dt" sz="half" idx="10"/>
          </p:nvPr>
        </p:nvSpPr>
        <p:spPr/>
        <p:txBody>
          <a:bodyPr/>
          <a:lstStyle/>
          <a:p>
            <a:fld id="{B61BEF0D-F0BB-DE4B-95CE-6DB70DBA9567}" type="datetimeFigureOut">
              <a:rPr lang="en-US" smtClean="0"/>
              <a:pPr/>
              <a:t>7/19/2022</a:t>
            </a:fld>
            <a:endParaRPr lang="en-US" dirty="0"/>
          </a:p>
        </p:txBody>
      </p:sp>
      <p:sp>
        <p:nvSpPr>
          <p:cNvPr id="5" name="Footer Placeholder 5"/>
          <p:cNvSpPr>
            <a:spLocks noGrp="1"/>
          </p:cNvSpPr>
          <p:nvPr>
            <p:ph type="ftr" sz="quarter" idx="11"/>
          </p:nvPr>
        </p:nvSpPr>
        <p:spPr/>
        <p:txBody>
          <a:bodyPr/>
          <a:lstStyle/>
          <a:p>
            <a:endParaRPr lang="en-US" dirty="0"/>
          </a:p>
        </p:txBody>
      </p:sp>
      <p:sp>
        <p:nvSpPr>
          <p:cNvPr id="6"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658609099"/>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3907" y="1854192"/>
            <a:ext cx="5092906" cy="1574808"/>
          </a:xfrm>
        </p:spPr>
        <p:txBody>
          <a:bodyPr anchor="b">
            <a:normAutofit/>
          </a:bodyPr>
          <a:lstStyle>
            <a:lvl1pPr algn="l">
              <a:defRPr sz="3600" b="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6949546" y="1143000"/>
            <a:ext cx="3200400"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4" name="Text Placeholder 3"/>
          <p:cNvSpPr>
            <a:spLocks noGrp="1"/>
          </p:cNvSpPr>
          <p:nvPr>
            <p:ph type="body" sz="half" idx="2"/>
          </p:nvPr>
        </p:nvSpPr>
        <p:spPr>
          <a:xfrm>
            <a:off x="1154954" y="3657600"/>
            <a:ext cx="5084979" cy="1371600"/>
          </a:xfrm>
        </p:spPr>
        <p:txBody>
          <a:bodyP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smtClean="0"/>
              <a:pPr/>
              <a:t>7/19/2022</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175145746"/>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6" y="4800587"/>
            <a:ext cx="8825657" cy="566738"/>
          </a:xfrm>
        </p:spPr>
        <p:txBody>
          <a:bodyPr anchor="b">
            <a:normAutofit/>
          </a:bodyPr>
          <a:lstStyle>
            <a:lvl1pPr algn="l">
              <a:defRPr sz="2400" b="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1154955" y="685800"/>
            <a:ext cx="8825658" cy="3640666"/>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4" name="Text Placeholder 3"/>
          <p:cNvSpPr>
            <a:spLocks noGrp="1"/>
          </p:cNvSpPr>
          <p:nvPr>
            <p:ph type="body" sz="half" idx="2"/>
          </p:nvPr>
        </p:nvSpPr>
        <p:spPr>
          <a:xfrm>
            <a:off x="1154956" y="5367325"/>
            <a:ext cx="8825656"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smtClean="0"/>
              <a:pPr/>
              <a:t>7/19/2022</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652029135"/>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4" y="1447800"/>
            <a:ext cx="8825659" cy="1981200"/>
          </a:xfrm>
        </p:spPr>
        <p:txBody>
          <a:bodyPr/>
          <a:lstStyle>
            <a:lvl1pPr>
              <a:defRPr sz="4800"/>
            </a:lvl1pPr>
          </a:lstStyle>
          <a:p>
            <a:r>
              <a:rPr lang="en-US" smtClean="0"/>
              <a:t>Click to edit Master title style</a:t>
            </a:r>
            <a:endParaRPr lang="en-US" dirty="0"/>
          </a:p>
        </p:txBody>
      </p:sp>
      <p:sp>
        <p:nvSpPr>
          <p:cNvPr id="8" name="Text Placeholder 3"/>
          <p:cNvSpPr>
            <a:spLocks noGrp="1"/>
          </p:cNvSpPr>
          <p:nvPr>
            <p:ph type="body" sz="half" idx="2"/>
          </p:nvPr>
        </p:nvSpPr>
        <p:spPr>
          <a:xfrm>
            <a:off x="1154954" y="3657600"/>
            <a:ext cx="8825659" cy="23622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7/19/2022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484300884"/>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574801" y="1447800"/>
            <a:ext cx="7999315" cy="2323374"/>
          </a:xfrm>
        </p:spPr>
        <p:txBody>
          <a:bodyPr/>
          <a:lstStyle>
            <a:lvl1pPr>
              <a:defRPr sz="4800"/>
            </a:lvl1pPr>
          </a:lstStyle>
          <a:p>
            <a:r>
              <a:rPr lang="en-US" smtClean="0"/>
              <a:t>Click to edit Master title style</a:t>
            </a:r>
            <a:endParaRPr lang="en-US" dirty="0"/>
          </a:p>
        </p:txBody>
      </p:sp>
      <p:sp>
        <p:nvSpPr>
          <p:cNvPr id="11" name="Text Placeholder 3"/>
          <p:cNvSpPr>
            <a:spLocks noGrp="1"/>
          </p:cNvSpPr>
          <p:nvPr>
            <p:ph type="body" sz="half" idx="14"/>
          </p:nvPr>
        </p:nvSpPr>
        <p:spPr>
          <a:xfrm>
            <a:off x="1930400" y="3771174"/>
            <a:ext cx="7279649" cy="342174"/>
          </a:xfrm>
        </p:spPr>
        <p:txBody>
          <a:bodyPr vert="horz" lIns="91440" tIns="45720" rIns="91440" bIns="45720" rtlCol="0" anchor="t">
            <a:normAutofit/>
          </a:bodyPr>
          <a:lstStyle>
            <a:lvl1pPr marL="0" indent="0">
              <a:buNone/>
              <a:defRPr lang="en-US" sz="1400" b="0" i="0" kern="1200" cap="small" dirty="0">
                <a:solidFill>
                  <a:schemeClr val="bg2">
                    <a:lumMod val="40000"/>
                    <a:lumOff val="60000"/>
                  </a:schemeClr>
                </a:solidFill>
                <a:latin typeface="+mj-lt"/>
                <a:ea typeface="+mj-ea"/>
                <a:cs typeface="+mj-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marL="0" lvl="0" indent="0">
              <a:buNone/>
            </a:pPr>
            <a:r>
              <a:rPr lang="en-US" smtClean="0"/>
              <a:t>Click to edit Master text styles</a:t>
            </a:r>
          </a:p>
        </p:txBody>
      </p:sp>
      <p:sp>
        <p:nvSpPr>
          <p:cNvPr id="10" name="Text Placeholder 3"/>
          <p:cNvSpPr>
            <a:spLocks noGrp="1"/>
          </p:cNvSpPr>
          <p:nvPr>
            <p:ph type="body" sz="half" idx="2"/>
          </p:nvPr>
        </p:nvSpPr>
        <p:spPr>
          <a:xfrm>
            <a:off x="1154954" y="4350657"/>
            <a:ext cx="8825659" cy="16764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7/19/2022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12" name="TextBox 11"/>
          <p:cNvSpPr txBox="1"/>
          <p:nvPr/>
        </p:nvSpPr>
        <p:spPr>
          <a:xfrm>
            <a:off x="898295" y="971253"/>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
        <p:nvSpPr>
          <p:cNvPr id="15" name="TextBox 14"/>
          <p:cNvSpPr txBox="1"/>
          <p:nvPr/>
        </p:nvSpPr>
        <p:spPr>
          <a:xfrm>
            <a:off x="9330490" y="2613787"/>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Tree>
    <p:extLst>
      <p:ext uri="{BB962C8B-B14F-4D97-AF65-F5344CB8AC3E}">
        <p14:creationId xmlns:p14="http://schemas.microsoft.com/office/powerpoint/2010/main" val="969580682"/>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54954" y="3124201"/>
            <a:ext cx="8825660" cy="1653180"/>
          </a:xfrm>
        </p:spPr>
        <p:txBody>
          <a:bodyPr anchor="b"/>
          <a:lstStyle>
            <a:lvl1pPr algn="l">
              <a:defRPr sz="40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1154954" y="4777381"/>
            <a:ext cx="8825659" cy="860400"/>
          </a:xfrm>
        </p:spPr>
        <p:txBody>
          <a:bodyPr anchor="t"/>
          <a:lstStyle>
            <a:lvl1pPr marL="0" indent="0" algn="l">
              <a:buNone/>
              <a:defRPr sz="2000" cap="none">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7/19/2022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61724279"/>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smtClean="0"/>
              <a:t>Click to edit Master title style</a:t>
            </a:r>
            <a:endParaRPr lang="en-US" dirty="0"/>
          </a:p>
        </p:txBody>
      </p:sp>
      <p:sp>
        <p:nvSpPr>
          <p:cNvPr id="3" name="Text Placeholder 2"/>
          <p:cNvSpPr>
            <a:spLocks noGrp="1"/>
          </p:cNvSpPr>
          <p:nvPr>
            <p:ph type="body" idx="1"/>
          </p:nvPr>
        </p:nvSpPr>
        <p:spPr>
          <a:xfrm>
            <a:off x="632947" y="1981200"/>
            <a:ext cx="2946866"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16" name="Text Placeholder 3"/>
          <p:cNvSpPr>
            <a:spLocks noGrp="1"/>
          </p:cNvSpPr>
          <p:nvPr>
            <p:ph type="body" sz="half" idx="15"/>
          </p:nvPr>
        </p:nvSpPr>
        <p:spPr>
          <a:xfrm>
            <a:off x="652463" y="2667000"/>
            <a:ext cx="2927350"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Text Placeholder 4"/>
          <p:cNvSpPr>
            <a:spLocks noGrp="1"/>
          </p:cNvSpPr>
          <p:nvPr>
            <p:ph type="body" sz="quarter" idx="3"/>
          </p:nvPr>
        </p:nvSpPr>
        <p:spPr>
          <a:xfrm>
            <a:off x="3883659" y="1981200"/>
            <a:ext cx="2936241"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19" name="Text Placeholder 3"/>
          <p:cNvSpPr>
            <a:spLocks noGrp="1"/>
          </p:cNvSpPr>
          <p:nvPr>
            <p:ph type="body" sz="half" idx="16"/>
          </p:nvPr>
        </p:nvSpPr>
        <p:spPr>
          <a:xfrm>
            <a:off x="3873106" y="2667000"/>
            <a:ext cx="2946794"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14" name="Text Placeholder 4"/>
          <p:cNvSpPr>
            <a:spLocks noGrp="1"/>
          </p:cNvSpPr>
          <p:nvPr>
            <p:ph type="body" sz="quarter" idx="13"/>
          </p:nvPr>
        </p:nvSpPr>
        <p:spPr>
          <a:xfrm>
            <a:off x="7124700" y="1981200"/>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20" name="Text Placeholder 3"/>
          <p:cNvSpPr>
            <a:spLocks noGrp="1"/>
          </p:cNvSpPr>
          <p:nvPr>
            <p:ph type="body" sz="half" idx="17"/>
          </p:nvPr>
        </p:nvSpPr>
        <p:spPr>
          <a:xfrm>
            <a:off x="7124700" y="2667000"/>
            <a:ext cx="2932113"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cxnSp>
        <p:nvCxnSpPr>
          <p:cNvPr id="17" name="Straight Connector 16"/>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B61BEF0D-F0BB-DE4B-95CE-6DB70DBA9567}" type="datetimeFigureOut">
              <a:rPr lang="en-US" smtClean="0"/>
              <a:pPr/>
              <a:t>7/19/2022</a:t>
            </a:fld>
            <a:endParaRPr lang="en-US" dirty="0"/>
          </a:p>
        </p:txBody>
      </p:sp>
      <p:sp>
        <p:nvSpPr>
          <p:cNvPr id="4"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134950483"/>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smtClean="0"/>
              <a:t>Click to edit Master title style</a:t>
            </a:r>
            <a:endParaRPr lang="en-US" dirty="0"/>
          </a:p>
        </p:txBody>
      </p:sp>
      <p:sp>
        <p:nvSpPr>
          <p:cNvPr id="3" name="Text Placeholder 2"/>
          <p:cNvSpPr>
            <a:spLocks noGrp="1"/>
          </p:cNvSpPr>
          <p:nvPr>
            <p:ph type="body" idx="1"/>
          </p:nvPr>
        </p:nvSpPr>
        <p:spPr>
          <a:xfrm>
            <a:off x="652463" y="4250949"/>
            <a:ext cx="2940050"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29" name="Picture Placeholder 2"/>
          <p:cNvSpPr>
            <a:spLocks noGrp="1" noChangeAspect="1"/>
          </p:cNvSpPr>
          <p:nvPr>
            <p:ph type="pic" idx="15"/>
          </p:nvPr>
        </p:nvSpPr>
        <p:spPr>
          <a:xfrm>
            <a:off x="652463" y="2209800"/>
            <a:ext cx="2940050"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22" name="Text Placeholder 3"/>
          <p:cNvSpPr>
            <a:spLocks noGrp="1"/>
          </p:cNvSpPr>
          <p:nvPr>
            <p:ph type="body" sz="half" idx="18"/>
          </p:nvPr>
        </p:nvSpPr>
        <p:spPr>
          <a:xfrm>
            <a:off x="652463" y="4827211"/>
            <a:ext cx="2940050"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Text Placeholder 4"/>
          <p:cNvSpPr>
            <a:spLocks noGrp="1"/>
          </p:cNvSpPr>
          <p:nvPr>
            <p:ph type="body" sz="quarter" idx="3"/>
          </p:nvPr>
        </p:nvSpPr>
        <p:spPr>
          <a:xfrm>
            <a:off x="3889375" y="4250949"/>
            <a:ext cx="2930525"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30" name="Picture Placeholder 2"/>
          <p:cNvSpPr>
            <a:spLocks noGrp="1" noChangeAspect="1"/>
          </p:cNvSpPr>
          <p:nvPr>
            <p:ph type="pic" idx="21"/>
          </p:nvPr>
        </p:nvSpPr>
        <p:spPr>
          <a:xfrm>
            <a:off x="3889374" y="2209800"/>
            <a:ext cx="2930525"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23" name="Text Placeholder 3"/>
          <p:cNvSpPr>
            <a:spLocks noGrp="1"/>
          </p:cNvSpPr>
          <p:nvPr>
            <p:ph type="body" sz="half" idx="19"/>
          </p:nvPr>
        </p:nvSpPr>
        <p:spPr>
          <a:xfrm>
            <a:off x="3888022" y="4827210"/>
            <a:ext cx="2934406"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14" name="Text Placeholder 4"/>
          <p:cNvSpPr>
            <a:spLocks noGrp="1"/>
          </p:cNvSpPr>
          <p:nvPr>
            <p:ph type="body" sz="quarter" idx="13"/>
          </p:nvPr>
        </p:nvSpPr>
        <p:spPr>
          <a:xfrm>
            <a:off x="7124700" y="4250949"/>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31" name="Picture Placeholder 2"/>
          <p:cNvSpPr>
            <a:spLocks noGrp="1" noChangeAspect="1"/>
          </p:cNvSpPr>
          <p:nvPr>
            <p:ph type="pic" idx="22"/>
          </p:nvPr>
        </p:nvSpPr>
        <p:spPr>
          <a:xfrm>
            <a:off x="7124699" y="2209800"/>
            <a:ext cx="2932113"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24" name="Text Placeholder 3"/>
          <p:cNvSpPr>
            <a:spLocks noGrp="1"/>
          </p:cNvSpPr>
          <p:nvPr>
            <p:ph type="body" sz="half" idx="20"/>
          </p:nvPr>
        </p:nvSpPr>
        <p:spPr>
          <a:xfrm>
            <a:off x="7124575" y="4827208"/>
            <a:ext cx="2935997"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cxnSp>
        <p:nvCxnSpPr>
          <p:cNvPr id="19" name="Straight Connector 18"/>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B61BEF0D-F0BB-DE4B-95CE-6DB70DBA9567}" type="datetimeFigureOut">
              <a:rPr lang="en-US" smtClean="0"/>
              <a:pPr/>
              <a:t>7/19/2022</a:t>
            </a:fld>
            <a:endParaRPr lang="en-US" dirty="0"/>
          </a:p>
        </p:txBody>
      </p:sp>
      <p:sp>
        <p:nvSpPr>
          <p:cNvPr id="4"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576611180"/>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nchor="t" anchorCtr="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7/19/2022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01676258"/>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304212" y="430213"/>
            <a:ext cx="1752601" cy="5826125"/>
          </a:xfrm>
        </p:spPr>
        <p:txBody>
          <a:bodyPr vert="eaVert" anchor="b" anchorCtr="0"/>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652463" y="887414"/>
            <a:ext cx="7423149" cy="5368924"/>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7/19/2022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821436185"/>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smtClean="0"/>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7/19/2022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394772469"/>
      </p:ext>
    </p:extLst>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en-US"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7/19/2022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066822948"/>
      </p:ext>
    </p:extLst>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7/19/2022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984883723"/>
      </p:ext>
    </p:extLst>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B61BEF0D-F0BB-DE4B-95CE-6DB70DBA9567}" type="datetimeFigureOut">
              <a:rPr lang="en-US" smtClean="0"/>
              <a:pPr/>
              <a:t>7/19/2022</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972558203"/>
      </p:ext>
    </p:extLst>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smtClean="0"/>
              <a:pPr/>
              <a:t>7/19/2022</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802154333"/>
      </p:ext>
    </p:extLst>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smtClean="0"/>
              <a:pPr/>
              <a:t>7/19/2022</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54065114"/>
      </p:ext>
    </p:extLst>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smtClean="0"/>
              <a:pPr/>
              <a:t>7/19/2022</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036826729"/>
      </p:ext>
    </p:extLst>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smtClean="0"/>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smtClean="0"/>
              <a:pPr/>
              <a:t>7/19/2022</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892951184"/>
      </p:ext>
    </p:extLst>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smtClean="0"/>
              <a:pPr/>
              <a:t>7/19/2022</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343794026"/>
      </p:ext>
    </p:extLst>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7/19/2022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684298017"/>
      </p:ext>
    </p:extLst>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smtClean="0"/>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7/19/2022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0" name="TextBox 19"/>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2" name="TextBox 21"/>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latin typeface="Arial"/>
              </a:rPr>
              <a:t>”</a:t>
            </a:r>
            <a:endParaRPr lang="en-US" dirty="0">
              <a:solidFill>
                <a:schemeClr val="accent1">
                  <a:lumMod val="60000"/>
                  <a:lumOff val="40000"/>
                </a:schemeClr>
              </a:solidFill>
              <a:latin typeface="Arial"/>
            </a:endParaRPr>
          </a:p>
        </p:txBody>
      </p:sp>
    </p:spTree>
    <p:extLst>
      <p:ext uri="{BB962C8B-B14F-4D97-AF65-F5344CB8AC3E}">
        <p14:creationId xmlns:p14="http://schemas.microsoft.com/office/powerpoint/2010/main" val="3127528743"/>
      </p:ext>
    </p:extLst>
  </p:cSld>
  <p:clrMapOvr>
    <a:masterClrMapping/>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7/19/2022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9311445"/>
      </p:ext>
    </p:extLst>
  </p:cSld>
  <p:clrMapOvr>
    <a:masterClrMapping/>
  </p:clrMapOvr>
</p:sldLayout>
</file>

<file path=ppt/slideLayouts/slideLayout78.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smtClean="0"/>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7/19/2022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1506137641"/>
      </p:ext>
    </p:extLst>
  </p:cSld>
  <p:clrMapOvr>
    <a:masterClrMapping/>
  </p:clrMapOvr>
</p:sldLayout>
</file>

<file path=ppt/slideLayouts/slideLayout79.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smtClean="0"/>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7/19/2022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339693553"/>
      </p:ext>
    </p:extLst>
  </p:cSld>
  <p:clrMapOvr>
    <a:masterClrMapping/>
  </p:clrMapOvr>
</p:sldLayout>
</file>

<file path=ppt/slideLayouts/slideLayout8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7/19/2022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280220962"/>
      </p:ext>
    </p:extLst>
  </p:cSld>
  <p:clrMapOvr>
    <a:masterClrMapping/>
  </p:clrMapOvr>
</p:sldLayout>
</file>

<file path=ppt/slideLayouts/slideLayout8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7/19/2022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09441601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4.xml"/><Relationship Id="rId13" Type="http://schemas.openxmlformats.org/officeDocument/2006/relationships/slideLayout" Target="../slideLayouts/slideLayout29.xml"/><Relationship Id="rId3" Type="http://schemas.openxmlformats.org/officeDocument/2006/relationships/slideLayout" Target="../slideLayouts/slideLayout19.xml"/><Relationship Id="rId7" Type="http://schemas.openxmlformats.org/officeDocument/2006/relationships/slideLayout" Target="../slideLayouts/slideLayout23.xml"/><Relationship Id="rId12" Type="http://schemas.openxmlformats.org/officeDocument/2006/relationships/slideLayout" Target="../slideLayouts/slideLayout28.xml"/><Relationship Id="rId17" Type="http://schemas.openxmlformats.org/officeDocument/2006/relationships/theme" Target="../theme/theme2.xml"/><Relationship Id="rId2" Type="http://schemas.openxmlformats.org/officeDocument/2006/relationships/slideLayout" Target="../slideLayouts/slideLayout18.xml"/><Relationship Id="rId16" Type="http://schemas.openxmlformats.org/officeDocument/2006/relationships/slideLayout" Target="../slideLayouts/slideLayout32.xml"/><Relationship Id="rId1" Type="http://schemas.openxmlformats.org/officeDocument/2006/relationships/slideLayout" Target="../slideLayouts/slideLayout17.xml"/><Relationship Id="rId6" Type="http://schemas.openxmlformats.org/officeDocument/2006/relationships/slideLayout" Target="../slideLayouts/slideLayout22.xml"/><Relationship Id="rId11" Type="http://schemas.openxmlformats.org/officeDocument/2006/relationships/slideLayout" Target="../slideLayouts/slideLayout27.xml"/><Relationship Id="rId5" Type="http://schemas.openxmlformats.org/officeDocument/2006/relationships/slideLayout" Target="../slideLayouts/slideLayout21.xml"/><Relationship Id="rId15" Type="http://schemas.openxmlformats.org/officeDocument/2006/relationships/slideLayout" Target="../slideLayouts/slideLayout31.xml"/><Relationship Id="rId10" Type="http://schemas.openxmlformats.org/officeDocument/2006/relationships/slideLayout" Target="../slideLayouts/slideLayout26.xml"/><Relationship Id="rId4" Type="http://schemas.openxmlformats.org/officeDocument/2006/relationships/slideLayout" Target="../slideLayouts/slideLayout20.xml"/><Relationship Id="rId9" Type="http://schemas.openxmlformats.org/officeDocument/2006/relationships/slideLayout" Target="../slideLayouts/slideLayout25.xml"/><Relationship Id="rId14" Type="http://schemas.openxmlformats.org/officeDocument/2006/relationships/slideLayout" Target="../slideLayouts/slideLayout30.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40.xml"/><Relationship Id="rId13" Type="http://schemas.openxmlformats.org/officeDocument/2006/relationships/slideLayout" Target="../slideLayouts/slideLayout45.xml"/><Relationship Id="rId3" Type="http://schemas.openxmlformats.org/officeDocument/2006/relationships/slideLayout" Target="../slideLayouts/slideLayout35.xml"/><Relationship Id="rId7" Type="http://schemas.openxmlformats.org/officeDocument/2006/relationships/slideLayout" Target="../slideLayouts/slideLayout39.xml"/><Relationship Id="rId12" Type="http://schemas.openxmlformats.org/officeDocument/2006/relationships/slideLayout" Target="../slideLayouts/slideLayout44.xml"/><Relationship Id="rId17" Type="http://schemas.openxmlformats.org/officeDocument/2006/relationships/theme" Target="../theme/theme3.xml"/><Relationship Id="rId2" Type="http://schemas.openxmlformats.org/officeDocument/2006/relationships/slideLayout" Target="../slideLayouts/slideLayout34.xml"/><Relationship Id="rId16" Type="http://schemas.openxmlformats.org/officeDocument/2006/relationships/slideLayout" Target="../slideLayouts/slideLayout48.xml"/><Relationship Id="rId1" Type="http://schemas.openxmlformats.org/officeDocument/2006/relationships/slideLayout" Target="../slideLayouts/slideLayout33.xml"/><Relationship Id="rId6" Type="http://schemas.openxmlformats.org/officeDocument/2006/relationships/slideLayout" Target="../slideLayouts/slideLayout38.xml"/><Relationship Id="rId11" Type="http://schemas.openxmlformats.org/officeDocument/2006/relationships/slideLayout" Target="../slideLayouts/slideLayout43.xml"/><Relationship Id="rId5" Type="http://schemas.openxmlformats.org/officeDocument/2006/relationships/slideLayout" Target="../slideLayouts/slideLayout37.xml"/><Relationship Id="rId15" Type="http://schemas.openxmlformats.org/officeDocument/2006/relationships/slideLayout" Target="../slideLayouts/slideLayout47.xml"/><Relationship Id="rId10" Type="http://schemas.openxmlformats.org/officeDocument/2006/relationships/slideLayout" Target="../slideLayouts/slideLayout42.xml"/><Relationship Id="rId4" Type="http://schemas.openxmlformats.org/officeDocument/2006/relationships/slideLayout" Target="../slideLayouts/slideLayout36.xml"/><Relationship Id="rId9" Type="http://schemas.openxmlformats.org/officeDocument/2006/relationships/slideLayout" Target="../slideLayouts/slideLayout41.xml"/><Relationship Id="rId14" Type="http://schemas.openxmlformats.org/officeDocument/2006/relationships/slideLayout" Target="../slideLayouts/slideLayout46.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56.xml"/><Relationship Id="rId13" Type="http://schemas.openxmlformats.org/officeDocument/2006/relationships/slideLayout" Target="../slideLayouts/slideLayout61.xml"/><Relationship Id="rId18" Type="http://schemas.openxmlformats.org/officeDocument/2006/relationships/theme" Target="../theme/theme4.xml"/><Relationship Id="rId3" Type="http://schemas.openxmlformats.org/officeDocument/2006/relationships/slideLayout" Target="../slideLayouts/slideLayout51.xml"/><Relationship Id="rId21" Type="http://schemas.openxmlformats.org/officeDocument/2006/relationships/image" Target="../media/image4.png"/><Relationship Id="rId7" Type="http://schemas.openxmlformats.org/officeDocument/2006/relationships/slideLayout" Target="../slideLayouts/slideLayout55.xml"/><Relationship Id="rId12" Type="http://schemas.openxmlformats.org/officeDocument/2006/relationships/slideLayout" Target="../slideLayouts/slideLayout60.xml"/><Relationship Id="rId17" Type="http://schemas.openxmlformats.org/officeDocument/2006/relationships/slideLayout" Target="../slideLayouts/slideLayout65.xml"/><Relationship Id="rId2" Type="http://schemas.openxmlformats.org/officeDocument/2006/relationships/slideLayout" Target="../slideLayouts/slideLayout50.xml"/><Relationship Id="rId16" Type="http://schemas.openxmlformats.org/officeDocument/2006/relationships/slideLayout" Target="../slideLayouts/slideLayout64.xml"/><Relationship Id="rId20" Type="http://schemas.openxmlformats.org/officeDocument/2006/relationships/image" Target="../media/image3.png"/><Relationship Id="rId1" Type="http://schemas.openxmlformats.org/officeDocument/2006/relationships/slideLayout" Target="../slideLayouts/slideLayout49.xml"/><Relationship Id="rId6" Type="http://schemas.openxmlformats.org/officeDocument/2006/relationships/slideLayout" Target="../slideLayouts/slideLayout54.xml"/><Relationship Id="rId11" Type="http://schemas.openxmlformats.org/officeDocument/2006/relationships/slideLayout" Target="../slideLayouts/slideLayout59.xml"/><Relationship Id="rId5" Type="http://schemas.openxmlformats.org/officeDocument/2006/relationships/slideLayout" Target="../slideLayouts/slideLayout53.xml"/><Relationship Id="rId15" Type="http://schemas.openxmlformats.org/officeDocument/2006/relationships/slideLayout" Target="../slideLayouts/slideLayout63.xml"/><Relationship Id="rId10" Type="http://schemas.openxmlformats.org/officeDocument/2006/relationships/slideLayout" Target="../slideLayouts/slideLayout58.xml"/><Relationship Id="rId19" Type="http://schemas.openxmlformats.org/officeDocument/2006/relationships/image" Target="../media/image2.png"/><Relationship Id="rId4" Type="http://schemas.openxmlformats.org/officeDocument/2006/relationships/slideLayout" Target="../slideLayouts/slideLayout52.xml"/><Relationship Id="rId9" Type="http://schemas.openxmlformats.org/officeDocument/2006/relationships/slideLayout" Target="../slideLayouts/slideLayout57.xml"/><Relationship Id="rId14" Type="http://schemas.openxmlformats.org/officeDocument/2006/relationships/slideLayout" Target="../slideLayouts/slideLayout62.xml"/><Relationship Id="rId22" Type="http://schemas.openxmlformats.org/officeDocument/2006/relationships/image" Target="../media/image5.png"/></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73.xml"/><Relationship Id="rId13" Type="http://schemas.openxmlformats.org/officeDocument/2006/relationships/slideLayout" Target="../slideLayouts/slideLayout78.xml"/><Relationship Id="rId3" Type="http://schemas.openxmlformats.org/officeDocument/2006/relationships/slideLayout" Target="../slideLayouts/slideLayout68.xml"/><Relationship Id="rId7" Type="http://schemas.openxmlformats.org/officeDocument/2006/relationships/slideLayout" Target="../slideLayouts/slideLayout72.xml"/><Relationship Id="rId12" Type="http://schemas.openxmlformats.org/officeDocument/2006/relationships/slideLayout" Target="../slideLayouts/slideLayout77.xml"/><Relationship Id="rId17" Type="http://schemas.openxmlformats.org/officeDocument/2006/relationships/theme" Target="../theme/theme5.xml"/><Relationship Id="rId2" Type="http://schemas.openxmlformats.org/officeDocument/2006/relationships/slideLayout" Target="../slideLayouts/slideLayout67.xml"/><Relationship Id="rId16" Type="http://schemas.openxmlformats.org/officeDocument/2006/relationships/slideLayout" Target="../slideLayouts/slideLayout81.xml"/><Relationship Id="rId1" Type="http://schemas.openxmlformats.org/officeDocument/2006/relationships/slideLayout" Target="../slideLayouts/slideLayout66.xml"/><Relationship Id="rId6" Type="http://schemas.openxmlformats.org/officeDocument/2006/relationships/slideLayout" Target="../slideLayouts/slideLayout71.xml"/><Relationship Id="rId11" Type="http://schemas.openxmlformats.org/officeDocument/2006/relationships/slideLayout" Target="../slideLayouts/slideLayout76.xml"/><Relationship Id="rId5" Type="http://schemas.openxmlformats.org/officeDocument/2006/relationships/slideLayout" Target="../slideLayouts/slideLayout70.xml"/><Relationship Id="rId15" Type="http://schemas.openxmlformats.org/officeDocument/2006/relationships/slideLayout" Target="../slideLayouts/slideLayout80.xml"/><Relationship Id="rId10" Type="http://schemas.openxmlformats.org/officeDocument/2006/relationships/slideLayout" Target="../slideLayouts/slideLayout75.xml"/><Relationship Id="rId4" Type="http://schemas.openxmlformats.org/officeDocument/2006/relationships/slideLayout" Target="../slideLayouts/slideLayout69.xml"/><Relationship Id="rId9" Type="http://schemas.openxmlformats.org/officeDocument/2006/relationships/slideLayout" Target="../slideLayouts/slideLayout74.xml"/><Relationship Id="rId14" Type="http://schemas.openxmlformats.org/officeDocument/2006/relationships/slideLayout" Target="../slideLayouts/slideLayout7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23" name="Group 22"/>
          <p:cNvGrpSpPr/>
          <p:nvPr/>
        </p:nvGrpSpPr>
        <p:grpSpPr>
          <a:xfrm>
            <a:off x="1" y="228600"/>
            <a:ext cx="2851516" cy="6638628"/>
            <a:chOff x="2487613" y="285750"/>
            <a:chExt cx="2428875" cy="5654676"/>
          </a:xfrm>
        </p:grpSpPr>
        <p:sp>
          <p:nvSpPr>
            <p:cNvPr id="24" name="Freeform 11"/>
            <p:cNvSpPr/>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sp>
        <p:sp>
          <p:nvSpPr>
            <p:cNvPr id="25" name="Freeform 12"/>
            <p:cNvSpPr/>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sp>
        <p:sp>
          <p:nvSpPr>
            <p:cNvPr id="26" name="Freeform 13"/>
            <p:cNvSpPr/>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sp>
        <p:sp>
          <p:nvSpPr>
            <p:cNvPr id="27" name="Freeform 14"/>
            <p:cNvSpPr/>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sp>
        <p:sp>
          <p:nvSpPr>
            <p:cNvPr id="28" name="Freeform 15"/>
            <p:cNvSpPr/>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sp>
        <p:sp>
          <p:nvSpPr>
            <p:cNvPr id="29" name="Freeform 16"/>
            <p:cNvSpPr/>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sp>
        <p:sp>
          <p:nvSpPr>
            <p:cNvPr id="30" name="Freeform 17"/>
            <p:cNvSpPr/>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sp>
        <p:sp>
          <p:nvSpPr>
            <p:cNvPr id="31" name="Freeform 18"/>
            <p:cNvSpPr/>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sp>
        <p:sp>
          <p:nvSpPr>
            <p:cNvPr id="32" name="Freeform 19"/>
            <p:cNvSpPr/>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sp>
        <p:sp>
          <p:nvSpPr>
            <p:cNvPr id="33" name="Freeform 20"/>
            <p:cNvSpPr/>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sp>
        <p:sp>
          <p:nvSpPr>
            <p:cNvPr id="34" name="Freeform 21"/>
            <p:cNvSpPr/>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sp>
        <p:sp>
          <p:nvSpPr>
            <p:cNvPr id="35" name="Freeform 22"/>
            <p:cNvSpPr/>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sp>
      </p:grpSp>
      <p:grpSp>
        <p:nvGrpSpPr>
          <p:cNvPr id="10" name="Group 9"/>
          <p:cNvGrpSpPr/>
          <p:nvPr/>
        </p:nvGrpSpPr>
        <p:grpSpPr>
          <a:xfrm>
            <a:off x="27221" y="-786"/>
            <a:ext cx="2356674" cy="6854039"/>
            <a:chOff x="6627813" y="194833"/>
            <a:chExt cx="1952625" cy="5678918"/>
          </a:xfrm>
        </p:grpSpPr>
        <p:sp>
          <p:nvSpPr>
            <p:cNvPr id="11" name="Freeform 27"/>
            <p:cNvSpPr/>
            <p:nvPr/>
          </p:nvSpPr>
          <p:spPr bwMode="auto">
            <a:xfrm>
              <a:off x="6627813" y="194833"/>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sp>
        <p:sp>
          <p:nvSpPr>
            <p:cNvPr id="12" name="Freeform 28"/>
            <p:cNvSpPr/>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sp>
        <p:sp>
          <p:nvSpPr>
            <p:cNvPr id="13" name="Freeform 29"/>
            <p:cNvSpPr/>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sp>
        <p:sp>
          <p:nvSpPr>
            <p:cNvPr id="14" name="Freeform 30"/>
            <p:cNvSpPr/>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sp>
        <p:sp>
          <p:nvSpPr>
            <p:cNvPr id="15" name="Freeform 31"/>
            <p:cNvSpPr/>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sp>
        <p:sp>
          <p:nvSpPr>
            <p:cNvPr id="16" name="Freeform 32"/>
            <p:cNvSpPr/>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sp>
        <p:sp>
          <p:nvSpPr>
            <p:cNvPr id="17" name="Freeform 33"/>
            <p:cNvSpPr/>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sp>
        <p:sp>
          <p:nvSpPr>
            <p:cNvPr id="18" name="Freeform 34"/>
            <p:cNvSpPr/>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sp>
        <p:sp>
          <p:nvSpPr>
            <p:cNvPr id="19" name="Freeform 35"/>
            <p:cNvSpPr/>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sp>
        <p:sp>
          <p:nvSpPr>
            <p:cNvPr id="20" name="Freeform 36"/>
            <p:cNvSpPr/>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sp>
        <p:sp>
          <p:nvSpPr>
            <p:cNvPr id="21" name="Freeform 37"/>
            <p:cNvSpPr/>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sp>
        <p:sp>
          <p:nvSpPr>
            <p:cNvPr id="22" name="Freeform 38"/>
            <p:cNvSpPr/>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sp>
      </p:grpSp>
      <p:sp>
        <p:nvSpPr>
          <p:cNvPr id="7" name="Rectangle 6"/>
          <p:cNvSpPr/>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2592924" y="624110"/>
            <a:ext cx="8911687" cy="1280890"/>
          </a:xfrm>
          <a:prstGeom prst="rect">
            <a:avLst/>
          </a:prstGeom>
        </p:spPr>
        <p:txBody>
          <a:bodyPr vert="horz" lIns="91440" tIns="45720" rIns="91440" bIns="45720" rtlCol="0" anchor="t">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2589212" y="2133600"/>
            <a:ext cx="8915400" cy="38862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10361612" y="6130437"/>
            <a:ext cx="1146283" cy="370396"/>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dirty="0"/>
              <a:pPr/>
              <a:t>7/19/2022</a:t>
            </a:fld>
            <a:endParaRPr lang="en-US" dirty="0"/>
          </a:p>
        </p:txBody>
      </p:sp>
      <p:sp>
        <p:nvSpPr>
          <p:cNvPr id="5" name="Footer Placeholder 4"/>
          <p:cNvSpPr>
            <a:spLocks noGrp="1"/>
          </p:cNvSpPr>
          <p:nvPr>
            <p:ph type="ftr" sz="quarter" idx="3"/>
          </p:nvPr>
        </p:nvSpPr>
        <p:spPr>
          <a:xfrm>
            <a:off x="2589212" y="6135808"/>
            <a:ext cx="7619999"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bwMode="gray">
          <a:xfrm>
            <a:off x="531812" y="787782"/>
            <a:ext cx="779767" cy="365125"/>
          </a:xfrm>
          <a:prstGeom prst="rect">
            <a:avLst/>
          </a:prstGeom>
        </p:spPr>
        <p:txBody>
          <a:bodyPr vert="horz" lIns="91440" tIns="45720" rIns="91440" bIns="45720" rtlCol="0" anchor="ctr"/>
          <a:lstStyle>
            <a:lvl1pPr algn="r">
              <a:defRPr sz="2000">
                <a:solidFill>
                  <a:srgbClr val="FEFFFF"/>
                </a:solidFill>
              </a:defRPr>
            </a:lvl1pPr>
          </a:lstStyle>
          <a:p>
            <a:fld id="{D57F1E4F-1CFF-5643-939E-217C01CDF565}" type="slidenum">
              <a:rPr lang="en-US" dirty="0"/>
              <a:pPr/>
              <a:t>‹#›</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60" r:id="rId10"/>
    <p:sldLayoutId id="2147483661" r:id="rId11"/>
    <p:sldLayoutId id="2147483662" r:id="rId12"/>
    <p:sldLayoutId id="2147483663" r:id="rId13"/>
    <p:sldLayoutId id="2147483664" r:id="rId14"/>
    <p:sldLayoutId id="2147483658" r:id="rId15"/>
    <p:sldLayoutId id="2147483659" r:id="rId16"/>
  </p:sldLayoutIdLst>
  <p:txStyles>
    <p:title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smtClean="0"/>
              <a:pPr/>
              <a:t>7/19/2022</a:t>
            </a:fld>
            <a:endParaRPr lang="en-US"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379041255"/>
      </p:ext>
    </p:extLst>
  </p:cSld>
  <p:clrMap bg1="lt1" tx1="dk1" bg2="lt2" tx2="dk2" accent1="accent1" accent2="accent2" accent3="accent3" accent4="accent4" accent5="accent5" accent6="accent6" hlink="hlink" folHlink="folHlink"/>
  <p:sldLayoutIdLst>
    <p:sldLayoutId id="2147483666" r:id="rId1"/>
    <p:sldLayoutId id="2147483667" r:id="rId2"/>
    <p:sldLayoutId id="2147483668" r:id="rId3"/>
    <p:sldLayoutId id="2147483669" r:id="rId4"/>
    <p:sldLayoutId id="2147483670" r:id="rId5"/>
    <p:sldLayoutId id="2147483671" r:id="rId6"/>
    <p:sldLayoutId id="2147483672" r:id="rId7"/>
    <p:sldLayoutId id="2147483673" r:id="rId8"/>
    <p:sldLayoutId id="2147483674" r:id="rId9"/>
    <p:sldLayoutId id="2147483675" r:id="rId10"/>
    <p:sldLayoutId id="2147483676" r:id="rId11"/>
    <p:sldLayoutId id="2147483677" r:id="rId12"/>
    <p:sldLayoutId id="2147483678" r:id="rId13"/>
    <p:sldLayoutId id="2147483679" r:id="rId14"/>
    <p:sldLayoutId id="2147483680" r:id="rId15"/>
    <p:sldLayoutId id="2147483681"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grpSp>
        <p:nvGrpSpPr>
          <p:cNvPr id="23" name="Group 22"/>
          <p:cNvGrpSpPr/>
          <p:nvPr/>
        </p:nvGrpSpPr>
        <p:grpSpPr>
          <a:xfrm>
            <a:off x="1" y="228600"/>
            <a:ext cx="2851516" cy="6638628"/>
            <a:chOff x="2487613" y="285750"/>
            <a:chExt cx="2428875" cy="5654676"/>
          </a:xfrm>
          <a:solidFill>
            <a:schemeClr val="accent1">
              <a:lumMod val="75000"/>
              <a:alpha val="40000"/>
            </a:schemeClr>
          </a:solidFill>
        </p:grpSpPr>
        <p:sp>
          <p:nvSpPr>
            <p:cNvPr id="24" name="Freeform 11"/>
            <p:cNvSpPr/>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grpFill/>
            <a:ln>
              <a:noFill/>
            </a:ln>
          </p:spPr>
        </p:sp>
        <p:sp>
          <p:nvSpPr>
            <p:cNvPr id="25" name="Freeform 12"/>
            <p:cNvSpPr/>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grpFill/>
            <a:ln>
              <a:noFill/>
            </a:ln>
          </p:spPr>
        </p:sp>
        <p:sp>
          <p:nvSpPr>
            <p:cNvPr id="26" name="Freeform 13"/>
            <p:cNvSpPr/>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grpFill/>
            <a:ln>
              <a:noFill/>
            </a:ln>
          </p:spPr>
        </p:sp>
        <p:sp>
          <p:nvSpPr>
            <p:cNvPr id="27" name="Freeform 14"/>
            <p:cNvSpPr/>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grpFill/>
            <a:ln>
              <a:noFill/>
            </a:ln>
          </p:spPr>
        </p:sp>
        <p:sp>
          <p:nvSpPr>
            <p:cNvPr id="28" name="Freeform 15"/>
            <p:cNvSpPr/>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grpFill/>
            <a:ln>
              <a:noFill/>
            </a:ln>
          </p:spPr>
        </p:sp>
        <p:sp>
          <p:nvSpPr>
            <p:cNvPr id="29" name="Freeform 16"/>
            <p:cNvSpPr/>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grpFill/>
            <a:ln>
              <a:noFill/>
            </a:ln>
          </p:spPr>
        </p:sp>
        <p:sp>
          <p:nvSpPr>
            <p:cNvPr id="30" name="Freeform 17"/>
            <p:cNvSpPr/>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grpFill/>
            <a:ln>
              <a:noFill/>
            </a:ln>
          </p:spPr>
        </p:sp>
        <p:sp>
          <p:nvSpPr>
            <p:cNvPr id="31" name="Freeform 18"/>
            <p:cNvSpPr/>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grpFill/>
            <a:ln>
              <a:noFill/>
            </a:ln>
          </p:spPr>
        </p:sp>
        <p:sp>
          <p:nvSpPr>
            <p:cNvPr id="32" name="Freeform 19"/>
            <p:cNvSpPr/>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grpFill/>
            <a:ln>
              <a:noFill/>
            </a:ln>
          </p:spPr>
        </p:sp>
        <p:sp>
          <p:nvSpPr>
            <p:cNvPr id="33" name="Freeform 20"/>
            <p:cNvSpPr/>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grpFill/>
            <a:ln>
              <a:noFill/>
            </a:ln>
          </p:spPr>
        </p:sp>
        <p:sp>
          <p:nvSpPr>
            <p:cNvPr id="34" name="Freeform 21"/>
            <p:cNvSpPr/>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grpFill/>
            <a:ln>
              <a:noFill/>
            </a:ln>
          </p:spPr>
        </p:sp>
        <p:sp>
          <p:nvSpPr>
            <p:cNvPr id="35" name="Freeform 22"/>
            <p:cNvSpPr/>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grpFill/>
            <a:ln>
              <a:noFill/>
            </a:ln>
          </p:spPr>
        </p:sp>
      </p:grpSp>
      <p:grpSp>
        <p:nvGrpSpPr>
          <p:cNvPr id="10" name="Group 9"/>
          <p:cNvGrpSpPr/>
          <p:nvPr/>
        </p:nvGrpSpPr>
        <p:grpSpPr>
          <a:xfrm>
            <a:off x="27221" y="-30"/>
            <a:ext cx="2356674" cy="6853283"/>
            <a:chOff x="6627813" y="195452"/>
            <a:chExt cx="1952625" cy="5678299"/>
          </a:xfrm>
          <a:solidFill>
            <a:schemeClr val="accent1"/>
          </a:solidFill>
        </p:grpSpPr>
        <p:sp>
          <p:nvSpPr>
            <p:cNvPr id="11" name="Freeform 27"/>
            <p:cNvSpPr/>
            <p:nvPr/>
          </p:nvSpPr>
          <p:spPr bwMode="auto">
            <a:xfrm>
              <a:off x="6627813" y="195452"/>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grpFill/>
            <a:ln>
              <a:noFill/>
            </a:ln>
          </p:spPr>
        </p:sp>
        <p:sp>
          <p:nvSpPr>
            <p:cNvPr id="12" name="Freeform 28"/>
            <p:cNvSpPr/>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grpFill/>
            <a:ln>
              <a:noFill/>
            </a:ln>
          </p:spPr>
        </p:sp>
        <p:sp>
          <p:nvSpPr>
            <p:cNvPr id="13" name="Freeform 29"/>
            <p:cNvSpPr/>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grpFill/>
            <a:ln>
              <a:noFill/>
            </a:ln>
          </p:spPr>
        </p:sp>
        <p:sp>
          <p:nvSpPr>
            <p:cNvPr id="14" name="Freeform 30"/>
            <p:cNvSpPr/>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grpFill/>
            <a:ln>
              <a:noFill/>
            </a:ln>
          </p:spPr>
        </p:sp>
        <p:sp>
          <p:nvSpPr>
            <p:cNvPr id="15" name="Freeform 31"/>
            <p:cNvSpPr/>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grpFill/>
            <a:ln>
              <a:noFill/>
            </a:ln>
          </p:spPr>
        </p:sp>
        <p:sp>
          <p:nvSpPr>
            <p:cNvPr id="16" name="Freeform 32"/>
            <p:cNvSpPr/>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grpFill/>
            <a:ln>
              <a:noFill/>
            </a:ln>
          </p:spPr>
        </p:sp>
        <p:sp>
          <p:nvSpPr>
            <p:cNvPr id="17" name="Freeform 33"/>
            <p:cNvSpPr/>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grpFill/>
            <a:ln>
              <a:noFill/>
            </a:ln>
          </p:spPr>
        </p:sp>
        <p:sp>
          <p:nvSpPr>
            <p:cNvPr id="18" name="Freeform 34"/>
            <p:cNvSpPr/>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grpFill/>
            <a:ln>
              <a:noFill/>
            </a:ln>
          </p:spPr>
        </p:sp>
        <p:sp>
          <p:nvSpPr>
            <p:cNvPr id="19" name="Freeform 35"/>
            <p:cNvSpPr/>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grpFill/>
            <a:ln>
              <a:noFill/>
            </a:ln>
          </p:spPr>
        </p:sp>
        <p:sp>
          <p:nvSpPr>
            <p:cNvPr id="20" name="Freeform 36"/>
            <p:cNvSpPr/>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grpFill/>
            <a:ln>
              <a:noFill/>
            </a:ln>
          </p:spPr>
        </p:sp>
        <p:sp>
          <p:nvSpPr>
            <p:cNvPr id="21" name="Freeform 37"/>
            <p:cNvSpPr/>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grpFill/>
            <a:ln>
              <a:noFill/>
            </a:ln>
          </p:spPr>
        </p:sp>
        <p:sp>
          <p:nvSpPr>
            <p:cNvPr id="22" name="Freeform 38"/>
            <p:cNvSpPr/>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grpFill/>
            <a:ln>
              <a:noFill/>
            </a:ln>
          </p:spPr>
        </p:sp>
      </p:grpSp>
      <p:sp>
        <p:nvSpPr>
          <p:cNvPr id="7" name="Rectangle 6"/>
          <p:cNvSpPr/>
          <p:nvPr/>
        </p:nvSpPr>
        <p:spPr>
          <a:xfrm>
            <a:off x="0" y="0"/>
            <a:ext cx="182880" cy="68580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2592924" y="624110"/>
            <a:ext cx="8911687" cy="1280890"/>
          </a:xfrm>
          <a:prstGeom prst="rect">
            <a:avLst/>
          </a:prstGeom>
        </p:spPr>
        <p:txBody>
          <a:bodyPr vert="horz" lIns="91440" tIns="45720" rIns="91440" bIns="45720" rtlCol="0" anchor="t">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2589212" y="2133600"/>
            <a:ext cx="8915400" cy="38862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10361612" y="6130437"/>
            <a:ext cx="1146283" cy="370396"/>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smtClean="0"/>
              <a:pPr/>
              <a:t>7/19/2022</a:t>
            </a:fld>
            <a:endParaRPr lang="en-US" dirty="0"/>
          </a:p>
        </p:txBody>
      </p:sp>
      <p:sp>
        <p:nvSpPr>
          <p:cNvPr id="5" name="Footer Placeholder 4"/>
          <p:cNvSpPr>
            <a:spLocks noGrp="1"/>
          </p:cNvSpPr>
          <p:nvPr>
            <p:ph type="ftr" sz="quarter" idx="3"/>
          </p:nvPr>
        </p:nvSpPr>
        <p:spPr>
          <a:xfrm>
            <a:off x="2589212" y="6135808"/>
            <a:ext cx="7619999"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bwMode="gray">
          <a:xfrm>
            <a:off x="531812" y="787782"/>
            <a:ext cx="779767" cy="365125"/>
          </a:xfrm>
          <a:prstGeom prst="rect">
            <a:avLst/>
          </a:prstGeom>
        </p:spPr>
        <p:txBody>
          <a:bodyPr vert="horz" lIns="91440" tIns="45720" rIns="91440" bIns="45720" rtlCol="0" anchor="ctr"/>
          <a:lstStyle>
            <a:lvl1pPr algn="r">
              <a:defRPr sz="2000">
                <a:solidFill>
                  <a:srgbClr val="FEFFFF"/>
                </a:solidFill>
              </a:defRPr>
            </a:lvl1p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34930296"/>
      </p:ext>
    </p:extLst>
  </p:cSld>
  <p:clrMap bg1="dk1" tx1="lt1" bg2="dk2" tx2="lt2" accent1="accent1" accent2="accent2" accent3="accent3" accent4="accent4" accent5="accent5" accent6="accent6" hlink="hlink" folHlink="folHlink"/>
  <p:sldLayoutIdLst>
    <p:sldLayoutId id="2147483683" r:id="rId1"/>
    <p:sldLayoutId id="2147483684" r:id="rId2"/>
    <p:sldLayoutId id="2147483685" r:id="rId3"/>
    <p:sldLayoutId id="2147483686" r:id="rId4"/>
    <p:sldLayoutId id="2147483687" r:id="rId5"/>
    <p:sldLayoutId id="2147483688" r:id="rId6"/>
    <p:sldLayoutId id="2147483689" r:id="rId7"/>
    <p:sldLayoutId id="2147483690" r:id="rId8"/>
    <p:sldLayoutId id="2147483691" r:id="rId9"/>
    <p:sldLayoutId id="2147483692" r:id="rId10"/>
    <p:sldLayoutId id="2147483693" r:id="rId11"/>
    <p:sldLayoutId id="2147483694" r:id="rId12"/>
    <p:sldLayoutId id="2147483695" r:id="rId13"/>
    <p:sldLayoutId id="2147483696" r:id="rId14"/>
    <p:sldLayoutId id="2147483697" r:id="rId15"/>
    <p:sldLayoutId id="2147483698" r:id="rId16"/>
  </p:sldLayoutIdLst>
  <p:txStyles>
    <p:title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8" name="Picture 7"/>
          <p:cNvPicPr>
            <a:picLocks noChangeAspect="1"/>
          </p:cNvPicPr>
          <p:nvPr/>
        </p:nvPicPr>
        <p:blipFill rotWithShape="1">
          <a:blip r:embed="rId19">
            <a:extLst>
              <a:ext uri="{28A0092B-C50C-407E-A947-70E740481C1C}">
                <a14:useLocalDpi xmlns:a14="http://schemas.microsoft.com/office/drawing/2010/main" val="0"/>
              </a:ext>
            </a:extLst>
          </a:blip>
          <a:srcRect l="3613"/>
          <a:stretch/>
        </p:blipFill>
        <p:spPr>
          <a:xfrm>
            <a:off x="0" y="2669685"/>
            <a:ext cx="4037012" cy="4188315"/>
          </a:xfrm>
          <a:prstGeom prst="rect">
            <a:avLst/>
          </a:prstGeom>
        </p:spPr>
      </p:pic>
      <p:pic>
        <p:nvPicPr>
          <p:cNvPr id="7" name="Picture 6"/>
          <p:cNvPicPr>
            <a:picLocks noChangeAspect="1"/>
          </p:cNvPicPr>
          <p:nvPr/>
        </p:nvPicPr>
        <p:blipFill rotWithShape="1">
          <a:blip r:embed="rId20">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16" name="Oval 15"/>
          <p:cNvSpPr/>
          <p:nvPr/>
        </p:nvSpPr>
        <p:spPr>
          <a:xfrm>
            <a:off x="8609012" y="1676400"/>
            <a:ext cx="281940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pic>
        <p:nvPicPr>
          <p:cNvPr id="9" name="Picture 8"/>
          <p:cNvPicPr>
            <a:picLocks noChangeAspect="1"/>
          </p:cNvPicPr>
          <p:nvPr/>
        </p:nvPicPr>
        <p:blipFill rotWithShape="1">
          <a:blip r:embed="rId21">
            <a:extLst>
              <a:ext uri="{28A0092B-C50C-407E-A947-70E740481C1C}">
                <a14:useLocalDpi xmlns:a14="http://schemas.microsoft.com/office/drawing/2010/main" val="0"/>
              </a:ext>
            </a:extLst>
          </a:blip>
          <a:srcRect t="28813"/>
          <a:stretch/>
        </p:blipFill>
        <p:spPr>
          <a:xfrm>
            <a:off x="7999412" y="0"/>
            <a:ext cx="1603387" cy="1141407"/>
          </a:xfrm>
          <a:prstGeom prst="rect">
            <a:avLst/>
          </a:prstGeom>
        </p:spPr>
      </p:pic>
      <p:pic>
        <p:nvPicPr>
          <p:cNvPr id="10" name="Picture 9"/>
          <p:cNvPicPr>
            <a:picLocks noChangeAspect="1"/>
          </p:cNvPicPr>
          <p:nvPr/>
        </p:nvPicPr>
        <p:blipFill rotWithShape="1">
          <a:blip r:embed="rId22">
            <a:extLst>
              <a:ext uri="{28A0092B-C50C-407E-A947-70E740481C1C}">
                <a14:useLocalDpi xmlns:a14="http://schemas.microsoft.com/office/drawing/2010/main" val="0"/>
              </a:ext>
            </a:extLst>
          </a:blip>
          <a:srcRect b="23320"/>
          <a:stretch/>
        </p:blipFill>
        <p:spPr>
          <a:xfrm>
            <a:off x="8605878" y="6096000"/>
            <a:ext cx="993734" cy="762000"/>
          </a:xfrm>
          <a:prstGeom prst="rect">
            <a:avLst/>
          </a:prstGeom>
        </p:spPr>
      </p:pic>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646111" y="452718"/>
            <a:ext cx="9404723" cy="1400530"/>
          </a:xfrm>
          <a:prstGeom prst="rect">
            <a:avLst/>
          </a:prstGeom>
        </p:spPr>
        <p:txBody>
          <a:bodyPr vert="horz" lIns="91440" tIns="45720" rIns="91440" bIns="45720" rtlCol="0" anchor="t">
            <a:noAutofit/>
          </a:bodyPr>
          <a:lstStyle/>
          <a:p>
            <a:r>
              <a:rPr lang="en-US" smtClean="0"/>
              <a:t>Click to edit Master title style</a:t>
            </a:r>
            <a:endParaRPr lang="en-US" dirty="0"/>
          </a:p>
        </p:txBody>
      </p:sp>
      <p:sp>
        <p:nvSpPr>
          <p:cNvPr id="3" name="Text Placeholder 2"/>
          <p:cNvSpPr>
            <a:spLocks noGrp="1"/>
          </p:cNvSpPr>
          <p:nvPr>
            <p:ph type="body" idx="1"/>
          </p:nvPr>
        </p:nvSpPr>
        <p:spPr>
          <a:xfrm>
            <a:off x="1103312" y="2052918"/>
            <a:ext cx="8946541" cy="4195481"/>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rot="5400000">
            <a:off x="10155639" y="1790701"/>
            <a:ext cx="990599" cy="304799"/>
          </a:xfrm>
          <a:prstGeom prst="rect">
            <a:avLst/>
          </a:prstGeom>
        </p:spPr>
        <p:txBody>
          <a:bodyPr vert="horz" lIns="91440" tIns="45720" rIns="91440" bIns="45720" rtlCol="0" anchor="t"/>
          <a:lstStyle>
            <a:lvl1pPr algn="l">
              <a:defRPr sz="1100" b="0" i="0">
                <a:solidFill>
                  <a:schemeClr val="tx1">
                    <a:tint val="75000"/>
                    <a:alpha val="60000"/>
                  </a:schemeClr>
                </a:solidFill>
              </a:defRPr>
            </a:lvl1pPr>
          </a:lstStyle>
          <a:p>
            <a:fld id="{B61BEF0D-F0BB-DE4B-95CE-6DB70DBA9567}" type="datetimeFigureOut">
              <a:rPr lang="en-US" smtClean="0"/>
              <a:pPr/>
              <a:t>7/19/2022</a:t>
            </a:fld>
            <a:endParaRPr lang="en-US" dirty="0"/>
          </a:p>
        </p:txBody>
      </p:sp>
      <p:sp>
        <p:nvSpPr>
          <p:cNvPr id="5" name="Footer Placeholder 4"/>
          <p:cNvSpPr>
            <a:spLocks noGrp="1"/>
          </p:cNvSpPr>
          <p:nvPr>
            <p:ph type="ftr" sz="quarter" idx="3"/>
          </p:nvPr>
        </p:nvSpPr>
        <p:spPr>
          <a:xfrm rot="5400000">
            <a:off x="8951573" y="3225297"/>
            <a:ext cx="3859795" cy="304801"/>
          </a:xfrm>
          <a:prstGeom prst="rect">
            <a:avLst/>
          </a:prstGeom>
        </p:spPr>
        <p:txBody>
          <a:bodyPr vert="horz" lIns="91440" tIns="45720" rIns="91440" bIns="45720" rtlCol="0" anchor="b"/>
          <a:lstStyle>
            <a:lvl1pPr algn="l">
              <a:defRPr sz="1100" b="0" i="0">
                <a:solidFill>
                  <a:schemeClr val="tx1">
                    <a:tint val="75000"/>
                    <a:alpha val="60000"/>
                  </a:schemeClr>
                </a:solidFill>
              </a:defRPr>
            </a:lvl1pPr>
          </a:lstStyle>
          <a:p>
            <a:endParaRPr lang="en-US" dirty="0"/>
          </a:p>
        </p:txBody>
      </p:sp>
      <p:sp>
        <p:nvSpPr>
          <p:cNvPr id="6" name="Slide Number Placeholder 5"/>
          <p:cNvSpPr>
            <a:spLocks noGrp="1"/>
          </p:cNvSpPr>
          <p:nvPr>
            <p:ph type="sldNum" sz="quarter" idx="4"/>
          </p:nvPr>
        </p:nvSpPr>
        <p:spPr bwMode="gray">
          <a:xfrm>
            <a:off x="10352540" y="295729"/>
            <a:ext cx="838199" cy="767687"/>
          </a:xfrm>
          <a:prstGeom prst="rect">
            <a:avLst/>
          </a:prstGeom>
        </p:spPr>
        <p:txBody>
          <a:bodyPr vert="horz" lIns="91440" tIns="45720" rIns="91440" bIns="45720" rtlCol="0" anchor="b"/>
          <a:lstStyle>
            <a:lvl1pPr algn="ctr">
              <a:defRPr sz="2800" b="0" i="0">
                <a:solidFill>
                  <a:schemeClr val="tx1">
                    <a:tint val="75000"/>
                  </a:schemeClr>
                </a:solidFill>
              </a:defRPr>
            </a:lvl1p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512230820"/>
      </p:ext>
    </p:extLst>
  </p:cSld>
  <p:clrMap bg1="dk1" tx1="lt1" bg2="dk2" tx2="lt2" accent1="accent1" accent2="accent2" accent3="accent3" accent4="accent4" accent5="accent5" accent6="accent6" hlink="hlink" folHlink="folHlink"/>
  <p:sldLayoutIdLst>
    <p:sldLayoutId id="2147483729" r:id="rId1"/>
    <p:sldLayoutId id="2147483730" r:id="rId2"/>
    <p:sldLayoutId id="2147483731" r:id="rId3"/>
    <p:sldLayoutId id="2147483732" r:id="rId4"/>
    <p:sldLayoutId id="2147483733" r:id="rId5"/>
    <p:sldLayoutId id="2147483734" r:id="rId6"/>
    <p:sldLayoutId id="2147483735" r:id="rId7"/>
    <p:sldLayoutId id="2147483736" r:id="rId8"/>
    <p:sldLayoutId id="2147483737" r:id="rId9"/>
    <p:sldLayoutId id="2147483738" r:id="rId10"/>
    <p:sldLayoutId id="2147483739" r:id="rId11"/>
    <p:sldLayoutId id="2147483740" r:id="rId12"/>
    <p:sldLayoutId id="2147483741" r:id="rId13"/>
    <p:sldLayoutId id="2147483742" r:id="rId14"/>
    <p:sldLayoutId id="2147483743" r:id="rId15"/>
    <p:sldLayoutId id="2147483744" r:id="rId16"/>
    <p:sldLayoutId id="2147483745" r:id="rId17"/>
  </p:sldLayoutIdLst>
  <p:txStyles>
    <p:titleStyle>
      <a:lvl1pPr algn="l" defTabSz="457200"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5pPr>
      <a:lvl6pPr marL="2506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smtClean="0"/>
              <a:pPr/>
              <a:t>7/19/2022</a:t>
            </a:fld>
            <a:endParaRPr lang="en-US"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774813107"/>
      </p:ext>
    </p:extLst>
  </p:cSld>
  <p:clrMap bg1="lt1" tx1="dk1" bg2="lt2" tx2="dk2" accent1="accent1" accent2="accent2" accent3="accent3" accent4="accent4" accent5="accent5" accent6="accent6" hlink="hlink" folHlink="folHlink"/>
  <p:sldLayoutIdLst>
    <p:sldLayoutId id="2147483747" r:id="rId1"/>
    <p:sldLayoutId id="2147483748" r:id="rId2"/>
    <p:sldLayoutId id="2147483749" r:id="rId3"/>
    <p:sldLayoutId id="2147483750" r:id="rId4"/>
    <p:sldLayoutId id="2147483751" r:id="rId5"/>
    <p:sldLayoutId id="2147483752" r:id="rId6"/>
    <p:sldLayoutId id="2147483753" r:id="rId7"/>
    <p:sldLayoutId id="2147483754" r:id="rId8"/>
    <p:sldLayoutId id="2147483755" r:id="rId9"/>
    <p:sldLayoutId id="2147483756" r:id="rId10"/>
    <p:sldLayoutId id="2147483757" r:id="rId11"/>
    <p:sldLayoutId id="2147483758" r:id="rId12"/>
    <p:sldLayoutId id="2147483759" r:id="rId13"/>
    <p:sldLayoutId id="2147483760" r:id="rId14"/>
    <p:sldLayoutId id="2147483761" r:id="rId15"/>
    <p:sldLayoutId id="2147483762"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50.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0.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4.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hyperlink" Target="http://www.google.com/" TargetMode="External"/><Relationship Id="rId1" Type="http://schemas.openxmlformats.org/officeDocument/2006/relationships/slideLayout" Target="../slideLayouts/slideLayout50.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0.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0.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7.xml"/></Relationships>
</file>

<file path=ppt/slides/_rels/slide16.xml.rels><?xml version="1.0" encoding="UTF-8" standalone="yes"?>
<Relationships xmlns="http://schemas.openxmlformats.org/package/2006/relationships"><Relationship Id="rId2" Type="http://schemas.openxmlformats.org/officeDocument/2006/relationships/hyperlink" Target="http://infomine.ucr.edu/" TargetMode="External"/><Relationship Id="rId1" Type="http://schemas.openxmlformats.org/officeDocument/2006/relationships/slideLayout" Target="../slideLayouts/slideLayout6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4.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4.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4.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p:cNvSpPr>
            <a:spLocks noGrp="1"/>
          </p:cNvSpPr>
          <p:nvPr>
            <p:ph type="ctrTitle"/>
          </p:nvPr>
        </p:nvSpPr>
        <p:spPr/>
        <p:txBody>
          <a:bodyPr/>
          <a:lstStyle/>
          <a:p>
            <a:r>
              <a:rPr lang="en-US" dirty="0" smtClean="0"/>
              <a:t>Welcome to  </a:t>
            </a:r>
            <a:endParaRPr lang="en-ZA" dirty="0"/>
          </a:p>
        </p:txBody>
      </p:sp>
      <p:sp>
        <p:nvSpPr>
          <p:cNvPr id="10" name="Subtitle 9"/>
          <p:cNvSpPr>
            <a:spLocks noGrp="1"/>
          </p:cNvSpPr>
          <p:nvPr>
            <p:ph type="subTitle" idx="1"/>
          </p:nvPr>
        </p:nvSpPr>
        <p:spPr>
          <a:xfrm>
            <a:off x="1507066" y="4050833"/>
            <a:ext cx="7789333" cy="1096899"/>
          </a:xfrm>
        </p:spPr>
        <p:txBody>
          <a:bodyPr/>
          <a:lstStyle/>
          <a:p>
            <a:r>
              <a:rPr lang="en-US" sz="4400" dirty="0"/>
              <a:t>Group two </a:t>
            </a:r>
            <a:r>
              <a:rPr lang="en-US" sz="4400" dirty="0" smtClean="0"/>
              <a:t>presentation</a:t>
            </a:r>
            <a:endParaRPr lang="en-ZA" sz="4400" dirty="0"/>
          </a:p>
        </p:txBody>
      </p:sp>
    </p:spTree>
    <p:extLst>
      <p:ext uri="{BB962C8B-B14F-4D97-AF65-F5344CB8AC3E}">
        <p14:creationId xmlns:p14="http://schemas.microsoft.com/office/powerpoint/2010/main" val="35550990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mph" presetSubtype="0" fill="hold" grpId="0" nodeType="clickEffect">
                                  <p:stCondLst>
                                    <p:cond delay="0"/>
                                  </p:stCondLst>
                                  <p:iterate type="lt">
                                    <p:tmPct val="0"/>
                                  </p:iterate>
                                  <p:childTnLst>
                                    <p:animEffect transition="out" filter="fade">
                                      <p:cBhvr>
                                        <p:cTn id="6" dur="500" tmFilter="0, 0; .2, .5; .8, .5; 1, 0"/>
                                        <p:tgtEl>
                                          <p:spTgt spid="9"/>
                                        </p:tgtEl>
                                      </p:cBhvr>
                                    </p:animEffect>
                                    <p:animScale>
                                      <p:cBhvr>
                                        <p:cTn id="7" dur="250" autoRev="1" fill="hold"/>
                                        <p:tgtEl>
                                          <p:spTgt spid="9"/>
                                        </p:tgtEl>
                                      </p:cBhvr>
                                      <p:by x="105000" y="105000"/>
                                    </p:animScale>
                                  </p:childTnLst>
                                </p:cTn>
                              </p:par>
                            </p:childTnLst>
                          </p:cTn>
                        </p:par>
                      </p:childTnLst>
                    </p:cTn>
                  </p:par>
                  <p:par>
                    <p:cTn id="8" fill="hold">
                      <p:stCondLst>
                        <p:cond delay="indefinite"/>
                      </p:stCondLst>
                      <p:childTnLst>
                        <p:par>
                          <p:cTn id="9" fill="hold">
                            <p:stCondLst>
                              <p:cond delay="0"/>
                            </p:stCondLst>
                            <p:childTnLst>
                              <p:par>
                                <p:cTn id="10" presetID="18" presetClass="emph" presetSubtype="0" fill="hold" grpId="1" nodeType="clickEffect">
                                  <p:stCondLst>
                                    <p:cond delay="0"/>
                                  </p:stCondLst>
                                  <p:iterate type="lt">
                                    <p:tmPct val="4000"/>
                                  </p:iterate>
                                  <p:childTnLst>
                                    <p:set>
                                      <p:cBhvr override="childStyle">
                                        <p:cTn id="11" dur="500" fill="hold"/>
                                        <p:tgtEl>
                                          <p:spTgt spid="9"/>
                                        </p:tgtEl>
                                        <p:attrNameLst>
                                          <p:attrName>style.textDecorationUnderline</p:attrName>
                                        </p:attrNameLst>
                                      </p:cBhvr>
                                      <p:to>
                                        <p:strVal val="true"/>
                                      </p:to>
                                    </p:set>
                                  </p:childTnLst>
                                </p:cTn>
                              </p:par>
                            </p:childTnLst>
                          </p:cTn>
                        </p:par>
                      </p:childTnLst>
                    </p:cTn>
                  </p:par>
                  <p:par>
                    <p:cTn id="12" fill="hold">
                      <p:stCondLst>
                        <p:cond delay="indefinite"/>
                      </p:stCondLst>
                      <p:childTnLst>
                        <p:par>
                          <p:cTn id="13" fill="hold">
                            <p:stCondLst>
                              <p:cond delay="0"/>
                            </p:stCondLst>
                            <p:childTnLst>
                              <p:par>
                                <p:cTn id="14" presetID="1" presetClass="exit" presetSubtype="0" fill="hold" grpId="2" nodeType="clickEffect">
                                  <p:stCondLst>
                                    <p:cond delay="0"/>
                                  </p:stCondLst>
                                  <p:iterate type="lt">
                                    <p:tmAbs val="0"/>
                                  </p:iterate>
                                  <p:childTnLst>
                                    <p:set>
                                      <p:cBhvr>
                                        <p:cTn id="15" dur="1" fill="hold">
                                          <p:stCondLst>
                                            <p:cond delay="0"/>
                                          </p:stCondLst>
                                        </p:cTn>
                                        <p:tgtEl>
                                          <p:spTgt spid="9"/>
                                        </p:tgtEl>
                                        <p:attrNameLst>
                                          <p:attrName>style.visibility</p:attrName>
                                        </p:attrNameLst>
                                      </p:cBhvr>
                                      <p:to>
                                        <p:strVal val="hidden"/>
                                      </p:to>
                                    </p:set>
                                  </p:childTnLst>
                                </p:cTn>
                              </p:par>
                            </p:childTnLst>
                          </p:cTn>
                        </p:par>
                      </p:childTnLst>
                    </p:cTn>
                  </p:par>
                  <p:par>
                    <p:cTn id="16" fill="hold">
                      <p:stCondLst>
                        <p:cond delay="indefinite"/>
                      </p:stCondLst>
                      <p:childTnLst>
                        <p:par>
                          <p:cTn id="17" fill="hold">
                            <p:stCondLst>
                              <p:cond delay="0"/>
                            </p:stCondLst>
                            <p:childTnLst>
                              <p:par>
                                <p:cTn id="18" presetID="2" presetClass="exit" presetSubtype="4" fill="hold" grpId="3" nodeType="clickEffect">
                                  <p:stCondLst>
                                    <p:cond delay="0"/>
                                  </p:stCondLst>
                                  <p:iterate type="lt">
                                    <p:tmPct val="0"/>
                                  </p:iterate>
                                  <p:childTnLst>
                                    <p:anim calcmode="lin" valueType="num">
                                      <p:cBhvr additive="base">
                                        <p:cTn id="19" dur="500"/>
                                        <p:tgtEl>
                                          <p:spTgt spid="9"/>
                                        </p:tgtEl>
                                        <p:attrNameLst>
                                          <p:attrName>ppt_x</p:attrName>
                                        </p:attrNameLst>
                                      </p:cBhvr>
                                      <p:tavLst>
                                        <p:tav tm="0">
                                          <p:val>
                                            <p:strVal val="ppt_x"/>
                                          </p:val>
                                        </p:tav>
                                        <p:tav tm="100000">
                                          <p:val>
                                            <p:strVal val="ppt_x"/>
                                          </p:val>
                                        </p:tav>
                                      </p:tavLst>
                                    </p:anim>
                                    <p:anim calcmode="lin" valueType="num">
                                      <p:cBhvr additive="base">
                                        <p:cTn id="20" dur="500"/>
                                        <p:tgtEl>
                                          <p:spTgt spid="9"/>
                                        </p:tgtEl>
                                        <p:attrNameLst>
                                          <p:attrName>ppt_y</p:attrName>
                                        </p:attrNameLst>
                                      </p:cBhvr>
                                      <p:tavLst>
                                        <p:tav tm="0">
                                          <p:val>
                                            <p:strVal val="ppt_y"/>
                                          </p:val>
                                        </p:tav>
                                        <p:tav tm="100000">
                                          <p:val>
                                            <p:strVal val="1+ppt_h/2"/>
                                          </p:val>
                                        </p:tav>
                                      </p:tavLst>
                                    </p:anim>
                                    <p:set>
                                      <p:cBhvr>
                                        <p:cTn id="21" dur="1" fill="hold">
                                          <p:stCondLst>
                                            <p:cond delay="499"/>
                                          </p:stCondLst>
                                        </p:cTn>
                                        <p:tgtEl>
                                          <p:spTgt spid="9"/>
                                        </p:tgtEl>
                                        <p:attrNameLst>
                                          <p:attrName>style.visibility</p:attrName>
                                        </p:attrNameLst>
                                      </p:cBhvr>
                                      <p:to>
                                        <p:strVal val="hidden"/>
                                      </p:to>
                                    </p:set>
                                  </p:childTnLst>
                                </p:cTn>
                              </p:par>
                            </p:childTnLst>
                          </p:cTn>
                        </p:par>
                      </p:childTnLst>
                    </p:cTn>
                  </p:par>
                  <p:par>
                    <p:cTn id="22" fill="hold">
                      <p:stCondLst>
                        <p:cond delay="indefinite"/>
                      </p:stCondLst>
                      <p:childTnLst>
                        <p:par>
                          <p:cTn id="23" fill="hold">
                            <p:stCondLst>
                              <p:cond delay="0"/>
                            </p:stCondLst>
                            <p:childTnLst>
                              <p:par>
                                <p:cTn id="24" presetID="45" presetClass="exit" presetSubtype="0" fill="hold" nodeType="clickEffect">
                                  <p:stCondLst>
                                    <p:cond delay="0"/>
                                  </p:stCondLst>
                                  <p:childTnLst>
                                    <p:animEffect transition="out" filter="fade">
                                      <p:cBhvr>
                                        <p:cTn id="25" dur="2000"/>
                                        <p:tgtEl>
                                          <p:spTgt spid="10">
                                            <p:txEl>
                                              <p:pRg st="0" end="0"/>
                                            </p:txEl>
                                          </p:spTgt>
                                        </p:tgtEl>
                                      </p:cBhvr>
                                    </p:animEffect>
                                    <p:anim calcmode="lin" valueType="num">
                                      <p:cBhvr>
                                        <p:cTn id="26" dur="2000"/>
                                        <p:tgtEl>
                                          <p:spTgt spid="10">
                                            <p:txEl>
                                              <p:pRg st="0" end="0"/>
                                            </p:txEl>
                                          </p:spTgt>
                                        </p:tgtEl>
                                        <p:attrNameLst>
                                          <p:attrName>ppt_w</p:attrName>
                                        </p:attrNameLst>
                                      </p:cBhvr>
                                      <p:tavLst>
                                        <p:tav tm="0">
                                          <p:val>
                                            <p:strVal val="ppt_w"/>
                                          </p:val>
                                        </p:tav>
                                        <p:tav tm="5000">
                                          <p:val>
                                            <p:strVal val="0.92*ppt_w"/>
                                          </p:val>
                                        </p:tav>
                                        <p:tav tm="10000">
                                          <p:val>
                                            <p:strVal val="0.71*ppt_w"/>
                                          </p:val>
                                        </p:tav>
                                        <p:tav tm="15000">
                                          <p:val>
                                            <p:strVal val="0.38*ppt_w"/>
                                          </p:val>
                                        </p:tav>
                                        <p:tav tm="20000">
                                          <p:val>
                                            <p:fltVal val="0"/>
                                          </p:val>
                                        </p:tav>
                                        <p:tav tm="25000">
                                          <p:val>
                                            <p:strVal val="-0.38*ppt_w"/>
                                          </p:val>
                                        </p:tav>
                                        <p:tav tm="30000">
                                          <p:val>
                                            <p:strVal val="-0.71*ppt_w"/>
                                          </p:val>
                                        </p:tav>
                                        <p:tav tm="35000">
                                          <p:val>
                                            <p:strVal val="-0.92*ppt_w"/>
                                          </p:val>
                                        </p:tav>
                                        <p:tav tm="40000">
                                          <p:val>
                                            <p:strVal val="-ppt_w"/>
                                          </p:val>
                                        </p:tav>
                                        <p:tav tm="45000">
                                          <p:val>
                                            <p:strVal val="-0.92*ppt_w"/>
                                          </p:val>
                                        </p:tav>
                                        <p:tav tm="50000">
                                          <p:val>
                                            <p:strVal val="-0.71*ppt_w"/>
                                          </p:val>
                                        </p:tav>
                                        <p:tav tm="55000">
                                          <p:val>
                                            <p:strVal val="-0.38*ppt_w"/>
                                          </p:val>
                                        </p:tav>
                                        <p:tav tm="60000">
                                          <p:val>
                                            <p:fltVal val="0"/>
                                          </p:val>
                                        </p:tav>
                                        <p:tav tm="65000">
                                          <p:val>
                                            <p:strVal val="0.38*ppt_w"/>
                                          </p:val>
                                        </p:tav>
                                        <p:tav tm="70000">
                                          <p:val>
                                            <p:strVal val="0.71*ppt_w"/>
                                          </p:val>
                                        </p:tav>
                                        <p:tav tm="75000">
                                          <p:val>
                                            <p:strVal val="0.92*ppt_w"/>
                                          </p:val>
                                        </p:tav>
                                        <p:tav tm="80000">
                                          <p:val>
                                            <p:strVal val="ppt_w"/>
                                          </p:val>
                                        </p:tav>
                                        <p:tav tm="85000">
                                          <p:val>
                                            <p:strVal val="0.92*ppt_w"/>
                                          </p:val>
                                        </p:tav>
                                        <p:tav tm="90000">
                                          <p:val>
                                            <p:strVal val="0.71*ppt_w"/>
                                          </p:val>
                                        </p:tav>
                                        <p:tav tm="95000">
                                          <p:val>
                                            <p:strVal val="0.38*ppt_w"/>
                                          </p:val>
                                        </p:tav>
                                        <p:tav tm="100000">
                                          <p:val>
                                            <p:fltVal val="0"/>
                                          </p:val>
                                        </p:tav>
                                      </p:tavLst>
                                    </p:anim>
                                    <p:anim calcmode="lin" valueType="num">
                                      <p:cBhvr>
                                        <p:cTn id="27" dur="2000"/>
                                        <p:tgtEl>
                                          <p:spTgt spid="10">
                                            <p:txEl>
                                              <p:pRg st="0" end="0"/>
                                            </p:txEl>
                                          </p:spTgt>
                                        </p:tgtEl>
                                        <p:attrNameLst>
                                          <p:attrName>ppt_h</p:attrName>
                                        </p:attrNameLst>
                                      </p:cBhvr>
                                      <p:tavLst>
                                        <p:tav tm="0">
                                          <p:val>
                                            <p:strVal val="ppt_h"/>
                                          </p:val>
                                        </p:tav>
                                        <p:tav tm="100000">
                                          <p:val>
                                            <p:strVal val="ppt_h"/>
                                          </p:val>
                                        </p:tav>
                                      </p:tavLst>
                                    </p:anim>
                                    <p:set>
                                      <p:cBhvr>
                                        <p:cTn id="28" dur="1" fill="hold">
                                          <p:stCondLst>
                                            <p:cond delay="1999"/>
                                          </p:stCondLst>
                                        </p:cTn>
                                        <p:tgtEl>
                                          <p:spTgt spid="10">
                                            <p:txEl>
                                              <p:pRg st="0" end="0"/>
                                            </p:txEl>
                                          </p:spTgt>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9" grpId="1"/>
      <p:bldP spid="9" grpId="2"/>
      <p:bldP spid="9" grpId="3"/>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ROLE OF INTERNET AS A SOURCE OF             INFORMATION </a:t>
            </a:r>
            <a:endParaRPr lang="en-ZA" dirty="0"/>
          </a:p>
        </p:txBody>
      </p:sp>
      <p:sp>
        <p:nvSpPr>
          <p:cNvPr id="5" name="Text Placeholder 4"/>
          <p:cNvSpPr>
            <a:spLocks noGrp="1"/>
          </p:cNvSpPr>
          <p:nvPr>
            <p:ph type="body" idx="1"/>
          </p:nvPr>
        </p:nvSpPr>
        <p:spPr>
          <a:xfrm>
            <a:off x="535303" y="1930400"/>
            <a:ext cx="4440365" cy="643965"/>
          </a:xfrm>
        </p:spPr>
        <p:txBody>
          <a:bodyPr/>
          <a:lstStyle/>
          <a:p>
            <a:pPr lvl="0"/>
            <a:r>
              <a:rPr lang="en-US" dirty="0" smtClean="0"/>
              <a:t>Advantages of using internet</a:t>
            </a:r>
            <a:endParaRPr lang="en-US" dirty="0"/>
          </a:p>
        </p:txBody>
      </p:sp>
      <p:sp>
        <p:nvSpPr>
          <p:cNvPr id="6" name="Content Placeholder 5"/>
          <p:cNvSpPr>
            <a:spLocks noGrp="1"/>
          </p:cNvSpPr>
          <p:nvPr>
            <p:ph sz="half" idx="2"/>
          </p:nvPr>
        </p:nvSpPr>
        <p:spPr/>
        <p:txBody>
          <a:bodyPr/>
          <a:lstStyle/>
          <a:p>
            <a:r>
              <a:rPr lang="en-US" dirty="0" smtClean="0"/>
              <a:t>Communication</a:t>
            </a:r>
          </a:p>
          <a:p>
            <a:r>
              <a:rPr lang="en-US" dirty="0" smtClean="0"/>
              <a:t>Digital transaction</a:t>
            </a:r>
          </a:p>
          <a:p>
            <a:r>
              <a:rPr lang="en-US" dirty="0" smtClean="0"/>
              <a:t>Money management</a:t>
            </a:r>
          </a:p>
          <a:p>
            <a:r>
              <a:rPr lang="en-US" dirty="0"/>
              <a:t>E</a:t>
            </a:r>
            <a:r>
              <a:rPr lang="en-US" dirty="0" smtClean="0"/>
              <a:t>ntertainment and lifestyle</a:t>
            </a:r>
          </a:p>
          <a:p>
            <a:r>
              <a:rPr lang="en-US" dirty="0" smtClean="0"/>
              <a:t>E-mailing</a:t>
            </a:r>
          </a:p>
          <a:p>
            <a:r>
              <a:rPr lang="en-US" dirty="0" smtClean="0"/>
              <a:t>Job finding</a:t>
            </a:r>
          </a:p>
          <a:p>
            <a:r>
              <a:rPr lang="en-US" dirty="0" smtClean="0"/>
              <a:t>Used in e-learning</a:t>
            </a:r>
            <a:endParaRPr lang="en-US" dirty="0"/>
          </a:p>
        </p:txBody>
      </p:sp>
      <p:sp>
        <p:nvSpPr>
          <p:cNvPr id="7" name="Text Placeholder 6"/>
          <p:cNvSpPr>
            <a:spLocks noGrp="1"/>
          </p:cNvSpPr>
          <p:nvPr>
            <p:ph type="body" sz="quarter" idx="3"/>
          </p:nvPr>
        </p:nvSpPr>
        <p:spPr/>
        <p:txBody>
          <a:bodyPr/>
          <a:lstStyle/>
          <a:p>
            <a:r>
              <a:rPr lang="en-US" dirty="0" smtClean="0"/>
              <a:t>Disadvantages of using internet</a:t>
            </a:r>
            <a:endParaRPr lang="en-ZA" dirty="0"/>
          </a:p>
        </p:txBody>
      </p:sp>
      <p:sp>
        <p:nvSpPr>
          <p:cNvPr id="8" name="Content Placeholder 7"/>
          <p:cNvSpPr>
            <a:spLocks noGrp="1"/>
          </p:cNvSpPr>
          <p:nvPr>
            <p:ph sz="quarter" idx="4"/>
          </p:nvPr>
        </p:nvSpPr>
        <p:spPr/>
        <p:txBody>
          <a:bodyPr/>
          <a:lstStyle/>
          <a:p>
            <a:pPr lvl="0"/>
            <a:r>
              <a:rPr lang="en-US" dirty="0"/>
              <a:t>Security </a:t>
            </a:r>
            <a:r>
              <a:rPr lang="en-US" dirty="0" smtClean="0"/>
              <a:t>threats</a:t>
            </a:r>
          </a:p>
          <a:p>
            <a:r>
              <a:rPr lang="en-US" dirty="0" smtClean="0"/>
              <a:t>Pornographic </a:t>
            </a:r>
            <a:r>
              <a:rPr lang="en-US" dirty="0"/>
              <a:t>and causes of violent images</a:t>
            </a:r>
          </a:p>
          <a:p>
            <a:r>
              <a:rPr lang="en-US" dirty="0"/>
              <a:t>Waste of time</a:t>
            </a:r>
          </a:p>
          <a:p>
            <a:r>
              <a:rPr lang="en-US" dirty="0"/>
              <a:t>Cyber crime</a:t>
            </a:r>
          </a:p>
          <a:p>
            <a:r>
              <a:rPr lang="en-US" dirty="0"/>
              <a:t>Money frauds</a:t>
            </a:r>
          </a:p>
          <a:p>
            <a:r>
              <a:rPr lang="en-US" dirty="0"/>
              <a:t>Virus and hacking attacks</a:t>
            </a:r>
          </a:p>
          <a:p>
            <a:pPr lvl="0"/>
            <a:endParaRPr lang="en-US" dirty="0"/>
          </a:p>
        </p:txBody>
      </p:sp>
    </p:spTree>
    <p:extLst>
      <p:ext uri="{BB962C8B-B14F-4D97-AF65-F5344CB8AC3E}">
        <p14:creationId xmlns:p14="http://schemas.microsoft.com/office/powerpoint/2010/main" val="2546403112"/>
      </p:ext>
    </p:extLst>
  </p:cSld>
  <p:clrMapOvr>
    <a:masterClrMapping/>
  </p:clrMapOvr>
  <mc:AlternateContent xmlns:mc="http://schemas.openxmlformats.org/markup-compatibility/2006">
    <mc:Choice xmlns:p14="http://schemas.microsoft.com/office/powerpoint/2010/main" Requires="p14">
      <p:transition spd="slow" p14:dur="1500">
        <p:split orient="vert"/>
      </p:transition>
    </mc:Choice>
    <mc:Fallback>
      <p:transition spd="slow">
        <p:split orient="vert"/>
      </p:transition>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39800" y="51238"/>
            <a:ext cx="8499302" cy="393262"/>
          </a:xfrm>
        </p:spPr>
        <p:txBody>
          <a:bodyPr>
            <a:normAutofit/>
          </a:bodyPr>
          <a:lstStyle/>
          <a:p>
            <a:r>
              <a:rPr lang="en-US" sz="1200" dirty="0" smtClean="0"/>
              <a:t>Continued……..</a:t>
            </a:r>
            <a:endParaRPr lang="en-ZA" sz="1200" dirty="0"/>
          </a:p>
        </p:txBody>
      </p:sp>
      <p:sp>
        <p:nvSpPr>
          <p:cNvPr id="3" name="Content Placeholder 2"/>
          <p:cNvSpPr>
            <a:spLocks noGrp="1"/>
          </p:cNvSpPr>
          <p:nvPr>
            <p:ph idx="1"/>
          </p:nvPr>
        </p:nvSpPr>
        <p:spPr>
          <a:xfrm>
            <a:off x="540702" y="996238"/>
            <a:ext cx="9846628" cy="5227686"/>
          </a:xfrm>
        </p:spPr>
        <p:txBody>
          <a:bodyPr/>
          <a:lstStyle/>
          <a:p>
            <a:pPr marL="0" indent="0">
              <a:buNone/>
            </a:pPr>
            <a:r>
              <a:rPr lang="en-US" sz="3600" dirty="0">
                <a:solidFill>
                  <a:schemeClr val="accent1"/>
                </a:solidFill>
              </a:rPr>
              <a:t>Getting started with the browser</a:t>
            </a:r>
            <a:r>
              <a:rPr lang="en-US" sz="1600" dirty="0"/>
              <a:t/>
            </a:r>
            <a:br>
              <a:rPr lang="en-US" sz="1600" dirty="0"/>
            </a:br>
            <a:endParaRPr lang="en-US" sz="1600" dirty="0"/>
          </a:p>
          <a:p>
            <a:pPr marL="0" indent="0">
              <a:buNone/>
            </a:pPr>
            <a:r>
              <a:rPr lang="en-US" sz="1600" dirty="0" smtClean="0"/>
              <a:t> Web browser is a software that allows users to access and view web pages or access web programs</a:t>
            </a:r>
            <a:endParaRPr lang="en-ZA" sz="1600" dirty="0" smtClean="0"/>
          </a:p>
          <a:p>
            <a:pPr>
              <a:buFont typeface="Arial" panose="020B0604020202020204" pitchFamily="34" charset="0"/>
              <a:buChar char="•"/>
            </a:pPr>
            <a:r>
              <a:rPr lang="en-US" sz="1600" dirty="0" smtClean="0"/>
              <a:t>To get started with a browser one must have a computer and that is connected  to the web browser.</a:t>
            </a:r>
          </a:p>
          <a:p>
            <a:pPr>
              <a:buFont typeface="Arial" panose="020B0604020202020204" pitchFamily="34" charset="0"/>
              <a:buChar char="•"/>
            </a:pPr>
            <a:r>
              <a:rPr lang="en-US" sz="1600" dirty="0" smtClean="0"/>
              <a:t>Examples of web browsers for personal computer include; internet explorer; Firefox, Opera, Safari and Google Chrome.</a:t>
            </a:r>
          </a:p>
          <a:p>
            <a:pPr>
              <a:buFont typeface="Arial" panose="020B0604020202020204" pitchFamily="34" charset="0"/>
              <a:buChar char="•"/>
            </a:pPr>
            <a:r>
              <a:rPr lang="en-US" sz="1600" dirty="0" smtClean="0"/>
              <a:t>With internet connection established, one starts a web browser. The browser retrieves and displays the home page.</a:t>
            </a:r>
          </a:p>
          <a:p>
            <a:pPr>
              <a:buFont typeface="Arial" panose="020B0604020202020204" pitchFamily="34" charset="0"/>
              <a:buChar char="•"/>
            </a:pPr>
            <a:r>
              <a:rPr lang="en-US" sz="1600" dirty="0" smtClean="0"/>
              <a:t>A  home page is the first page when a site displays.</a:t>
            </a:r>
          </a:p>
          <a:p>
            <a:pPr marL="0" indent="0">
              <a:buNone/>
            </a:pPr>
            <a:r>
              <a:rPr lang="en-US" sz="1600" dirty="0" smtClean="0"/>
              <a:t>For a computer to display a web page, it must be downloaded. Downloading means the process of a computer or device  </a:t>
            </a:r>
            <a:r>
              <a:rPr lang="en-US" sz="1600" dirty="0" err="1" smtClean="0"/>
              <a:t>receieving</a:t>
            </a:r>
            <a:r>
              <a:rPr lang="en-US" sz="1600" dirty="0" smtClean="0"/>
              <a:t> information such as web page from  a server on the internet.</a:t>
            </a:r>
          </a:p>
          <a:p>
            <a:pPr marL="0" indent="0">
              <a:buNone/>
            </a:pPr>
            <a:endParaRPr lang="en-US" sz="1600" dirty="0" smtClean="0"/>
          </a:p>
          <a:p>
            <a:pPr marL="0" indent="0">
              <a:buNone/>
            </a:pPr>
            <a:endParaRPr lang="en-US" sz="1600" dirty="0" smtClean="0"/>
          </a:p>
          <a:p>
            <a:pPr marL="0" indent="0">
              <a:buNone/>
            </a:pPr>
            <a:endParaRPr lang="en-US" dirty="0"/>
          </a:p>
          <a:p>
            <a:pPr marL="0" indent="0">
              <a:buNone/>
            </a:pPr>
            <a:endParaRPr lang="en-US" dirty="0" smtClean="0"/>
          </a:p>
          <a:p>
            <a:pPr marL="0" indent="0">
              <a:buNone/>
            </a:pPr>
            <a:endParaRPr lang="en-US" dirty="0"/>
          </a:p>
          <a:p>
            <a:pPr marL="0" indent="0">
              <a:buNone/>
            </a:pPr>
            <a:endParaRPr lang="en-US" dirty="0" smtClean="0"/>
          </a:p>
          <a:p>
            <a:pPr marL="0" indent="0">
              <a:buNone/>
            </a:pPr>
            <a:endParaRPr lang="en-US" dirty="0"/>
          </a:p>
          <a:p>
            <a:pPr marL="0" indent="0">
              <a:buNone/>
            </a:pPr>
            <a:endParaRPr lang="en-US" dirty="0" smtClean="0"/>
          </a:p>
          <a:p>
            <a:pPr marL="0" indent="0">
              <a:buNone/>
            </a:pPr>
            <a:endParaRPr lang="en-US" dirty="0"/>
          </a:p>
          <a:p>
            <a:pPr marL="0" indent="0">
              <a:buNone/>
            </a:pPr>
            <a:endParaRPr lang="en-US" dirty="0" smtClean="0"/>
          </a:p>
          <a:p>
            <a:pPr marL="0" indent="0">
              <a:buNone/>
            </a:pPr>
            <a:endParaRPr lang="en-US" dirty="0"/>
          </a:p>
          <a:p>
            <a:pPr marL="0" indent="0">
              <a:buNone/>
            </a:pPr>
            <a:endParaRPr lang="en-US" dirty="0" smtClean="0"/>
          </a:p>
          <a:p>
            <a:pPr marL="0" indent="0">
              <a:buNone/>
            </a:pPr>
            <a:endParaRPr lang="en-US" dirty="0" smtClean="0"/>
          </a:p>
        </p:txBody>
      </p:sp>
      <p:sp>
        <p:nvSpPr>
          <p:cNvPr id="4" name="Footer Placeholder 3"/>
          <p:cNvSpPr>
            <a:spLocks noGrp="1"/>
          </p:cNvSpPr>
          <p:nvPr>
            <p:ph type="ftr" sz="quarter" idx="11"/>
          </p:nvPr>
        </p:nvSpPr>
        <p:spPr/>
        <p:txBody>
          <a:bodyPr/>
          <a:lstStyle/>
          <a:p>
            <a:endParaRPr lang="en-US" dirty="0"/>
          </a:p>
        </p:txBody>
      </p:sp>
    </p:spTree>
    <p:extLst>
      <p:ext uri="{BB962C8B-B14F-4D97-AF65-F5344CB8AC3E}">
        <p14:creationId xmlns:p14="http://schemas.microsoft.com/office/powerpoint/2010/main" val="1397864877"/>
      </p:ext>
    </p:extLst>
  </p:cSld>
  <p:clrMapOvr>
    <a:masterClrMapping/>
  </p:clrMapOvr>
  <mc:AlternateContent xmlns:mc="http://schemas.openxmlformats.org/markup-compatibility/2006">
    <mc:Choice xmlns:p14="http://schemas.microsoft.com/office/powerpoint/2010/main" Requires="p14">
      <p:transition spd="slow" p14:dur="1500">
        <p:split orient="vert"/>
      </p:transition>
    </mc:Choice>
    <mc:Fallback>
      <p:transition spd="slow">
        <p:split orient="vert"/>
      </p:transition>
    </mc:Fallback>
  </mc:AlternateContent>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98500" y="177801"/>
            <a:ext cx="8550102" cy="368299"/>
          </a:xfrm>
        </p:spPr>
        <p:txBody>
          <a:bodyPr>
            <a:normAutofit/>
          </a:bodyPr>
          <a:lstStyle/>
          <a:p>
            <a:r>
              <a:rPr lang="en-US" sz="1200" b="1" dirty="0" smtClean="0"/>
              <a:t>Continued....</a:t>
            </a:r>
            <a:endParaRPr lang="en-ZA" sz="1200" b="1" dirty="0"/>
          </a:p>
        </p:txBody>
      </p:sp>
      <p:sp>
        <p:nvSpPr>
          <p:cNvPr id="3" name="Content Placeholder 2"/>
          <p:cNvSpPr>
            <a:spLocks noGrp="1"/>
          </p:cNvSpPr>
          <p:nvPr>
            <p:ph idx="1"/>
          </p:nvPr>
        </p:nvSpPr>
        <p:spPr>
          <a:xfrm>
            <a:off x="469900" y="1308101"/>
            <a:ext cx="9385300" cy="4571999"/>
          </a:xfrm>
        </p:spPr>
        <p:txBody>
          <a:bodyPr>
            <a:normAutofit fontScale="92500" lnSpcReduction="20000"/>
          </a:bodyPr>
          <a:lstStyle/>
          <a:p>
            <a:pPr marL="0" indent="0">
              <a:buNone/>
            </a:pPr>
            <a:r>
              <a:rPr lang="en-US" b="1" dirty="0"/>
              <a:t>HOW TO OPEN A WEB BROWSER</a:t>
            </a:r>
            <a:endParaRPr lang="en-GB" dirty="0" smtClean="0"/>
          </a:p>
          <a:p>
            <a:pPr>
              <a:buFont typeface="+mj-lt"/>
              <a:buAutoNum type="arabicPeriod"/>
            </a:pPr>
            <a:r>
              <a:rPr lang="en-GB" dirty="0" smtClean="0"/>
              <a:t>Click </a:t>
            </a:r>
            <a:r>
              <a:rPr lang="en-GB" dirty="0"/>
              <a:t>windows start button in the lower left corner of your screen to launch the start menu</a:t>
            </a:r>
            <a:r>
              <a:rPr lang="en-GB" dirty="0" smtClean="0"/>
              <a:t>.</a:t>
            </a:r>
          </a:p>
          <a:p>
            <a:pPr lvl="0">
              <a:buFont typeface="+mj-lt"/>
              <a:buAutoNum type="arabicPeriod"/>
            </a:pPr>
            <a:r>
              <a:rPr lang="en-GB" dirty="0"/>
              <a:t>Click “all programs” button to load a list of the programs currently available for use in your computer.</a:t>
            </a:r>
            <a:endParaRPr lang="en-ZA" dirty="0"/>
          </a:p>
          <a:p>
            <a:pPr lvl="0">
              <a:buFont typeface="+mj-lt"/>
              <a:buAutoNum type="arabicPeriod"/>
            </a:pPr>
            <a:r>
              <a:rPr lang="en-GB" dirty="0"/>
              <a:t>Click internet explorer on the all programs menu.</a:t>
            </a:r>
            <a:endParaRPr lang="en-ZA" dirty="0"/>
          </a:p>
          <a:p>
            <a:pPr marL="0" indent="0">
              <a:buNone/>
            </a:pPr>
            <a:r>
              <a:rPr lang="en-GB" b="1" dirty="0" smtClean="0"/>
              <a:t>COMPONENTS/ ELEMENTS OF A WEB  BROWSER</a:t>
            </a:r>
            <a:endParaRPr lang="en-ZA" dirty="0"/>
          </a:p>
          <a:p>
            <a:pPr lvl="0">
              <a:buFont typeface="+mj-lt"/>
              <a:buAutoNum type="arabicParenR"/>
            </a:pPr>
            <a:r>
              <a:rPr lang="en-GB" b="1" u="sng" dirty="0"/>
              <a:t>User interface.</a:t>
            </a:r>
            <a:r>
              <a:rPr lang="en-GB" dirty="0"/>
              <a:t> Is a space where you  interact with the browser. It includes; add bar, onscreen, back, forward and refresh.</a:t>
            </a:r>
            <a:endParaRPr lang="en-ZA" dirty="0"/>
          </a:p>
          <a:p>
            <a:pPr lvl="0">
              <a:buFont typeface="+mj-lt"/>
              <a:buAutoNum type="arabicParenR"/>
            </a:pPr>
            <a:r>
              <a:rPr lang="en-GB" b="1" u="sng" dirty="0"/>
              <a:t>Browser engine. </a:t>
            </a:r>
            <a:r>
              <a:rPr lang="en-GB" dirty="0"/>
              <a:t>It provide a link between the user and the rendering engine</a:t>
            </a:r>
            <a:r>
              <a:rPr lang="en-GB" dirty="0" smtClean="0"/>
              <a:t>.</a:t>
            </a:r>
          </a:p>
          <a:p>
            <a:pPr>
              <a:buFont typeface="+mj-lt"/>
              <a:buAutoNum type="arabicParenR"/>
            </a:pPr>
            <a:r>
              <a:rPr lang="en-GB" b="1" u="sng" dirty="0"/>
              <a:t>Rendering engine.</a:t>
            </a:r>
            <a:r>
              <a:rPr lang="en-GB" dirty="0"/>
              <a:t> It renders </a:t>
            </a:r>
            <a:r>
              <a:rPr lang="en-GB" dirty="0" err="1"/>
              <a:t>reguested</a:t>
            </a:r>
            <a:r>
              <a:rPr lang="en-GB" dirty="0"/>
              <a:t> web page on the browser screen for example indent, Gecko press to</a:t>
            </a:r>
            <a:r>
              <a:rPr lang="en-GB" dirty="0" smtClean="0"/>
              <a:t>.</a:t>
            </a:r>
            <a:r>
              <a:rPr lang="en-GB" b="1" dirty="0"/>
              <a:t> </a:t>
            </a:r>
            <a:endParaRPr lang="en-ZA" dirty="0"/>
          </a:p>
          <a:p>
            <a:pPr>
              <a:buFont typeface="+mj-lt"/>
              <a:buAutoNum type="arabicParenR"/>
            </a:pPr>
            <a:r>
              <a:rPr lang="en-GB" b="1" u="sng" dirty="0" smtClean="0"/>
              <a:t>Networking</a:t>
            </a:r>
            <a:r>
              <a:rPr lang="en-GB" b="1" u="sng" dirty="0"/>
              <a:t>.</a:t>
            </a:r>
            <a:r>
              <a:rPr lang="en-GB" dirty="0"/>
              <a:t> Handles internet communication and security.</a:t>
            </a:r>
            <a:endParaRPr lang="en-ZA" dirty="0"/>
          </a:p>
          <a:p>
            <a:pPr>
              <a:buFont typeface="+mj-lt"/>
              <a:buAutoNum type="arabicParenR"/>
            </a:pPr>
            <a:endParaRPr lang="en-ZA" dirty="0"/>
          </a:p>
        </p:txBody>
      </p:sp>
    </p:spTree>
    <p:extLst>
      <p:ext uri="{BB962C8B-B14F-4D97-AF65-F5344CB8AC3E}">
        <p14:creationId xmlns:p14="http://schemas.microsoft.com/office/powerpoint/2010/main" val="1568498853"/>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2000">
        <p15:prstTrans prst="fracture"/>
      </p:transition>
    </mc:Choice>
    <mc:Fallback>
      <p:transition spd="slow">
        <p:fade/>
      </p:transition>
    </mc:Fallback>
  </mc:AlternateContent>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032001" y="103410"/>
            <a:ext cx="8939212" cy="417290"/>
          </a:xfrm>
        </p:spPr>
        <p:txBody>
          <a:bodyPr>
            <a:noAutofit/>
          </a:bodyPr>
          <a:lstStyle/>
          <a:p>
            <a:r>
              <a:rPr lang="en-ZA" sz="1200" dirty="0" smtClean="0"/>
              <a:t>Continued…</a:t>
            </a:r>
            <a:r>
              <a:rPr lang="en-ZA" sz="1200" dirty="0"/>
              <a:t/>
            </a:r>
            <a:br>
              <a:rPr lang="en-ZA" sz="1200" dirty="0"/>
            </a:br>
            <a:endParaRPr lang="en-ZA" sz="1200" dirty="0"/>
          </a:p>
        </p:txBody>
      </p:sp>
      <p:sp>
        <p:nvSpPr>
          <p:cNvPr id="3" name="Content Placeholder 2"/>
          <p:cNvSpPr>
            <a:spLocks noGrp="1"/>
          </p:cNvSpPr>
          <p:nvPr>
            <p:ph idx="1"/>
          </p:nvPr>
        </p:nvSpPr>
        <p:spPr>
          <a:xfrm>
            <a:off x="1816100" y="673100"/>
            <a:ext cx="9398000" cy="4864100"/>
          </a:xfrm>
        </p:spPr>
        <p:txBody>
          <a:bodyPr>
            <a:normAutofit lnSpcReduction="10000"/>
          </a:bodyPr>
          <a:lstStyle/>
          <a:p>
            <a:pPr marL="0" lvl="0" indent="0">
              <a:buNone/>
            </a:pPr>
            <a:r>
              <a:rPr lang="en-GB" b="1" u="sng" dirty="0"/>
              <a:t>Step by step working of a web browser</a:t>
            </a:r>
            <a:endParaRPr lang="en-GB" dirty="0" smtClean="0"/>
          </a:p>
          <a:p>
            <a:pPr lvl="0">
              <a:buFont typeface="+mj-lt"/>
              <a:buAutoNum type="alphaLcParenR"/>
            </a:pPr>
            <a:r>
              <a:rPr lang="en-GB" dirty="0" smtClean="0"/>
              <a:t>You enter a URL (Universal resource locator) in the browser.</a:t>
            </a:r>
            <a:endParaRPr lang="en-ZA" dirty="0" smtClean="0"/>
          </a:p>
          <a:p>
            <a:pPr lvl="0">
              <a:buFont typeface="+mj-lt"/>
              <a:buAutoNum type="alphaLcParenR"/>
            </a:pPr>
            <a:r>
              <a:rPr lang="en-GB" dirty="0" smtClean="0"/>
              <a:t>The </a:t>
            </a:r>
            <a:r>
              <a:rPr lang="en-GB" dirty="0"/>
              <a:t>browser finds the IP(internet protocol) address for </a:t>
            </a:r>
            <a:r>
              <a:rPr lang="en-GB" dirty="0" err="1"/>
              <a:t>theb</a:t>
            </a:r>
            <a:r>
              <a:rPr lang="en-GB" dirty="0"/>
              <a:t> domain using DNS</a:t>
            </a:r>
            <a:endParaRPr lang="en-ZA" dirty="0"/>
          </a:p>
          <a:p>
            <a:pPr lvl="0">
              <a:buFont typeface="+mj-lt"/>
              <a:buAutoNum type="alphaLcParenR"/>
            </a:pPr>
            <a:r>
              <a:rPr lang="en-GB" dirty="0"/>
              <a:t>The browser initiates connection with a server.</a:t>
            </a:r>
            <a:endParaRPr lang="en-ZA" dirty="0"/>
          </a:p>
          <a:p>
            <a:pPr lvl="0">
              <a:buFont typeface="+mj-lt"/>
              <a:buAutoNum type="alphaLcParenR"/>
            </a:pPr>
            <a:r>
              <a:rPr lang="en-GB" dirty="0"/>
              <a:t>Then is sends an HTTP(Hypertext transfer protocol) request to the web server</a:t>
            </a:r>
            <a:r>
              <a:rPr lang="en-GB" dirty="0" smtClean="0"/>
              <a:t>.</a:t>
            </a:r>
            <a:endParaRPr lang="en-ZA" dirty="0"/>
          </a:p>
          <a:p>
            <a:pPr lvl="0">
              <a:buFont typeface="+mj-lt"/>
              <a:buAutoNum type="alphaLcParenR"/>
            </a:pPr>
            <a:r>
              <a:rPr lang="en-GB" dirty="0" smtClean="0"/>
              <a:t> server </a:t>
            </a:r>
            <a:r>
              <a:rPr lang="en-GB" dirty="0"/>
              <a:t>handles the request and sends </a:t>
            </a:r>
            <a:r>
              <a:rPr lang="en-GB" dirty="0" err="1"/>
              <a:t>outb</a:t>
            </a:r>
            <a:r>
              <a:rPr lang="en-GB" dirty="0"/>
              <a:t> an HTTP </a:t>
            </a:r>
            <a:r>
              <a:rPr lang="en-GB" dirty="0" smtClean="0"/>
              <a:t>response.</a:t>
            </a:r>
          </a:p>
          <a:p>
            <a:pPr marL="0" lvl="0" indent="0">
              <a:buNone/>
            </a:pPr>
            <a:r>
              <a:rPr lang="en-GB" b="1" dirty="0" smtClean="0"/>
              <a:t>                                        SECURITY </a:t>
            </a:r>
            <a:r>
              <a:rPr lang="en-GB" b="1" dirty="0"/>
              <a:t>ON THE </a:t>
            </a:r>
            <a:r>
              <a:rPr lang="en-GB" b="1" dirty="0" smtClean="0"/>
              <a:t>WEB</a:t>
            </a:r>
          </a:p>
          <a:p>
            <a:pPr marL="0" indent="0">
              <a:buNone/>
            </a:pPr>
            <a:r>
              <a:rPr lang="en-GB" dirty="0"/>
              <a:t>Web security refers to protecting networks and computer systems from damage to or the theft of software, hardware or data.</a:t>
            </a:r>
            <a:endParaRPr lang="en-ZA" dirty="0"/>
          </a:p>
          <a:p>
            <a:pPr marL="0" indent="0">
              <a:buNone/>
            </a:pPr>
            <a:r>
              <a:rPr lang="en-GB" b="1" dirty="0" smtClean="0"/>
              <a:t>                                 TYPES </a:t>
            </a:r>
            <a:r>
              <a:rPr lang="en-GB" b="1" dirty="0"/>
              <a:t>OF WEB SECURITY </a:t>
            </a:r>
            <a:r>
              <a:rPr lang="en-GB" b="1" dirty="0" smtClean="0"/>
              <a:t>RISKS</a:t>
            </a:r>
          </a:p>
          <a:p>
            <a:pPr>
              <a:buFont typeface="Wingdings" panose="05000000000000000000" pitchFamily="2" charset="2"/>
              <a:buChar char="q"/>
            </a:pPr>
            <a:r>
              <a:rPr lang="en-GB" u="sng" dirty="0"/>
              <a:t>Malware</a:t>
            </a:r>
            <a:r>
              <a:rPr lang="en-GB" dirty="0"/>
              <a:t> –this is a software designed to disrupt, damage or gain unauthorized access to a computer system</a:t>
            </a:r>
            <a:r>
              <a:rPr lang="en-GB" dirty="0" smtClean="0"/>
              <a:t>.</a:t>
            </a:r>
          </a:p>
          <a:p>
            <a:pPr lvl="0">
              <a:buFont typeface="Wingdings" panose="05000000000000000000" pitchFamily="2" charset="2"/>
              <a:buChar char="q"/>
            </a:pPr>
            <a:r>
              <a:rPr lang="en-GB" u="sng" dirty="0"/>
              <a:t>Backlisting</a:t>
            </a:r>
            <a:r>
              <a:rPr lang="en-GB" dirty="0"/>
              <a:t> –your site can be removed from the search engine page results if search engines find any malware in the web site.</a:t>
            </a:r>
            <a:endParaRPr lang="en-ZA" dirty="0"/>
          </a:p>
          <a:p>
            <a:pPr marL="0" lvl="0" indent="0">
              <a:buNone/>
            </a:pPr>
            <a:endParaRPr lang="en-GB" dirty="0" smtClean="0"/>
          </a:p>
          <a:p>
            <a:pPr marL="0" lvl="0" indent="0">
              <a:buNone/>
            </a:pPr>
            <a:endParaRPr lang="en-ZA" dirty="0"/>
          </a:p>
          <a:p>
            <a:pPr>
              <a:buFont typeface="+mj-lt"/>
              <a:buAutoNum type="alphaLcParenR"/>
            </a:pPr>
            <a:endParaRPr lang="en-ZA" dirty="0"/>
          </a:p>
        </p:txBody>
      </p:sp>
    </p:spTree>
    <p:extLst>
      <p:ext uri="{BB962C8B-B14F-4D97-AF65-F5344CB8AC3E}">
        <p14:creationId xmlns:p14="http://schemas.microsoft.com/office/powerpoint/2010/main" val="3063838220"/>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2000">
        <p15:prstTrans prst="fracture"/>
      </p:transition>
    </mc:Choice>
    <mc:Fallback>
      <p:transition spd="slow">
        <p:fade/>
      </p:transition>
    </mc:Fallback>
  </mc:AlternateContent>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2489200" y="122362"/>
            <a:ext cx="9011699" cy="195138"/>
          </a:xfrm>
        </p:spPr>
        <p:txBody>
          <a:bodyPr>
            <a:normAutofit fontScale="90000"/>
          </a:bodyPr>
          <a:lstStyle/>
          <a:p>
            <a:r>
              <a:rPr lang="en-US" sz="1200" dirty="0" smtClean="0"/>
              <a:t>Continued….</a:t>
            </a:r>
            <a:endParaRPr lang="en-ZA" sz="1200" dirty="0"/>
          </a:p>
        </p:txBody>
      </p:sp>
      <p:sp>
        <p:nvSpPr>
          <p:cNvPr id="3" name="Content Placeholder 2"/>
          <p:cNvSpPr>
            <a:spLocks noGrp="1"/>
          </p:cNvSpPr>
          <p:nvPr>
            <p:ph idx="1"/>
          </p:nvPr>
        </p:nvSpPr>
        <p:spPr>
          <a:xfrm>
            <a:off x="2591068" y="2131593"/>
            <a:ext cx="8915400" cy="3777622"/>
          </a:xfrm>
        </p:spPr>
        <p:txBody>
          <a:bodyPr>
            <a:normAutofit fontScale="85000" lnSpcReduction="20000"/>
          </a:bodyPr>
          <a:lstStyle/>
          <a:p>
            <a:pPr>
              <a:buFont typeface="Wingdings" panose="05000000000000000000" pitchFamily="2" charset="2"/>
              <a:buChar char="q"/>
            </a:pPr>
            <a:r>
              <a:rPr lang="en-GB" u="sng" dirty="0" smtClean="0"/>
              <a:t>Hackers--</a:t>
            </a:r>
            <a:r>
              <a:rPr lang="en-GB" dirty="0" smtClean="0"/>
              <a:t> </a:t>
            </a:r>
            <a:r>
              <a:rPr lang="en-GB" dirty="0"/>
              <a:t>can get a chance to access your site and your business information stored on it by taking advantage of weak areas in a site, using an absolute plugin</a:t>
            </a:r>
            <a:r>
              <a:rPr lang="en-GB" dirty="0" smtClean="0"/>
              <a:t>.</a:t>
            </a:r>
          </a:p>
          <a:p>
            <a:pPr lvl="0">
              <a:buFont typeface="Wingdings" panose="05000000000000000000" pitchFamily="2" charset="2"/>
              <a:buChar char="q"/>
            </a:pPr>
            <a:r>
              <a:rPr lang="en-GB" u="sng" dirty="0"/>
              <a:t>Defacement </a:t>
            </a:r>
            <a:r>
              <a:rPr lang="en-GB" dirty="0"/>
              <a:t>–it is a type of attack on a website that can change the visual appearance of the site or webpage.</a:t>
            </a:r>
            <a:endParaRPr lang="en-ZA" dirty="0"/>
          </a:p>
          <a:p>
            <a:pPr lvl="0">
              <a:buFont typeface="Wingdings" panose="05000000000000000000" pitchFamily="2" charset="2"/>
              <a:buChar char="q"/>
            </a:pPr>
            <a:r>
              <a:rPr lang="en-GB" u="sng" dirty="0"/>
              <a:t>Sensitive data exposure </a:t>
            </a:r>
            <a:r>
              <a:rPr lang="en-GB" dirty="0"/>
              <a:t>–hackers use software to pass sensitive information via URLS code, sessions that raise the website vulnerability.</a:t>
            </a:r>
            <a:endParaRPr lang="en-ZA" dirty="0"/>
          </a:p>
          <a:p>
            <a:pPr lvl="0">
              <a:buFont typeface="Wingdings" panose="05000000000000000000" pitchFamily="2" charset="2"/>
              <a:buChar char="q"/>
            </a:pPr>
            <a:r>
              <a:rPr lang="en-GB" u="sng" dirty="0"/>
              <a:t>Buffer overflow</a:t>
            </a:r>
            <a:r>
              <a:rPr lang="en-GB" dirty="0"/>
              <a:t> –it occurs when adjacent memory locations of the software are overwritten with data and this can be exploited to inject malicious code into the memory, creating the vulnerability in the targeted </a:t>
            </a:r>
            <a:r>
              <a:rPr lang="en-GB" dirty="0" smtClean="0"/>
              <a:t>software.</a:t>
            </a:r>
          </a:p>
          <a:p>
            <a:pPr marL="0" lvl="0" indent="0">
              <a:buNone/>
            </a:pPr>
            <a:r>
              <a:rPr lang="en-GB" b="1" dirty="0"/>
              <a:t> </a:t>
            </a:r>
            <a:r>
              <a:rPr lang="en-GB" b="1" dirty="0" smtClean="0"/>
              <a:t>    WAYS </a:t>
            </a:r>
            <a:r>
              <a:rPr lang="en-GB" b="1" dirty="0"/>
              <a:t>OF IMPLEMENTING THE BEST SECURITY ON THE </a:t>
            </a:r>
            <a:r>
              <a:rPr lang="en-GB" b="1" dirty="0" smtClean="0"/>
              <a:t>WEB</a:t>
            </a:r>
          </a:p>
          <a:p>
            <a:pPr>
              <a:buFont typeface="+mj-lt"/>
              <a:buAutoNum type="arabicPeriod"/>
            </a:pPr>
            <a:r>
              <a:rPr lang="en-GB" u="sng" dirty="0"/>
              <a:t>SSL CERTIFICATES</a:t>
            </a:r>
            <a:r>
              <a:rPr lang="en-GB" dirty="0"/>
              <a:t> –They protect the data collected by your website like emails as it is transferred from your site to a server.</a:t>
            </a:r>
            <a:endParaRPr lang="en-ZA" dirty="0"/>
          </a:p>
          <a:p>
            <a:pPr>
              <a:buFont typeface="+mj-lt"/>
              <a:buAutoNum type="arabicPeriod"/>
            </a:pPr>
            <a:r>
              <a:rPr lang="en-GB" u="sng" dirty="0"/>
              <a:t>Web application firewalls (WAF)</a:t>
            </a:r>
            <a:r>
              <a:rPr lang="en-GB" dirty="0"/>
              <a:t> –it stops automated attacks that commonly target small or lesser-known websites.</a:t>
            </a:r>
            <a:endParaRPr lang="en-ZA" dirty="0"/>
          </a:p>
          <a:p>
            <a:pPr>
              <a:buFont typeface="+mj-lt"/>
              <a:buAutoNum type="arabicPeriod"/>
            </a:pPr>
            <a:r>
              <a:rPr lang="en-GB" u="sng" dirty="0"/>
              <a:t>Software updates</a:t>
            </a:r>
            <a:r>
              <a:rPr lang="en-GB" dirty="0"/>
              <a:t> – secures websites hosted on a content management system (CMS) </a:t>
            </a:r>
            <a:endParaRPr lang="en-ZA" dirty="0"/>
          </a:p>
          <a:p>
            <a:pPr marL="0" indent="0">
              <a:buNone/>
            </a:pPr>
            <a:endParaRPr lang="en-ZA" dirty="0"/>
          </a:p>
          <a:p>
            <a:pPr>
              <a:buFont typeface="Wingdings" panose="05000000000000000000" pitchFamily="2" charset="2"/>
              <a:buChar char="q"/>
            </a:pPr>
            <a:endParaRPr lang="en-ZA" dirty="0"/>
          </a:p>
        </p:txBody>
      </p:sp>
      <p:sp>
        <p:nvSpPr>
          <p:cNvPr id="4" name="Footer Placeholder 3"/>
          <p:cNvSpPr>
            <a:spLocks noGrp="1"/>
          </p:cNvSpPr>
          <p:nvPr>
            <p:ph type="ftr" sz="quarter" idx="11"/>
          </p:nvPr>
        </p:nvSpPr>
        <p:spPr/>
        <p:txBody>
          <a:bodyPr/>
          <a:lstStyle/>
          <a:p>
            <a:r>
              <a:rPr lang="en-US" dirty="0" smtClean="0"/>
              <a:t>Continued….</a:t>
            </a:r>
            <a:endParaRPr lang="en-US" dirty="0"/>
          </a:p>
        </p:txBody>
      </p:sp>
    </p:spTree>
    <p:extLst>
      <p:ext uri="{BB962C8B-B14F-4D97-AF65-F5344CB8AC3E}">
        <p14:creationId xmlns:p14="http://schemas.microsoft.com/office/powerpoint/2010/main" val="2738488851"/>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2000">
        <p15:prstTrans prst="fracture"/>
      </p:transition>
    </mc:Choice>
    <mc:Fallback>
      <p:transition spd="slow">
        <p:fade/>
      </p:transition>
    </mc:Fallback>
  </mc:AlternateContent>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2425700" y="217710"/>
            <a:ext cx="8926512" cy="239490"/>
          </a:xfrm>
        </p:spPr>
        <p:txBody>
          <a:bodyPr>
            <a:noAutofit/>
          </a:bodyPr>
          <a:lstStyle/>
          <a:p>
            <a:r>
              <a:rPr lang="en-US" sz="1200" b="1" dirty="0" smtClean="0"/>
              <a:t>Continued…. </a:t>
            </a:r>
            <a:endParaRPr lang="en-ZA" sz="1200" dirty="0"/>
          </a:p>
        </p:txBody>
      </p:sp>
      <p:sp>
        <p:nvSpPr>
          <p:cNvPr id="3" name="Content Placeholder 2"/>
          <p:cNvSpPr>
            <a:spLocks noGrp="1"/>
          </p:cNvSpPr>
          <p:nvPr>
            <p:ph idx="1"/>
          </p:nvPr>
        </p:nvSpPr>
        <p:spPr>
          <a:xfrm>
            <a:off x="2170112" y="736600"/>
            <a:ext cx="8915400" cy="3777622"/>
          </a:xfrm>
        </p:spPr>
        <p:txBody>
          <a:bodyPr>
            <a:normAutofit/>
          </a:bodyPr>
          <a:lstStyle/>
          <a:p>
            <a:pPr marL="0" lvl="0" indent="0">
              <a:buNone/>
            </a:pPr>
            <a:r>
              <a:rPr lang="en-US" dirty="0" smtClean="0"/>
              <a:t>4. </a:t>
            </a:r>
            <a:r>
              <a:rPr lang="en-GB" u="sng" dirty="0"/>
              <a:t>Secure your site with HTTP</a:t>
            </a:r>
            <a:r>
              <a:rPr lang="en-GB" dirty="0"/>
              <a:t> –This is an internet communication protocol that </a:t>
            </a:r>
            <a:r>
              <a:rPr lang="en-GB" dirty="0" smtClean="0"/>
              <a:t>                                                                                                                     	safeguards </a:t>
            </a:r>
            <a:r>
              <a:rPr lang="en-GB" dirty="0"/>
              <a:t>the integrity and confidentiality of data between the user’s computer </a:t>
            </a:r>
            <a:r>
              <a:rPr lang="en-GB" dirty="0" smtClean="0"/>
              <a:t>	and </a:t>
            </a:r>
            <a:r>
              <a:rPr lang="en-GB" dirty="0"/>
              <a:t>the website</a:t>
            </a:r>
            <a:r>
              <a:rPr lang="en-GB" dirty="0" smtClean="0"/>
              <a:t>.</a:t>
            </a:r>
          </a:p>
          <a:p>
            <a:pPr marL="0" indent="0">
              <a:buNone/>
            </a:pPr>
            <a:r>
              <a:rPr lang="en-US" dirty="0" smtClean="0"/>
              <a:t>5. </a:t>
            </a:r>
            <a:r>
              <a:rPr lang="en-GB" u="sng" dirty="0"/>
              <a:t>Diligence, policies and firewalls</a:t>
            </a:r>
            <a:r>
              <a:rPr lang="en-GB" dirty="0"/>
              <a:t> –they are commonly used solutions for protecting </a:t>
            </a:r>
            <a:r>
              <a:rPr lang="en-GB" dirty="0" smtClean="0"/>
              <a:t>    	against </a:t>
            </a:r>
            <a:r>
              <a:rPr lang="en-GB" dirty="0"/>
              <a:t>cross-site script (XSS) and other website attacks</a:t>
            </a:r>
            <a:r>
              <a:rPr lang="en-GB" dirty="0" smtClean="0"/>
              <a:t>.</a:t>
            </a:r>
          </a:p>
          <a:p>
            <a:pPr marL="0" lvl="0" indent="0">
              <a:buNone/>
            </a:pPr>
            <a:r>
              <a:rPr lang="en-GB" dirty="0" smtClean="0"/>
              <a:t>6. </a:t>
            </a:r>
            <a:r>
              <a:rPr lang="en-GB" u="sng" dirty="0"/>
              <a:t>Implement secure backup and recovery</a:t>
            </a:r>
            <a:r>
              <a:rPr lang="en-GB" dirty="0"/>
              <a:t> –having a strategy in place to get </a:t>
            </a:r>
            <a:r>
              <a:rPr lang="en-GB" dirty="0" smtClean="0"/>
              <a:t>back- 	up </a:t>
            </a:r>
            <a:r>
              <a:rPr lang="en-GB" dirty="0"/>
              <a:t>and running should something happen is vital to survival</a:t>
            </a:r>
            <a:r>
              <a:rPr lang="en-GB" dirty="0" smtClean="0"/>
              <a:t>.</a:t>
            </a:r>
          </a:p>
          <a:p>
            <a:pPr marL="0" indent="0">
              <a:buNone/>
            </a:pPr>
            <a:r>
              <a:rPr lang="en-GB" dirty="0" smtClean="0"/>
              <a:t>7. </a:t>
            </a:r>
            <a:r>
              <a:rPr lang="en-GB" u="sng" dirty="0"/>
              <a:t>Web App firewalls</a:t>
            </a:r>
            <a:r>
              <a:rPr lang="en-GB" dirty="0"/>
              <a:t> –this helps you get a hold over the internet traffic and their </a:t>
            </a:r>
            <a:r>
              <a:rPr lang="en-GB" dirty="0" smtClean="0"/>
              <a:t>	behaviour </a:t>
            </a:r>
            <a:r>
              <a:rPr lang="en-GB" dirty="0"/>
              <a:t>by serving as a secure web gateway and protecting attacks, cross-site </a:t>
            </a:r>
            <a:r>
              <a:rPr lang="en-GB" dirty="0" smtClean="0"/>
              <a:t>	scripting </a:t>
            </a:r>
            <a:r>
              <a:rPr lang="en-GB" dirty="0"/>
              <a:t>and file inclusion.</a:t>
            </a:r>
            <a:endParaRPr lang="en-ZA" dirty="0"/>
          </a:p>
          <a:p>
            <a:pPr marL="0" lvl="0" indent="0">
              <a:buNone/>
            </a:pPr>
            <a:endParaRPr lang="en-ZA" dirty="0"/>
          </a:p>
          <a:p>
            <a:pPr marL="0" indent="0">
              <a:buNone/>
            </a:pPr>
            <a:endParaRPr lang="en-ZA" dirty="0"/>
          </a:p>
          <a:p>
            <a:pPr marL="0" lvl="0" indent="0">
              <a:buNone/>
            </a:pPr>
            <a:endParaRPr lang="en-ZA" dirty="0"/>
          </a:p>
          <a:p>
            <a:pPr marL="0" indent="0">
              <a:buNone/>
            </a:pPr>
            <a:endParaRPr lang="en-US" dirty="0" smtClean="0"/>
          </a:p>
        </p:txBody>
      </p:sp>
    </p:spTree>
    <p:extLst>
      <p:ext uri="{BB962C8B-B14F-4D97-AF65-F5344CB8AC3E}">
        <p14:creationId xmlns:p14="http://schemas.microsoft.com/office/powerpoint/2010/main" val="2400296246"/>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2000">
        <p15:prstTrans prst="fracture"/>
      </p:transition>
    </mc:Choice>
    <mc:Fallback>
      <p:transition spd="slow">
        <p:fade/>
      </p:transition>
    </mc:Fallback>
  </mc:AlternateContent>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92925" y="116110"/>
            <a:ext cx="8911687" cy="391890"/>
          </a:xfrm>
        </p:spPr>
        <p:txBody>
          <a:bodyPr>
            <a:normAutofit/>
          </a:bodyPr>
          <a:lstStyle/>
          <a:p>
            <a:r>
              <a:rPr lang="en-US" sz="1200" b="1" dirty="0" smtClean="0"/>
              <a:t>Continued…</a:t>
            </a:r>
            <a:endParaRPr lang="en-ZA" sz="1200" b="1" dirty="0"/>
          </a:p>
        </p:txBody>
      </p:sp>
      <p:sp>
        <p:nvSpPr>
          <p:cNvPr id="3" name="Content Placeholder 2"/>
          <p:cNvSpPr>
            <a:spLocks noGrp="1"/>
          </p:cNvSpPr>
          <p:nvPr>
            <p:ph idx="1"/>
          </p:nvPr>
        </p:nvSpPr>
        <p:spPr>
          <a:xfrm>
            <a:off x="1968500" y="1333500"/>
            <a:ext cx="9536112" cy="4577722"/>
          </a:xfrm>
        </p:spPr>
        <p:txBody>
          <a:bodyPr>
            <a:normAutofit lnSpcReduction="10000"/>
          </a:bodyPr>
          <a:lstStyle/>
          <a:p>
            <a:pPr marL="0" indent="0">
              <a:buNone/>
            </a:pPr>
            <a:r>
              <a:rPr lang="en-US" b="1" dirty="0"/>
              <a:t>NET-ETIQUETTE</a:t>
            </a:r>
            <a:endParaRPr lang="en-US" dirty="0" smtClean="0"/>
          </a:p>
          <a:p>
            <a:pPr marL="0" indent="0">
              <a:buNone/>
            </a:pPr>
            <a:r>
              <a:rPr lang="en-US" dirty="0" smtClean="0"/>
              <a:t>This </a:t>
            </a:r>
            <a:r>
              <a:rPr lang="en-US" dirty="0"/>
              <a:t>is the appropriate online </a:t>
            </a:r>
            <a:r>
              <a:rPr lang="en-US" dirty="0" smtClean="0"/>
              <a:t>behavior.</a:t>
            </a:r>
          </a:p>
          <a:p>
            <a:pPr marL="0" indent="0">
              <a:buNone/>
            </a:pPr>
            <a:r>
              <a:rPr lang="en-US" dirty="0" smtClean="0"/>
              <a:t>These include;</a:t>
            </a:r>
          </a:p>
          <a:p>
            <a:pPr marL="400050" indent="-400050">
              <a:buFont typeface="+mj-lt"/>
              <a:buAutoNum type="romanUcPeriod"/>
            </a:pPr>
            <a:r>
              <a:rPr lang="en-US" b="1" dirty="0"/>
              <a:t>Remember the </a:t>
            </a:r>
            <a:r>
              <a:rPr lang="en-US" b="1" dirty="0" smtClean="0"/>
              <a:t>human</a:t>
            </a:r>
          </a:p>
          <a:p>
            <a:r>
              <a:rPr lang="en-US" b="1" dirty="0"/>
              <a:t> </a:t>
            </a:r>
            <a:r>
              <a:rPr lang="en-US" dirty="0"/>
              <a:t>Be polite. Never mail or post anything you wouldn't say to your reader's face. Keep in mind the fact that although you are looking at a keyboard and a computer screen, there are real people with real feelings reading your words. </a:t>
            </a:r>
            <a:endParaRPr lang="en-ZA" dirty="0"/>
          </a:p>
          <a:p>
            <a:r>
              <a:rPr lang="en-US" dirty="0"/>
              <a:t>Be aware that the written word has different effects on the recipient than a spoken word. A hastily written response can come across as terse, insulting, and/or mean spirited. Also, it's fine to use humor, but use it carefully. The absence of facial and vocal cues can cause humor to be misinterpreted as criticism or flaming (angry, antagonistic criticism).</a:t>
            </a:r>
            <a:endParaRPr lang="en-ZA" dirty="0"/>
          </a:p>
          <a:p>
            <a:r>
              <a:rPr lang="en-US" dirty="0"/>
              <a:t>Capitalize words only to highlight a point or titles—capitalizing otherwise is generally viewed as SHOUTING! </a:t>
            </a:r>
            <a:endParaRPr lang="en-ZA" dirty="0"/>
          </a:p>
          <a:p>
            <a:pPr marL="0" indent="0">
              <a:buNone/>
            </a:pPr>
            <a:endParaRPr lang="en-ZA" dirty="0"/>
          </a:p>
        </p:txBody>
      </p:sp>
    </p:spTree>
    <p:extLst>
      <p:ext uri="{BB962C8B-B14F-4D97-AF65-F5344CB8AC3E}">
        <p14:creationId xmlns:p14="http://schemas.microsoft.com/office/powerpoint/2010/main" val="3412815953"/>
      </p:ext>
    </p:extLst>
  </p:cSld>
  <p:clrMapOvr>
    <a:masterClrMapping/>
  </p:clrMapOvr>
  <mc:AlternateContent xmlns:mc="http://schemas.openxmlformats.org/markup-compatibility/2006">
    <mc:Choice xmlns:p14="http://schemas.microsoft.com/office/powerpoint/2010/main" Requires="p14">
      <p:transition spd="slow" p14:dur="1600">
        <p14:prism isInverted="1"/>
      </p:transition>
    </mc:Choice>
    <mc:Fallback>
      <p:transition spd="slow">
        <p:fade/>
      </p:transition>
    </mc:Fallback>
  </mc:AlternateContent>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2589212" y="154210"/>
            <a:ext cx="8915400" cy="341090"/>
          </a:xfrm>
        </p:spPr>
        <p:txBody>
          <a:bodyPr>
            <a:normAutofit/>
          </a:bodyPr>
          <a:lstStyle/>
          <a:p>
            <a:r>
              <a:rPr lang="en-US" sz="1200" dirty="0"/>
              <a:t>Continued…</a:t>
            </a:r>
            <a:endParaRPr lang="en-ZA" sz="1200" dirty="0"/>
          </a:p>
        </p:txBody>
      </p:sp>
      <p:sp>
        <p:nvSpPr>
          <p:cNvPr id="3" name="Content Placeholder 2"/>
          <p:cNvSpPr>
            <a:spLocks noGrp="1"/>
          </p:cNvSpPr>
          <p:nvPr>
            <p:ph idx="1"/>
          </p:nvPr>
        </p:nvSpPr>
        <p:spPr>
          <a:xfrm>
            <a:off x="2043112" y="647700"/>
            <a:ext cx="8915400" cy="3777622"/>
          </a:xfrm>
        </p:spPr>
        <p:txBody>
          <a:bodyPr>
            <a:normAutofit fontScale="85000" lnSpcReduction="20000"/>
          </a:bodyPr>
          <a:lstStyle/>
          <a:p>
            <a:pPr marL="0" indent="0">
              <a:buNone/>
            </a:pPr>
            <a:r>
              <a:rPr lang="en-US" dirty="0" smtClean="0"/>
              <a:t>II. </a:t>
            </a:r>
            <a:r>
              <a:rPr lang="en-US" b="1" dirty="0"/>
              <a:t>Adhere to the same standards of behavior online that you follow in real life. </a:t>
            </a:r>
            <a:endParaRPr lang="en-US" b="1" dirty="0" smtClean="0"/>
          </a:p>
          <a:p>
            <a:pPr marL="0" indent="0">
              <a:buNone/>
            </a:pPr>
            <a:r>
              <a:rPr lang="en-US" b="1" dirty="0" smtClean="0"/>
              <a:t>     </a:t>
            </a:r>
            <a:r>
              <a:rPr lang="en-US" dirty="0"/>
              <a:t>Be ethical and don't break the law. Cite all quotes, references, and sources. </a:t>
            </a:r>
            <a:endParaRPr lang="en-ZA" dirty="0" smtClean="0"/>
          </a:p>
          <a:p>
            <a:pPr marL="0" indent="0">
              <a:buNone/>
            </a:pPr>
            <a:r>
              <a:rPr lang="en-US" dirty="0" smtClean="0"/>
              <a:t>III. </a:t>
            </a:r>
            <a:r>
              <a:rPr lang="en-US" b="1" dirty="0"/>
              <a:t>Know where you are in cyberspace</a:t>
            </a:r>
            <a:r>
              <a:rPr lang="en-US" b="1" dirty="0" smtClean="0"/>
              <a:t>.</a:t>
            </a:r>
          </a:p>
          <a:p>
            <a:r>
              <a:rPr lang="en-US" b="1" dirty="0"/>
              <a:t> </a:t>
            </a:r>
            <a:r>
              <a:rPr lang="en-US" dirty="0"/>
              <a:t>Check the discussion frequently and respond appropriately and on subject/task. </a:t>
            </a:r>
            <a:endParaRPr lang="en-ZA" dirty="0"/>
          </a:p>
          <a:p>
            <a:r>
              <a:rPr lang="en-US" dirty="0"/>
              <a:t>Before you begin to post, spend some time reading previous posts to understand the tone and content of the discussion so far. In this way, you can avoid asking questions that have already been answered and contribute more intelligently when you do participate. </a:t>
            </a:r>
            <a:endParaRPr lang="en-US" dirty="0" smtClean="0"/>
          </a:p>
          <a:p>
            <a:pPr marL="0" indent="0">
              <a:buNone/>
            </a:pPr>
            <a:r>
              <a:rPr lang="en-US" dirty="0" smtClean="0"/>
              <a:t>IV. </a:t>
            </a:r>
            <a:r>
              <a:rPr lang="en-US" b="1" dirty="0"/>
              <a:t>Respect other people's time and bandwidth. </a:t>
            </a:r>
            <a:endParaRPr lang="en-US" b="1" dirty="0" smtClean="0"/>
          </a:p>
          <a:p>
            <a:r>
              <a:rPr lang="en-US" dirty="0"/>
              <a:t>When posting a long message, it's generally considered courteous to warn readers at the beginning of the message that it is a lengthy post. </a:t>
            </a:r>
            <a:endParaRPr lang="en-ZA" dirty="0"/>
          </a:p>
          <a:p>
            <a:r>
              <a:rPr lang="en-US" dirty="0"/>
              <a:t>Focus on one subject per message and use pertinent subject titles. </a:t>
            </a:r>
            <a:endParaRPr lang="en-US" dirty="0"/>
          </a:p>
          <a:p>
            <a:pPr marL="0" indent="0">
              <a:buNone/>
            </a:pPr>
            <a:r>
              <a:rPr lang="en-US" dirty="0" smtClean="0"/>
              <a:t>V. </a:t>
            </a:r>
            <a:r>
              <a:rPr lang="en-GB" b="1" dirty="0"/>
              <a:t>Share expert </a:t>
            </a:r>
            <a:r>
              <a:rPr lang="en-GB" b="1" dirty="0" smtClean="0"/>
              <a:t>knowledge.</a:t>
            </a:r>
          </a:p>
          <a:p>
            <a:pPr marL="0" indent="0">
              <a:buNone/>
            </a:pPr>
            <a:r>
              <a:rPr lang="en-GB" dirty="0"/>
              <a:t>Offer answers and help to people who ask questions in discussion groups. </a:t>
            </a:r>
            <a:endParaRPr lang="en-ZA" dirty="0"/>
          </a:p>
          <a:p>
            <a:pPr marL="0" indent="0">
              <a:buNone/>
            </a:pPr>
            <a:endParaRPr lang="en-ZA" dirty="0"/>
          </a:p>
          <a:p>
            <a:pPr marL="0" indent="0">
              <a:buNone/>
            </a:pPr>
            <a:endParaRPr lang="en-ZA" dirty="0"/>
          </a:p>
          <a:p>
            <a:pPr marL="0" indent="0">
              <a:buNone/>
            </a:pPr>
            <a:endParaRPr lang="en-ZA" dirty="0"/>
          </a:p>
        </p:txBody>
      </p:sp>
    </p:spTree>
    <p:extLst>
      <p:ext uri="{BB962C8B-B14F-4D97-AF65-F5344CB8AC3E}">
        <p14:creationId xmlns:p14="http://schemas.microsoft.com/office/powerpoint/2010/main" val="198405793"/>
      </p:ext>
    </p:extLst>
  </p:cSld>
  <p:clrMapOvr>
    <a:masterClrMapping/>
  </p:clrMapOvr>
  <mc:AlternateContent xmlns:mc="http://schemas.openxmlformats.org/markup-compatibility/2006">
    <mc:Choice xmlns:p14="http://schemas.microsoft.com/office/powerpoint/2010/main" Requires="p14">
      <p:transition spd="slow" p14:dur="1600">
        <p14:prism isInverted="1"/>
      </p:transition>
    </mc:Choice>
    <mc:Fallback>
      <p:transition spd="slow">
        <p:fade/>
      </p:transition>
    </mc:Fallback>
  </mc:AlternateContent>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a:xfrm>
            <a:off x="2679700" y="141510"/>
            <a:ext cx="8824912" cy="480790"/>
          </a:xfrm>
        </p:spPr>
        <p:txBody>
          <a:bodyPr>
            <a:normAutofit/>
          </a:bodyPr>
          <a:lstStyle/>
          <a:p>
            <a:r>
              <a:rPr lang="en-US" sz="1200" dirty="0"/>
              <a:t>Continued…</a:t>
            </a:r>
            <a:endParaRPr lang="en-ZA" sz="1200" dirty="0"/>
          </a:p>
        </p:txBody>
      </p:sp>
      <p:sp>
        <p:nvSpPr>
          <p:cNvPr id="3" name="Content Placeholder 2"/>
          <p:cNvSpPr>
            <a:spLocks noGrp="1"/>
          </p:cNvSpPr>
          <p:nvPr>
            <p:ph idx="1"/>
          </p:nvPr>
        </p:nvSpPr>
        <p:spPr>
          <a:xfrm>
            <a:off x="2157412" y="876300"/>
            <a:ext cx="8915400" cy="3777622"/>
          </a:xfrm>
        </p:spPr>
        <p:txBody>
          <a:bodyPr>
            <a:normAutofit fontScale="85000" lnSpcReduction="20000"/>
          </a:bodyPr>
          <a:lstStyle/>
          <a:p>
            <a:pPr marL="0" indent="0">
              <a:buNone/>
            </a:pPr>
            <a:r>
              <a:rPr lang="en-US" dirty="0" smtClean="0"/>
              <a:t>VII. </a:t>
            </a:r>
            <a:r>
              <a:rPr lang="en-US" b="1" dirty="0" smtClean="0"/>
              <a:t>Make </a:t>
            </a:r>
            <a:r>
              <a:rPr lang="en-US" b="1" dirty="0"/>
              <a:t>yourself look good online</a:t>
            </a:r>
            <a:r>
              <a:rPr lang="en-US" b="1" dirty="0" smtClean="0"/>
              <a:t>.</a:t>
            </a:r>
          </a:p>
          <a:p>
            <a:r>
              <a:rPr lang="en-US" b="1" dirty="0"/>
              <a:t> </a:t>
            </a:r>
            <a:r>
              <a:rPr lang="en-US" dirty="0"/>
              <a:t>Check grammar and spelling before you post. Know what you're talking about and make sense. </a:t>
            </a:r>
            <a:endParaRPr lang="en-ZA" dirty="0"/>
          </a:p>
          <a:p>
            <a:r>
              <a:rPr lang="en-US" dirty="0"/>
              <a:t>Identify yourself. Never send an e-mail without including your name and contact information at the bottom of the e-mail. </a:t>
            </a:r>
            <a:endParaRPr lang="en-ZA" dirty="0"/>
          </a:p>
          <a:p>
            <a:r>
              <a:rPr lang="en-US" dirty="0"/>
              <a:t>Similarly, don't post forum messages without identifying yourself</a:t>
            </a:r>
            <a:r>
              <a:rPr lang="en-US" dirty="0" smtClean="0"/>
              <a:t>.</a:t>
            </a:r>
          </a:p>
          <a:p>
            <a:pPr marL="0" indent="0">
              <a:buNone/>
            </a:pPr>
            <a:r>
              <a:rPr lang="en-US" b="1" dirty="0" smtClean="0"/>
              <a:t>VIII. </a:t>
            </a:r>
            <a:r>
              <a:rPr lang="en-GB" b="1" dirty="0"/>
              <a:t>Help keep flame wars under control</a:t>
            </a:r>
            <a:r>
              <a:rPr lang="en-GB" b="1" dirty="0" smtClean="0"/>
              <a:t>. </a:t>
            </a:r>
            <a:r>
              <a:rPr lang="en-GB" b="1" dirty="0"/>
              <a:t> </a:t>
            </a:r>
            <a:endParaRPr lang="en-ZA" dirty="0"/>
          </a:p>
          <a:p>
            <a:r>
              <a:rPr lang="en-GB" dirty="0"/>
              <a:t>Don't flame others, and if you are flamed, don't respond. It's like arguing with a drunk at a football game: You will never win. </a:t>
            </a:r>
            <a:endParaRPr lang="en-ZA" dirty="0"/>
          </a:p>
          <a:p>
            <a:r>
              <a:rPr lang="en-GB" dirty="0"/>
              <a:t>If you feel you've been flamed in a forum, make your complaint public to the entire forum. As much as possible, let's try to resolve conflicts as they occur and as a team. If you've posted flame-bait, or perpetuated a flame war, apologize.</a:t>
            </a:r>
            <a:endParaRPr lang="en-ZA" dirty="0"/>
          </a:p>
          <a:p>
            <a:pPr marL="0" indent="0">
              <a:buNone/>
            </a:pPr>
            <a:endParaRPr lang="en-US" b="1" dirty="0" smtClean="0"/>
          </a:p>
          <a:p>
            <a:pPr marL="0" indent="0">
              <a:buNone/>
            </a:pPr>
            <a:r>
              <a:rPr lang="en-US" b="1" dirty="0" smtClean="0"/>
              <a:t>      </a:t>
            </a:r>
            <a:endParaRPr lang="en-ZA" dirty="0"/>
          </a:p>
        </p:txBody>
      </p:sp>
    </p:spTree>
    <p:extLst>
      <p:ext uri="{BB962C8B-B14F-4D97-AF65-F5344CB8AC3E}">
        <p14:creationId xmlns:p14="http://schemas.microsoft.com/office/powerpoint/2010/main" val="3131233088"/>
      </p:ext>
    </p:extLst>
  </p:cSld>
  <p:clrMapOvr>
    <a:masterClrMapping/>
  </p:clrMapOvr>
  <mc:AlternateContent xmlns:mc="http://schemas.openxmlformats.org/markup-compatibility/2006">
    <mc:Choice xmlns:p14="http://schemas.microsoft.com/office/powerpoint/2010/main" Requires="p14">
      <p:transition spd="slow" p14:dur="1600">
        <p14:prism isInverted="1"/>
      </p:transition>
    </mc:Choice>
    <mc:Fallback>
      <p:transition spd="slow">
        <p:fade/>
      </p:transition>
    </mc:Fallback>
  </mc:AlternateContent>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sz="1800" b="1" dirty="0" smtClean="0"/>
              <a:t>      SEARCHING </a:t>
            </a:r>
            <a:r>
              <a:rPr lang="en-GB" sz="1800" b="1" dirty="0"/>
              <a:t>ON THE INTERNET</a:t>
            </a:r>
            <a:endParaRPr lang="en-ZA" sz="1800" dirty="0"/>
          </a:p>
        </p:txBody>
      </p:sp>
      <p:sp>
        <p:nvSpPr>
          <p:cNvPr id="3" name="Content Placeholder 2"/>
          <p:cNvSpPr>
            <a:spLocks noGrp="1"/>
          </p:cNvSpPr>
          <p:nvPr>
            <p:ph idx="1"/>
          </p:nvPr>
        </p:nvSpPr>
        <p:spPr/>
        <p:txBody>
          <a:bodyPr>
            <a:normAutofit fontScale="40000" lnSpcReduction="20000"/>
          </a:bodyPr>
          <a:lstStyle/>
          <a:p>
            <a:pPr marL="0" indent="0">
              <a:buNone/>
            </a:pPr>
            <a:r>
              <a:rPr lang="en-GB" dirty="0" smtClean="0"/>
              <a:t>This </a:t>
            </a:r>
            <a:r>
              <a:rPr lang="en-GB" dirty="0"/>
              <a:t>means trying to find something with </a:t>
            </a:r>
            <a:r>
              <a:rPr lang="en-GB" dirty="0" smtClean="0"/>
              <a:t>someone.</a:t>
            </a:r>
          </a:p>
          <a:p>
            <a:pPr marL="0" indent="0">
              <a:buNone/>
            </a:pPr>
            <a:r>
              <a:rPr lang="en-GB" dirty="0"/>
              <a:t>While searching on the web Or Internet means searching for something or someone using the searching </a:t>
            </a:r>
            <a:r>
              <a:rPr lang="en-GB" dirty="0" smtClean="0"/>
              <a:t>engine</a:t>
            </a:r>
            <a:endParaRPr lang="en-GB" b="1" dirty="0" smtClean="0"/>
          </a:p>
          <a:p>
            <a:pPr marL="0" indent="0">
              <a:buNone/>
            </a:pPr>
            <a:r>
              <a:rPr lang="en-US" b="1" dirty="0" smtClean="0"/>
              <a:t>      </a:t>
            </a:r>
            <a:r>
              <a:rPr lang="en-US" b="1" u="sng" dirty="0" smtClean="0"/>
              <a:t> Searching engines</a:t>
            </a:r>
          </a:p>
          <a:p>
            <a:pPr lvl="0"/>
            <a:r>
              <a:rPr lang="en-GB" dirty="0" smtClean="0"/>
              <a:t>searching </a:t>
            </a:r>
            <a:r>
              <a:rPr lang="en-GB" dirty="0"/>
              <a:t>engine looks through other web pages for the text the user wants to find</a:t>
            </a:r>
            <a:r>
              <a:rPr lang="en-GB" dirty="0" smtClean="0"/>
              <a:t>.</a:t>
            </a:r>
          </a:p>
          <a:p>
            <a:pPr lvl="0"/>
            <a:r>
              <a:rPr lang="en-GB" dirty="0" smtClean="0"/>
              <a:t>An example of a search engine is </a:t>
            </a:r>
            <a:r>
              <a:rPr lang="en-GB" dirty="0" smtClean="0">
                <a:hlinkClick r:id="rId2"/>
              </a:rPr>
              <a:t>www.Google.com</a:t>
            </a:r>
            <a:endParaRPr lang="en-GB" dirty="0" smtClean="0"/>
          </a:p>
          <a:p>
            <a:pPr lvl="0"/>
            <a:r>
              <a:rPr lang="en-GB" dirty="0"/>
              <a:t> </a:t>
            </a:r>
            <a:r>
              <a:rPr lang="en-GB" dirty="0"/>
              <a:t>To use the search engine you must enter at least one Into the searching box</a:t>
            </a:r>
            <a:endParaRPr lang="en-ZA" dirty="0"/>
          </a:p>
          <a:p>
            <a:pPr lvl="0"/>
            <a:r>
              <a:rPr lang="en-GB" dirty="0"/>
              <a:t>An on screen button must be clicked on to Submit the search or pressing enter key.</a:t>
            </a:r>
            <a:endParaRPr lang="en-ZA" dirty="0"/>
          </a:p>
          <a:p>
            <a:pPr lvl="0"/>
            <a:r>
              <a:rPr lang="en-GB" dirty="0"/>
              <a:t>Search engine looks for matches between the keyword entered in it's database of websites and word.</a:t>
            </a:r>
            <a:endParaRPr lang="en-ZA" dirty="0"/>
          </a:p>
          <a:p>
            <a:pPr lvl="0"/>
            <a:r>
              <a:rPr lang="en-GB" dirty="0"/>
              <a:t>After a search is submitted search engine results page will appear on screen</a:t>
            </a:r>
            <a:endParaRPr lang="en-ZA" dirty="0"/>
          </a:p>
          <a:p>
            <a:pPr lvl="0"/>
            <a:r>
              <a:rPr lang="en-GB" dirty="0"/>
              <a:t>Results page is a list of web pages that contained matches to the keywords that were searched </a:t>
            </a:r>
            <a:endParaRPr lang="en-ZA" dirty="0"/>
          </a:p>
          <a:p>
            <a:pPr lvl="0"/>
            <a:r>
              <a:rPr lang="en-GB" dirty="0"/>
              <a:t>A user can click on any of the links to go to one of the websites.</a:t>
            </a:r>
            <a:endParaRPr lang="en-ZA" dirty="0"/>
          </a:p>
          <a:p>
            <a:pPr lvl="0"/>
            <a:r>
              <a:rPr lang="en-GB" dirty="0"/>
              <a:t>The keywords you type into the search box are called ”keywords”</a:t>
            </a:r>
            <a:endParaRPr lang="en-ZA" dirty="0"/>
          </a:p>
          <a:p>
            <a:pPr lvl="0"/>
            <a:r>
              <a:rPr lang="en-GB" dirty="0"/>
              <a:t>Search engine retrieves a list of documents containing the specified keywords</a:t>
            </a:r>
            <a:endParaRPr lang="en-ZA" dirty="0"/>
          </a:p>
          <a:p>
            <a:pPr lvl="0"/>
            <a:r>
              <a:rPr lang="en-GB" dirty="0"/>
              <a:t> The keywords you use would greatly affect your </a:t>
            </a:r>
            <a:r>
              <a:rPr lang="en-GB" dirty="0" smtClean="0"/>
              <a:t>results.</a:t>
            </a:r>
            <a:endParaRPr lang="en-ZA" dirty="0"/>
          </a:p>
          <a:p>
            <a:pPr lvl="0"/>
            <a:endParaRPr lang="en-ZA" dirty="0"/>
          </a:p>
          <a:p>
            <a:pPr marL="0" indent="0">
              <a:buNone/>
            </a:pPr>
            <a:r>
              <a:rPr lang="en-US" b="1" dirty="0" smtClean="0"/>
              <a:t> </a:t>
            </a:r>
          </a:p>
          <a:p>
            <a:pPr marL="0" indent="0">
              <a:buNone/>
            </a:pPr>
            <a:endParaRPr lang="en-US" b="1" dirty="0" smtClean="0"/>
          </a:p>
          <a:p>
            <a:pPr marL="0" indent="0">
              <a:buNone/>
            </a:pPr>
            <a:r>
              <a:rPr lang="en-US" b="1" dirty="0"/>
              <a:t> </a:t>
            </a:r>
            <a:r>
              <a:rPr lang="en-US" b="1" dirty="0" smtClean="0"/>
              <a:t>  </a:t>
            </a:r>
          </a:p>
          <a:p>
            <a:pPr marL="0" indent="0">
              <a:buNone/>
            </a:pPr>
            <a:endParaRPr lang="en-ZA" b="1" dirty="0"/>
          </a:p>
          <a:p>
            <a:pPr marL="0" indent="0">
              <a:buNone/>
            </a:pPr>
            <a:endParaRPr lang="en-ZA" dirty="0"/>
          </a:p>
        </p:txBody>
      </p:sp>
    </p:spTree>
    <p:extLst>
      <p:ext uri="{BB962C8B-B14F-4D97-AF65-F5344CB8AC3E}">
        <p14:creationId xmlns:p14="http://schemas.microsoft.com/office/powerpoint/2010/main" val="2244578804"/>
      </p:ext>
    </p:extLst>
  </p:cSld>
  <p:clrMapOvr>
    <a:masterClrMapping/>
  </p:clrMapOvr>
  <p:transition spd="slow">
    <p:wheel spokes="1"/>
  </p:transition>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48206" y="141510"/>
            <a:ext cx="8911687" cy="1280890"/>
          </a:xfrm>
        </p:spPr>
        <p:txBody>
          <a:bodyPr>
            <a:normAutofit/>
          </a:bodyPr>
          <a:lstStyle/>
          <a:p>
            <a:r>
              <a:rPr lang="en-US" sz="1200" dirty="0"/>
              <a:t>Continued…</a:t>
            </a:r>
            <a:endParaRPr lang="en-ZA" sz="1200" dirty="0"/>
          </a:p>
        </p:txBody>
      </p:sp>
      <p:sp>
        <p:nvSpPr>
          <p:cNvPr id="3" name="Content Placeholder 2"/>
          <p:cNvSpPr>
            <a:spLocks noGrp="1"/>
          </p:cNvSpPr>
          <p:nvPr>
            <p:ph idx="1"/>
          </p:nvPr>
        </p:nvSpPr>
        <p:spPr>
          <a:xfrm>
            <a:off x="2006600" y="647700"/>
            <a:ext cx="9613900" cy="5270500"/>
          </a:xfrm>
        </p:spPr>
        <p:txBody>
          <a:bodyPr>
            <a:normAutofit/>
          </a:bodyPr>
          <a:lstStyle/>
          <a:p>
            <a:pPr marL="0" lvl="0" indent="0">
              <a:buNone/>
            </a:pPr>
            <a:r>
              <a:rPr lang="en-GB" b="1" u="sng" dirty="0"/>
              <a:t/>
            </a:r>
            <a:br>
              <a:rPr lang="en-GB" b="1" u="sng" dirty="0"/>
            </a:br>
            <a:r>
              <a:rPr lang="en-GB" b="1" u="sng" dirty="0"/>
              <a:t>When searching for information on the web</a:t>
            </a:r>
            <a:endParaRPr lang="en-US" dirty="0"/>
          </a:p>
          <a:p>
            <a:pPr lvl="0"/>
            <a:r>
              <a:rPr lang="en-GB" dirty="0" smtClean="0"/>
              <a:t>List </a:t>
            </a:r>
            <a:r>
              <a:rPr lang="en-GB" dirty="0"/>
              <a:t>keywords for each concept</a:t>
            </a:r>
            <a:endParaRPr lang="en-ZA" dirty="0"/>
          </a:p>
          <a:p>
            <a:pPr lvl="0"/>
            <a:r>
              <a:rPr lang="en-GB" dirty="0"/>
              <a:t>Specify the logical relationships among your keywords. Boolean logical allows you to specify the relationships among search terms By using any of the three logical operators </a:t>
            </a:r>
            <a:r>
              <a:rPr lang="en-GB" b="1" dirty="0"/>
              <a:t>and, or, </a:t>
            </a:r>
            <a:r>
              <a:rPr lang="en-GB" b="1" dirty="0" smtClean="0"/>
              <a:t>not</a:t>
            </a:r>
            <a:r>
              <a:rPr lang="en-ZA" dirty="0" smtClean="0"/>
              <a:t>.</a:t>
            </a:r>
          </a:p>
          <a:p>
            <a:pPr marL="0" lvl="0" indent="0">
              <a:buNone/>
            </a:pPr>
            <a:r>
              <a:rPr lang="en-GB" b="1" u="sng" dirty="0" smtClean="0"/>
              <a:t>How do You search for information on the Internet?</a:t>
            </a:r>
          </a:p>
          <a:p>
            <a:pPr lvl="0"/>
            <a:r>
              <a:rPr lang="en-GB" dirty="0"/>
              <a:t>Using the address bar</a:t>
            </a:r>
            <a:endParaRPr lang="en-ZA" dirty="0"/>
          </a:p>
          <a:p>
            <a:pPr lvl="0"/>
            <a:r>
              <a:rPr lang="en-GB" dirty="0"/>
              <a:t>phrase searching</a:t>
            </a:r>
            <a:endParaRPr lang="en-ZA" dirty="0"/>
          </a:p>
          <a:p>
            <a:pPr lvl="0"/>
            <a:r>
              <a:rPr lang="en-GB" dirty="0"/>
              <a:t>Using Boolean Operators</a:t>
            </a:r>
            <a:endParaRPr lang="en-ZA" dirty="0"/>
          </a:p>
          <a:p>
            <a:pPr lvl="0"/>
            <a:r>
              <a:rPr lang="en-GB" dirty="0"/>
              <a:t>Using the Google advanced search option</a:t>
            </a:r>
            <a:endParaRPr lang="en-ZA" dirty="0"/>
          </a:p>
          <a:p>
            <a:pPr marL="0" lvl="0" indent="0">
              <a:buNone/>
            </a:pPr>
            <a:r>
              <a:rPr lang="en-GB" dirty="0"/>
              <a:t> </a:t>
            </a:r>
            <a:r>
              <a:rPr lang="en-GB" b="1" u="sng" dirty="0" smtClean="0"/>
              <a:t>Searching </a:t>
            </a:r>
            <a:r>
              <a:rPr lang="en-GB" b="1" u="sng" dirty="0"/>
              <a:t>using the address bar</a:t>
            </a:r>
            <a:endParaRPr lang="en-ZA" dirty="0"/>
          </a:p>
          <a:p>
            <a:pPr lvl="0"/>
            <a:r>
              <a:rPr lang="en-GB" dirty="0"/>
              <a:t>  Write Website address [URL] in the address bar</a:t>
            </a:r>
            <a:endParaRPr lang="en-ZA" dirty="0"/>
          </a:p>
        </p:txBody>
      </p:sp>
    </p:spTree>
    <p:extLst>
      <p:ext uri="{BB962C8B-B14F-4D97-AF65-F5344CB8AC3E}">
        <p14:creationId xmlns:p14="http://schemas.microsoft.com/office/powerpoint/2010/main" val="1494918015"/>
      </p:ext>
    </p:extLst>
  </p:cSld>
  <p:clrMapOvr>
    <a:masterClrMapping/>
  </p:clrMapOvr>
  <p:transition spd="slow">
    <p:wheel spokes="1"/>
  </p:transition>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2592925" y="0"/>
            <a:ext cx="8911687" cy="1280890"/>
          </a:xfrm>
        </p:spPr>
        <p:txBody>
          <a:bodyPr>
            <a:normAutofit/>
          </a:bodyPr>
          <a:lstStyle/>
          <a:p>
            <a:r>
              <a:rPr lang="en-US" sz="1200" dirty="0"/>
              <a:t>Continued…</a:t>
            </a:r>
            <a:endParaRPr lang="en-ZA" sz="1200" dirty="0"/>
          </a:p>
        </p:txBody>
      </p:sp>
      <p:sp>
        <p:nvSpPr>
          <p:cNvPr id="3" name="Content Placeholder 2"/>
          <p:cNvSpPr>
            <a:spLocks noGrp="1"/>
          </p:cNvSpPr>
          <p:nvPr>
            <p:ph idx="1"/>
          </p:nvPr>
        </p:nvSpPr>
        <p:spPr>
          <a:xfrm>
            <a:off x="2184400" y="825500"/>
            <a:ext cx="9316499" cy="5098422"/>
          </a:xfrm>
        </p:spPr>
        <p:txBody>
          <a:bodyPr>
            <a:normAutofit lnSpcReduction="10000"/>
          </a:bodyPr>
          <a:lstStyle/>
          <a:p>
            <a:pPr lvl="0"/>
            <a:r>
              <a:rPr lang="en-GB" dirty="0"/>
              <a:t> </a:t>
            </a:r>
            <a:r>
              <a:rPr lang="en-GB" b="1" u="sng" dirty="0" smtClean="0"/>
              <a:t>Phrase </a:t>
            </a:r>
            <a:r>
              <a:rPr lang="en-GB" b="1" u="sng" dirty="0"/>
              <a:t>searching</a:t>
            </a:r>
            <a:endParaRPr lang="en-ZA" dirty="0"/>
          </a:p>
          <a:p>
            <a:pPr lvl="0"/>
            <a:r>
              <a:rPr lang="en-GB" dirty="0"/>
              <a:t>requires all your search teams to appear in exactly the order you enter them</a:t>
            </a:r>
            <a:endParaRPr lang="en-ZA" dirty="0"/>
          </a:p>
          <a:p>
            <a:pPr lvl="0"/>
            <a:r>
              <a:rPr lang="en-GB" dirty="0"/>
              <a:t> Enclose the team in double quotations </a:t>
            </a:r>
            <a:r>
              <a:rPr lang="en-GB" dirty="0" err="1"/>
              <a:t>e.g</a:t>
            </a:r>
            <a:r>
              <a:rPr lang="en-GB" dirty="0"/>
              <a:t> “</a:t>
            </a:r>
            <a:r>
              <a:rPr lang="en-GB" dirty="0" err="1"/>
              <a:t>instructinonal</a:t>
            </a:r>
            <a:r>
              <a:rPr lang="en-GB" dirty="0"/>
              <a:t> design”</a:t>
            </a:r>
            <a:endParaRPr lang="en-ZA" dirty="0"/>
          </a:p>
          <a:p>
            <a:r>
              <a:rPr lang="en-GB" b="1" u="sng" dirty="0" smtClean="0"/>
              <a:t> </a:t>
            </a:r>
            <a:r>
              <a:rPr lang="en-GB" b="1" u="sng" dirty="0"/>
              <a:t>searching using </a:t>
            </a:r>
            <a:r>
              <a:rPr lang="en-GB" b="1" u="sng" dirty="0" err="1"/>
              <a:t>boolean</a:t>
            </a:r>
            <a:r>
              <a:rPr lang="en-GB" b="1" u="sng" dirty="0"/>
              <a:t> </a:t>
            </a:r>
            <a:r>
              <a:rPr lang="en-GB" b="1" u="sng" dirty="0" smtClean="0"/>
              <a:t>operators</a:t>
            </a:r>
            <a:endParaRPr lang="en-GB" dirty="0" smtClean="0"/>
          </a:p>
          <a:p>
            <a:pPr lvl="0"/>
            <a:r>
              <a:rPr lang="en-GB" dirty="0" smtClean="0"/>
              <a:t>A </a:t>
            </a:r>
            <a:r>
              <a:rPr lang="en-GB" dirty="0"/>
              <a:t>type of search that allow users to combine keywords with operators such as</a:t>
            </a:r>
            <a:r>
              <a:rPr lang="en-GB" b="1" dirty="0"/>
              <a:t> and, not </a:t>
            </a:r>
            <a:r>
              <a:rPr lang="en-GB" dirty="0"/>
              <a:t>and </a:t>
            </a:r>
            <a:r>
              <a:rPr lang="en-GB" b="1" dirty="0"/>
              <a:t>or </a:t>
            </a:r>
            <a:r>
              <a:rPr lang="en-GB" dirty="0"/>
              <a:t> to produce more relevant results</a:t>
            </a:r>
            <a:endParaRPr lang="en-ZA" dirty="0"/>
          </a:p>
          <a:p>
            <a:pPr lvl="0"/>
            <a:r>
              <a:rPr lang="en-GB" dirty="0"/>
              <a:t>You can use </a:t>
            </a:r>
            <a:r>
              <a:rPr lang="en-GB" dirty="0" err="1"/>
              <a:t>boolean</a:t>
            </a:r>
            <a:r>
              <a:rPr lang="en-GB" dirty="0"/>
              <a:t> operators do either narrow or broaden search results</a:t>
            </a:r>
            <a:endParaRPr lang="en-ZA" dirty="0"/>
          </a:p>
          <a:p>
            <a:pPr lvl="0"/>
            <a:r>
              <a:rPr lang="en-GB" dirty="0"/>
              <a:t>Boolean operators are:</a:t>
            </a:r>
            <a:endParaRPr lang="en-ZA" dirty="0"/>
          </a:p>
          <a:p>
            <a:pPr lvl="0"/>
            <a:r>
              <a:rPr lang="en-GB" b="1" dirty="0"/>
              <a:t>AND</a:t>
            </a:r>
            <a:endParaRPr lang="en-ZA" dirty="0"/>
          </a:p>
          <a:p>
            <a:pPr lvl="0"/>
            <a:r>
              <a:rPr lang="en-GB" b="1" dirty="0"/>
              <a:t>OR</a:t>
            </a:r>
            <a:endParaRPr lang="en-ZA" dirty="0"/>
          </a:p>
          <a:p>
            <a:pPr lvl="0"/>
            <a:r>
              <a:rPr lang="en-GB" b="1" dirty="0"/>
              <a:t>NOT</a:t>
            </a:r>
            <a:endParaRPr lang="en-ZA" dirty="0"/>
          </a:p>
        </p:txBody>
      </p:sp>
    </p:spTree>
    <p:extLst>
      <p:ext uri="{BB962C8B-B14F-4D97-AF65-F5344CB8AC3E}">
        <p14:creationId xmlns:p14="http://schemas.microsoft.com/office/powerpoint/2010/main" val="2556174798"/>
      </p:ext>
    </p:extLst>
  </p:cSld>
  <p:clrMapOvr>
    <a:masterClrMapping/>
  </p:clrMapOvr>
  <p:transition spd="slow">
    <p:wheel spokes="1"/>
  </p:transition>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2589213" y="0"/>
            <a:ext cx="9004300" cy="546100"/>
          </a:xfrm>
        </p:spPr>
        <p:txBody>
          <a:bodyPr>
            <a:normAutofit/>
          </a:bodyPr>
          <a:lstStyle/>
          <a:p>
            <a:r>
              <a:rPr lang="en-US" sz="1200" dirty="0"/>
              <a:t>Continued…</a:t>
            </a:r>
            <a:endParaRPr lang="en-ZA" sz="1200" dirty="0"/>
          </a:p>
        </p:txBody>
      </p:sp>
      <p:sp>
        <p:nvSpPr>
          <p:cNvPr id="3" name="Content Placeholder 2"/>
          <p:cNvSpPr>
            <a:spLocks noGrp="1"/>
          </p:cNvSpPr>
          <p:nvPr>
            <p:ph idx="1"/>
          </p:nvPr>
        </p:nvSpPr>
        <p:spPr>
          <a:xfrm>
            <a:off x="889000" y="927100"/>
            <a:ext cx="9345612" cy="5009522"/>
          </a:xfrm>
        </p:spPr>
        <p:txBody>
          <a:bodyPr>
            <a:normAutofit/>
          </a:bodyPr>
          <a:lstStyle/>
          <a:p>
            <a:pPr marL="0" lvl="0" indent="0">
              <a:buNone/>
            </a:pPr>
            <a:r>
              <a:rPr lang="en-GB" dirty="0"/>
              <a:t> </a:t>
            </a:r>
            <a:r>
              <a:rPr lang="en-GB" b="1" u="sng" dirty="0" smtClean="0"/>
              <a:t>AND </a:t>
            </a:r>
            <a:r>
              <a:rPr lang="en-GB" u="sng" dirty="0"/>
              <a:t>Operators</a:t>
            </a:r>
            <a:endParaRPr lang="en-ZA" dirty="0"/>
          </a:p>
          <a:p>
            <a:pPr lvl="0"/>
            <a:r>
              <a:rPr lang="en-GB" dirty="0"/>
              <a:t>Find pages containing all your words and use</a:t>
            </a:r>
            <a:r>
              <a:rPr lang="en-GB" b="1" dirty="0"/>
              <a:t> </a:t>
            </a:r>
            <a:r>
              <a:rPr lang="en-GB" b="1" i="1" dirty="0"/>
              <a:t>and</a:t>
            </a:r>
            <a:r>
              <a:rPr lang="en-GB" dirty="0"/>
              <a:t> to narrow your search: all Of your search terms will be present in the retrieved records </a:t>
            </a:r>
            <a:r>
              <a:rPr lang="en-GB" dirty="0" err="1"/>
              <a:t>e.g</a:t>
            </a:r>
            <a:r>
              <a:rPr lang="en-GB" dirty="0"/>
              <a:t> Poverty and crime, it will bring information for both of them</a:t>
            </a:r>
            <a:endParaRPr lang="en-ZA" dirty="0"/>
          </a:p>
          <a:p>
            <a:pPr marL="0" lvl="0" indent="0">
              <a:buNone/>
            </a:pPr>
            <a:r>
              <a:rPr lang="en-GB" dirty="0"/>
              <a:t> </a:t>
            </a:r>
            <a:r>
              <a:rPr lang="en-GB" b="1" u="sng" dirty="0" smtClean="0"/>
              <a:t>Or </a:t>
            </a:r>
            <a:r>
              <a:rPr lang="en-GB" b="1" u="sng" dirty="0"/>
              <a:t>operator</a:t>
            </a:r>
            <a:endParaRPr lang="en-ZA" dirty="0"/>
          </a:p>
          <a:p>
            <a:pPr lvl="0"/>
            <a:r>
              <a:rPr lang="en-GB" b="1" dirty="0"/>
              <a:t>Find pages containing in of your</a:t>
            </a:r>
            <a:r>
              <a:rPr lang="en-GB" b="1" u="sng" dirty="0"/>
              <a:t> </a:t>
            </a:r>
            <a:r>
              <a:rPr lang="en-GB" b="1" dirty="0"/>
              <a:t>Words</a:t>
            </a:r>
            <a:endParaRPr lang="en-ZA" b="1" dirty="0"/>
          </a:p>
          <a:p>
            <a:pPr lvl="0"/>
            <a:r>
              <a:rPr lang="en-GB" dirty="0"/>
              <a:t> Used to broaden a search by connecting to more Synonyms</a:t>
            </a:r>
            <a:endParaRPr lang="en-ZA" dirty="0"/>
          </a:p>
          <a:p>
            <a:pPr lvl="0"/>
            <a:r>
              <a:rPr lang="en-GB" dirty="0"/>
              <a:t> The database will bring all unique records Containing one </a:t>
            </a:r>
            <a:r>
              <a:rPr lang="en-GB" dirty="0" err="1"/>
              <a:t>term,the</a:t>
            </a:r>
            <a:r>
              <a:rPr lang="en-GB" dirty="0"/>
              <a:t> other or </a:t>
            </a:r>
            <a:r>
              <a:rPr lang="en-GB" dirty="0" err="1"/>
              <a:t>both.e.g</a:t>
            </a:r>
            <a:r>
              <a:rPr lang="en-GB" dirty="0"/>
              <a:t> college or </a:t>
            </a:r>
            <a:r>
              <a:rPr lang="en-GB" dirty="0" err="1"/>
              <a:t>university,it</a:t>
            </a:r>
            <a:r>
              <a:rPr lang="en-GB" dirty="0"/>
              <a:t> will bring anything found one term or the other one even </a:t>
            </a:r>
            <a:r>
              <a:rPr lang="en-GB" dirty="0" smtClean="0"/>
              <a:t>both.</a:t>
            </a:r>
          </a:p>
          <a:p>
            <a:pPr marL="0" indent="0">
              <a:buNone/>
            </a:pPr>
            <a:r>
              <a:rPr lang="en-GB" b="1" u="sng" dirty="0"/>
              <a:t>NOT Operator</a:t>
            </a:r>
            <a:endParaRPr lang="en-ZA" dirty="0"/>
          </a:p>
          <a:p>
            <a:pPr lvl="0"/>
            <a:r>
              <a:rPr lang="en-GB" dirty="0"/>
              <a:t>Used to exclude terms from your search </a:t>
            </a:r>
            <a:r>
              <a:rPr lang="en-GB" dirty="0" smtClean="0"/>
              <a:t>results.</a:t>
            </a:r>
            <a:endParaRPr lang="en-ZA" dirty="0"/>
          </a:p>
          <a:p>
            <a:pPr lvl="0"/>
            <a:r>
              <a:rPr lang="en-GB" dirty="0"/>
              <a:t>Excludes any page containing that word e.g. cats not </a:t>
            </a:r>
            <a:r>
              <a:rPr lang="en-GB" dirty="0" err="1"/>
              <a:t>dogs,it</a:t>
            </a:r>
            <a:r>
              <a:rPr lang="en-GB" dirty="0"/>
              <a:t> will bring anything about cats and not </a:t>
            </a:r>
            <a:r>
              <a:rPr lang="en-GB" dirty="0" smtClean="0"/>
              <a:t>dogs</a:t>
            </a:r>
            <a:r>
              <a:rPr lang="en-ZA" dirty="0" smtClean="0"/>
              <a:t>.</a:t>
            </a:r>
            <a:endParaRPr lang="en-GB" dirty="0" smtClean="0"/>
          </a:p>
          <a:p>
            <a:pPr marL="0" indent="0">
              <a:buNone/>
            </a:pPr>
            <a:endParaRPr lang="en-ZA" dirty="0"/>
          </a:p>
        </p:txBody>
      </p:sp>
    </p:spTree>
    <p:extLst>
      <p:ext uri="{BB962C8B-B14F-4D97-AF65-F5344CB8AC3E}">
        <p14:creationId xmlns:p14="http://schemas.microsoft.com/office/powerpoint/2010/main" val="2513783856"/>
      </p:ext>
    </p:extLst>
  </p:cSld>
  <p:clrMapOvr>
    <a:masterClrMapping/>
  </p:clrMapOvr>
  <mc:AlternateContent xmlns:mc="http://schemas.openxmlformats.org/markup-compatibility/2006">
    <mc:Choice xmlns:p14="http://schemas.microsoft.com/office/powerpoint/2010/main" Requires="p14">
      <p:transition spd="slow" p14:dur="900">
        <p14:warp dir="in"/>
      </p:transition>
    </mc:Choice>
    <mc:Fallback>
      <p:transition spd="slow">
        <p:fade/>
      </p:transition>
    </mc:Fallback>
  </mc:AlternateContent>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89212" y="116110"/>
            <a:ext cx="8811675" cy="264890"/>
          </a:xfrm>
        </p:spPr>
        <p:txBody>
          <a:bodyPr>
            <a:noAutofit/>
          </a:bodyPr>
          <a:lstStyle/>
          <a:p>
            <a:r>
              <a:rPr lang="en-US" sz="1200" dirty="0" smtClean="0"/>
              <a:t>Continued…</a:t>
            </a:r>
            <a:endParaRPr lang="en-ZA" sz="1200" dirty="0"/>
          </a:p>
        </p:txBody>
      </p:sp>
      <p:sp>
        <p:nvSpPr>
          <p:cNvPr id="3" name="Content Placeholder 2"/>
          <p:cNvSpPr>
            <a:spLocks noGrp="1"/>
          </p:cNvSpPr>
          <p:nvPr>
            <p:ph idx="1"/>
          </p:nvPr>
        </p:nvSpPr>
        <p:spPr>
          <a:xfrm>
            <a:off x="1928812" y="647700"/>
            <a:ext cx="9729788" cy="5956300"/>
          </a:xfrm>
        </p:spPr>
        <p:txBody>
          <a:bodyPr/>
          <a:lstStyle/>
          <a:p>
            <a:pPr marL="0" lvl="0" indent="0">
              <a:buNone/>
            </a:pPr>
            <a:endParaRPr lang="en-ZA" dirty="0"/>
          </a:p>
          <a:p>
            <a:pPr marL="0" indent="0">
              <a:buNone/>
            </a:pPr>
            <a:r>
              <a:rPr lang="en-GB" b="1" u="sng" dirty="0" smtClean="0"/>
              <a:t>BOOLEAN </a:t>
            </a:r>
            <a:r>
              <a:rPr lang="en-GB" b="1" u="sng" dirty="0"/>
              <a:t>OPERATORS</a:t>
            </a:r>
            <a:endParaRPr lang="en-ZA" dirty="0"/>
          </a:p>
          <a:p>
            <a:pPr lvl="0"/>
            <a:r>
              <a:rPr lang="en-GB" dirty="0"/>
              <a:t>It can be combined like (women or jobs)and Malawi.</a:t>
            </a:r>
            <a:endParaRPr lang="en-ZA" dirty="0"/>
          </a:p>
          <a:p>
            <a:pPr lvl="0"/>
            <a:r>
              <a:rPr lang="en-GB" dirty="0"/>
              <a:t>Use parenthesis or combine directly</a:t>
            </a:r>
            <a:endParaRPr lang="en-ZA" dirty="0"/>
          </a:p>
          <a:p>
            <a:pPr lvl="0"/>
            <a:r>
              <a:rPr lang="en-GB" dirty="0"/>
              <a:t>Use parenthesis or combine directly</a:t>
            </a:r>
            <a:endParaRPr lang="en-ZA" dirty="0"/>
          </a:p>
          <a:p>
            <a:pPr lvl="0"/>
            <a:r>
              <a:rPr lang="en-GB" dirty="0"/>
              <a:t>Helpful when you are not sure of the spelling e.g.(Sarajevo or </a:t>
            </a:r>
            <a:r>
              <a:rPr lang="en-GB" dirty="0" err="1"/>
              <a:t>sarayevo</a:t>
            </a:r>
            <a:r>
              <a:rPr lang="en-GB" dirty="0"/>
              <a:t>) and human rights</a:t>
            </a:r>
            <a:endParaRPr lang="en-ZA" dirty="0"/>
          </a:p>
          <a:p>
            <a:pPr marL="0" indent="0">
              <a:buNone/>
            </a:pPr>
            <a:r>
              <a:rPr lang="en-GB" b="1" u="sng" dirty="0" smtClean="0"/>
              <a:t> USING </a:t>
            </a:r>
            <a:r>
              <a:rPr lang="en-GB" b="1" u="sng" dirty="0"/>
              <a:t>GOOGLE ADVANCED SEARCH OPTION</a:t>
            </a:r>
            <a:endParaRPr lang="en-ZA" dirty="0"/>
          </a:p>
          <a:p>
            <a:pPr lvl="0"/>
            <a:r>
              <a:rPr lang="en-GB" dirty="0"/>
              <a:t>Gives you a number of Ways to limit your search</a:t>
            </a:r>
            <a:endParaRPr lang="en-ZA" dirty="0"/>
          </a:p>
          <a:p>
            <a:pPr marL="0" indent="0">
              <a:buNone/>
            </a:pPr>
            <a:r>
              <a:rPr lang="en-GB" b="1" u="sng" dirty="0"/>
              <a:t>SUBJECT DIRECTORY</a:t>
            </a:r>
            <a:endParaRPr lang="en-ZA" dirty="0"/>
          </a:p>
          <a:p>
            <a:pPr lvl="0"/>
            <a:r>
              <a:rPr lang="en-GB" dirty="0"/>
              <a:t>DEF: a subject directory is a service that offers a collection of links to internet resources submitted by site creators or evaluators and organized into subject directory</a:t>
            </a:r>
            <a:endParaRPr lang="en-ZA" dirty="0"/>
          </a:p>
        </p:txBody>
      </p:sp>
    </p:spTree>
    <p:extLst>
      <p:ext uri="{BB962C8B-B14F-4D97-AF65-F5344CB8AC3E}">
        <p14:creationId xmlns:p14="http://schemas.microsoft.com/office/powerpoint/2010/main" val="3124251265"/>
      </p:ext>
    </p:extLst>
  </p:cSld>
  <p:clrMapOvr>
    <a:masterClrMapping/>
  </p:clrMapOvr>
  <mc:AlternateContent xmlns:mc="http://schemas.openxmlformats.org/markup-compatibility/2006">
    <mc:Choice xmlns:p14="http://schemas.microsoft.com/office/powerpoint/2010/main" Requires="p14">
      <p:transition spd="slow" p14:dur="900">
        <p14:warp dir="in"/>
      </p:transition>
    </mc:Choice>
    <mc:Fallback>
      <p:transition spd="slow">
        <p:fade/>
      </p:transition>
    </mc:Fallback>
  </mc:AlternateContent>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47900" y="139700"/>
            <a:ext cx="9256712" cy="368300"/>
          </a:xfrm>
        </p:spPr>
        <p:txBody>
          <a:bodyPr>
            <a:normAutofit/>
          </a:bodyPr>
          <a:lstStyle/>
          <a:p>
            <a:r>
              <a:rPr lang="en-US" sz="1200" dirty="0"/>
              <a:t>Continued…</a:t>
            </a:r>
            <a:endParaRPr lang="en-ZA" sz="1200" dirty="0"/>
          </a:p>
        </p:txBody>
      </p:sp>
      <p:sp>
        <p:nvSpPr>
          <p:cNvPr id="3" name="Content Placeholder 2"/>
          <p:cNvSpPr>
            <a:spLocks noGrp="1"/>
          </p:cNvSpPr>
          <p:nvPr>
            <p:ph idx="1"/>
          </p:nvPr>
        </p:nvSpPr>
        <p:spPr>
          <a:xfrm>
            <a:off x="1828800" y="749300"/>
            <a:ext cx="9918700" cy="5829300"/>
          </a:xfrm>
        </p:spPr>
        <p:txBody>
          <a:bodyPr/>
          <a:lstStyle/>
          <a:p>
            <a:pPr marL="0" indent="0">
              <a:buNone/>
            </a:pPr>
            <a:r>
              <a:rPr lang="en-GB" b="1" u="sng" dirty="0"/>
              <a:t>SUBJECT DIRECTORY</a:t>
            </a:r>
            <a:endParaRPr lang="en-ZA" dirty="0"/>
          </a:p>
          <a:p>
            <a:pPr lvl="0"/>
            <a:r>
              <a:rPr lang="en-GB" dirty="0"/>
              <a:t>Two basic types of directories;</a:t>
            </a:r>
            <a:endParaRPr lang="en-ZA" dirty="0"/>
          </a:p>
          <a:p>
            <a:pPr lvl="1"/>
            <a:r>
              <a:rPr lang="en-GB" dirty="0"/>
              <a:t>Academic</a:t>
            </a:r>
            <a:endParaRPr lang="en-ZA" dirty="0"/>
          </a:p>
          <a:p>
            <a:pPr lvl="1"/>
            <a:r>
              <a:rPr lang="en-GB" dirty="0"/>
              <a:t>Professional directories</a:t>
            </a:r>
            <a:endParaRPr lang="en-ZA" dirty="0"/>
          </a:p>
          <a:p>
            <a:pPr lvl="0"/>
            <a:r>
              <a:rPr lang="en-GB" dirty="0"/>
              <a:t>They are often created and maintained by subject experts to support the needs of researchers.</a:t>
            </a:r>
            <a:endParaRPr lang="en-ZA" dirty="0"/>
          </a:p>
          <a:p>
            <a:pPr marL="0" lvl="0" indent="0">
              <a:buNone/>
            </a:pPr>
            <a:r>
              <a:rPr lang="en-GB" b="1" i="1" dirty="0"/>
              <a:t>INFOMINE </a:t>
            </a:r>
            <a:r>
              <a:rPr lang="en-GB" dirty="0"/>
              <a:t>(</a:t>
            </a:r>
            <a:r>
              <a:rPr lang="en-GB" b="1" u="sng" dirty="0">
                <a:hlinkClick r:id="rId2"/>
              </a:rPr>
              <a:t>http://infomine.ucr.edu/</a:t>
            </a:r>
            <a:r>
              <a:rPr lang="en-GB" b="1" dirty="0"/>
              <a:t>), </a:t>
            </a:r>
            <a:r>
              <a:rPr lang="en-GB" dirty="0"/>
              <a:t>from university of California-an academic subject </a:t>
            </a:r>
            <a:r>
              <a:rPr lang="en-GB" dirty="0" smtClean="0"/>
              <a:t>directory.</a:t>
            </a:r>
            <a:endParaRPr lang="en-ZA" dirty="0"/>
          </a:p>
          <a:p>
            <a:pPr marL="0" indent="0">
              <a:buNone/>
            </a:pPr>
            <a:r>
              <a:rPr lang="en-GB" b="1" u="sng" dirty="0" smtClean="0"/>
              <a:t>CRITICAL </a:t>
            </a:r>
            <a:r>
              <a:rPr lang="en-GB" b="1" u="sng" dirty="0"/>
              <a:t>EVALUATION</a:t>
            </a:r>
            <a:endParaRPr lang="en-ZA" dirty="0"/>
          </a:p>
          <a:p>
            <a:pPr marL="0" indent="0">
              <a:buNone/>
            </a:pPr>
            <a:r>
              <a:rPr lang="en-GB" b="1" i="1" dirty="0"/>
              <a:t>Why evaluate what you find on the web?</a:t>
            </a:r>
            <a:endParaRPr lang="en-ZA" dirty="0"/>
          </a:p>
          <a:p>
            <a:pPr lvl="0"/>
            <a:r>
              <a:rPr lang="en-GB" dirty="0"/>
              <a:t>Anyone can put up a web page about anything for more in minutes</a:t>
            </a:r>
            <a:endParaRPr lang="en-ZA" dirty="0"/>
          </a:p>
          <a:p>
            <a:pPr lvl="0"/>
            <a:r>
              <a:rPr lang="en-GB" dirty="0"/>
              <a:t>Many webpages are not kept up-to-date</a:t>
            </a:r>
            <a:endParaRPr lang="en-ZA" dirty="0"/>
          </a:p>
          <a:p>
            <a:pPr lvl="0"/>
            <a:r>
              <a:rPr lang="en-GB" dirty="0"/>
              <a:t>No quality control</a:t>
            </a:r>
            <a:endParaRPr lang="en-ZA" dirty="0"/>
          </a:p>
        </p:txBody>
      </p:sp>
    </p:spTree>
    <p:extLst>
      <p:ext uri="{BB962C8B-B14F-4D97-AF65-F5344CB8AC3E}">
        <p14:creationId xmlns:p14="http://schemas.microsoft.com/office/powerpoint/2010/main" val="631842657"/>
      </p:ext>
    </p:extLst>
  </p:cSld>
  <p:clrMapOvr>
    <a:masterClrMapping/>
  </p:clrMapOvr>
  <mc:AlternateContent xmlns:mc="http://schemas.openxmlformats.org/markup-compatibility/2006">
    <mc:Choice xmlns:p14="http://schemas.microsoft.com/office/powerpoint/2010/main" Requires="p14">
      <p:transition spd="slow" p14:dur="900">
        <p14:warp dir="in"/>
      </p:transition>
    </mc:Choice>
    <mc:Fallback>
      <p:transition spd="slow">
        <p:fade/>
      </p:transition>
    </mc:Fallback>
  </mc:AlternateContent>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781300" y="0"/>
            <a:ext cx="8719599" cy="419100"/>
          </a:xfrm>
        </p:spPr>
        <p:txBody>
          <a:bodyPr>
            <a:normAutofit/>
          </a:bodyPr>
          <a:lstStyle/>
          <a:p>
            <a:r>
              <a:rPr lang="en-US" sz="1200" dirty="0"/>
              <a:t>Continued…</a:t>
            </a:r>
            <a:endParaRPr lang="en-ZA" sz="1200" dirty="0"/>
          </a:p>
        </p:txBody>
      </p:sp>
      <p:sp>
        <p:nvSpPr>
          <p:cNvPr id="3" name="Content Placeholder 2"/>
          <p:cNvSpPr>
            <a:spLocks noGrp="1"/>
          </p:cNvSpPr>
          <p:nvPr>
            <p:ph idx="1"/>
          </p:nvPr>
        </p:nvSpPr>
        <p:spPr>
          <a:xfrm>
            <a:off x="2068511" y="787400"/>
            <a:ext cx="9432388" cy="5359400"/>
          </a:xfrm>
        </p:spPr>
        <p:txBody>
          <a:bodyPr>
            <a:normAutofit fontScale="62500" lnSpcReduction="20000"/>
          </a:bodyPr>
          <a:lstStyle/>
          <a:p>
            <a:r>
              <a:rPr lang="en-GB" b="1" dirty="0"/>
              <a:t>SENDING AND RECEIVING EMAIL</a:t>
            </a:r>
            <a:endParaRPr lang="en-ZA" b="1" dirty="0"/>
          </a:p>
          <a:p>
            <a:r>
              <a:rPr lang="en-GB" dirty="0"/>
              <a:t>All email accounts have the same basic features, these are;</a:t>
            </a:r>
            <a:endParaRPr lang="en-ZA" dirty="0"/>
          </a:p>
          <a:p>
            <a:pPr lvl="0"/>
            <a:r>
              <a:rPr lang="en-GB" dirty="0"/>
              <a:t>INBOX for the email you have received.</a:t>
            </a:r>
            <a:endParaRPr lang="en-ZA" dirty="0"/>
          </a:p>
          <a:p>
            <a:pPr lvl="0"/>
            <a:r>
              <a:rPr lang="en-GB" dirty="0"/>
              <a:t>SENT ITEMS for the emails you have sent.</a:t>
            </a:r>
            <a:endParaRPr lang="en-ZA" dirty="0"/>
          </a:p>
          <a:p>
            <a:pPr lvl="0"/>
            <a:r>
              <a:rPr lang="en-GB" dirty="0"/>
              <a:t>ADDRESS BOOK OR CONTACTS where you send other peoples email addresses.</a:t>
            </a:r>
            <a:endParaRPr lang="en-ZA" dirty="0"/>
          </a:p>
          <a:p>
            <a:r>
              <a:rPr lang="en-GB" dirty="0"/>
              <a:t> </a:t>
            </a:r>
            <a:endParaRPr lang="en-ZA" b="1" dirty="0"/>
          </a:p>
          <a:p>
            <a:r>
              <a:rPr lang="en-GB" b="1" dirty="0" smtClean="0"/>
              <a:t>PROCESS OF SENDING EMAIL</a:t>
            </a:r>
            <a:endParaRPr lang="en-ZA" b="1" dirty="0"/>
          </a:p>
          <a:p>
            <a:pPr lvl="0"/>
            <a:r>
              <a:rPr lang="en-GB" dirty="0"/>
              <a:t>Creating a new email might be called compose, create or new email.</a:t>
            </a:r>
            <a:endParaRPr lang="en-ZA" dirty="0"/>
          </a:p>
          <a:p>
            <a:pPr lvl="0"/>
            <a:r>
              <a:rPr lang="en-GB" dirty="0"/>
              <a:t>To send email you type the email address in the “TO” field.</a:t>
            </a:r>
            <a:endParaRPr lang="en-ZA" dirty="0"/>
          </a:p>
          <a:p>
            <a:pPr lvl="0"/>
            <a:r>
              <a:rPr lang="en-GB" dirty="0"/>
              <a:t>There is also Cc and BCC that you can use to send copies of this email to other people.</a:t>
            </a:r>
            <a:endParaRPr lang="en-ZA" dirty="0"/>
          </a:p>
          <a:p>
            <a:pPr lvl="0"/>
            <a:r>
              <a:rPr lang="en-GB" dirty="0"/>
              <a:t>Cc stand for carbon copy which means that whose address appears after the Cc header would receive a copy of the email.</a:t>
            </a:r>
            <a:endParaRPr lang="en-ZA" dirty="0"/>
          </a:p>
          <a:p>
            <a:pPr lvl="0"/>
            <a:r>
              <a:rPr lang="en-GB" dirty="0"/>
              <a:t>BCC stands for blind carbon copy which is similar to that of Cc except that the email address of the recipient specified in this field do not appear in the received message header, and the recipient in the “TO” or Cc field will not know that a copy is sent to these address.</a:t>
            </a:r>
            <a:endParaRPr lang="en-ZA" dirty="0"/>
          </a:p>
          <a:p>
            <a:pPr lvl="0"/>
            <a:r>
              <a:rPr lang="en-GB" dirty="0"/>
              <a:t>In the subject field you type the purpose of the email and write the email in the body field.</a:t>
            </a:r>
            <a:endParaRPr lang="en-ZA" dirty="0"/>
          </a:p>
          <a:p>
            <a:pPr lvl="0"/>
            <a:r>
              <a:rPr lang="en-GB" dirty="0"/>
              <a:t>You can also attach photos and document to your email.</a:t>
            </a:r>
            <a:endParaRPr lang="en-ZA" dirty="0"/>
          </a:p>
          <a:p>
            <a:pPr lvl="0"/>
            <a:r>
              <a:rPr lang="en-GB" dirty="0"/>
              <a:t>When you click send, the email is sent to the other persons account through the internet.</a:t>
            </a:r>
            <a:endParaRPr lang="en-ZA" dirty="0"/>
          </a:p>
          <a:p>
            <a:pPr lvl="0"/>
            <a:r>
              <a:rPr lang="en-GB" dirty="0"/>
              <a:t>If it is not sent you receive an automated email telling you that the email was undeliverable.</a:t>
            </a:r>
            <a:endParaRPr lang="en-ZA" dirty="0"/>
          </a:p>
          <a:p>
            <a:pPr lvl="0"/>
            <a:r>
              <a:rPr lang="en-GB" dirty="0"/>
              <a:t>This could be due to incorrect spelling of your email, including gaps in the address or maybe the recipient inbox is full.</a:t>
            </a:r>
            <a:endParaRPr lang="en-ZA" dirty="0"/>
          </a:p>
        </p:txBody>
      </p:sp>
    </p:spTree>
    <p:extLst>
      <p:ext uri="{BB962C8B-B14F-4D97-AF65-F5344CB8AC3E}">
        <p14:creationId xmlns:p14="http://schemas.microsoft.com/office/powerpoint/2010/main" val="215308575"/>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1250">
        <p15:prstTrans prst="pageCurlDouble"/>
      </p:transition>
    </mc:Choice>
    <mc:Fallback>
      <p:transition spd="slow">
        <p:fade/>
      </p:transition>
    </mc:Fallback>
  </mc:AlternateContent>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743200" y="0"/>
            <a:ext cx="8757699" cy="381000"/>
          </a:xfrm>
        </p:spPr>
        <p:txBody>
          <a:bodyPr>
            <a:normAutofit/>
          </a:bodyPr>
          <a:lstStyle/>
          <a:p>
            <a:r>
              <a:rPr lang="en-US" sz="1200" dirty="0"/>
              <a:t>Continued…</a:t>
            </a:r>
            <a:endParaRPr lang="en-ZA" sz="1200" dirty="0"/>
          </a:p>
        </p:txBody>
      </p:sp>
      <p:sp>
        <p:nvSpPr>
          <p:cNvPr id="3" name="Content Placeholder 2"/>
          <p:cNvSpPr>
            <a:spLocks noGrp="1"/>
          </p:cNvSpPr>
          <p:nvPr>
            <p:ph idx="1"/>
          </p:nvPr>
        </p:nvSpPr>
        <p:spPr>
          <a:xfrm>
            <a:off x="2347912" y="800100"/>
            <a:ext cx="9348788" cy="5156200"/>
          </a:xfrm>
        </p:spPr>
        <p:txBody>
          <a:bodyPr>
            <a:normAutofit fontScale="85000" lnSpcReduction="20000"/>
          </a:bodyPr>
          <a:lstStyle/>
          <a:p>
            <a:pPr marL="0" indent="0">
              <a:buNone/>
            </a:pPr>
            <a:r>
              <a:rPr lang="en-GB" b="1" dirty="0" smtClean="0"/>
              <a:t>WORKINGOFFLINE</a:t>
            </a:r>
            <a:endParaRPr lang="en-ZA" dirty="0" smtClean="0"/>
          </a:p>
          <a:p>
            <a:r>
              <a:rPr lang="en-GB" dirty="0" smtClean="0"/>
              <a:t> </a:t>
            </a:r>
            <a:r>
              <a:rPr lang="en-GB" dirty="0"/>
              <a:t>Work  offline  line mode is </a:t>
            </a:r>
            <a:r>
              <a:rPr lang="en-GB" dirty="0" smtClean="0"/>
              <a:t>a desktop  </a:t>
            </a:r>
            <a:r>
              <a:rPr lang="en-GB" dirty="0"/>
              <a:t>setting that allows the user work with connected  content without being connected to cloud data/servers.</a:t>
            </a:r>
            <a:endParaRPr lang="en-ZA" dirty="0"/>
          </a:p>
          <a:p>
            <a:r>
              <a:rPr lang="en-GB" dirty="0" smtClean="0"/>
              <a:t> </a:t>
            </a:r>
            <a:r>
              <a:rPr lang="en-GB" dirty="0"/>
              <a:t>Working offline is a choice a user can  open, ,edit and create any files in a connected drive that were opened within 15days. </a:t>
            </a:r>
            <a:endParaRPr lang="en-ZA" dirty="0"/>
          </a:p>
          <a:p>
            <a:r>
              <a:rPr lang="en-GB" dirty="0"/>
              <a:t>Any  changes made to files are uploaded when the desktop connector is switched back online. Changed files are stored locally and uploaded as new versions when you set back online. Moving and renaming files is </a:t>
            </a:r>
            <a:r>
              <a:rPr lang="en-GB" dirty="0"/>
              <a:t>u</a:t>
            </a:r>
            <a:r>
              <a:rPr lang="en-GB" dirty="0" smtClean="0"/>
              <a:t>navailable </a:t>
            </a:r>
            <a:r>
              <a:rPr lang="en-GB" dirty="0"/>
              <a:t>while working offline</a:t>
            </a:r>
            <a:endParaRPr lang="en-ZA" dirty="0"/>
          </a:p>
          <a:p>
            <a:r>
              <a:rPr lang="en-GB" dirty="0"/>
              <a:t>.Files changed locally while working offline are not uploaded. </a:t>
            </a:r>
            <a:endParaRPr lang="en-GB" dirty="0" smtClean="0"/>
          </a:p>
          <a:p>
            <a:pPr marL="0" indent="0">
              <a:buNone/>
            </a:pPr>
            <a:r>
              <a:rPr lang="en-GB" b="1" dirty="0" smtClean="0"/>
              <a:t>DOWNLOADING FILES</a:t>
            </a:r>
          </a:p>
          <a:p>
            <a:r>
              <a:rPr lang="en-GB" dirty="0"/>
              <a:t> </a:t>
            </a:r>
            <a:r>
              <a:rPr lang="en-GB" dirty="0" smtClean="0"/>
              <a:t>Downloading files-is </a:t>
            </a:r>
            <a:r>
              <a:rPr lang="en-GB" dirty="0"/>
              <a:t>the transmission of a file or data from one computer to another over a network usually from a larger server to a user device.</a:t>
            </a:r>
            <a:endParaRPr lang="en-ZA" dirty="0"/>
          </a:p>
          <a:p>
            <a:r>
              <a:rPr lang="en-GB" dirty="0"/>
              <a:t> It is not always that links go to another  websites. In some cases they point to a file that can be downloaded or saved to your computer. </a:t>
            </a:r>
            <a:endParaRPr lang="en-ZA" dirty="0"/>
          </a:p>
          <a:p>
            <a:r>
              <a:rPr lang="en-GB" dirty="0"/>
              <a:t>If a link file is click edit may download automatically the file being selected but sometime sit just open </a:t>
            </a:r>
            <a:r>
              <a:rPr lang="en-GB" dirty="0" err="1"/>
              <a:t>swith</a:t>
            </a:r>
            <a:r>
              <a:rPr lang="en-GB" dirty="0"/>
              <a:t> in your browser instead of downloading. </a:t>
            </a:r>
            <a:endParaRPr lang="en-ZA" dirty="0"/>
          </a:p>
          <a:p>
            <a:r>
              <a:rPr lang="en-GB" dirty="0"/>
              <a:t>To prevent it from opening in the browser</a:t>
            </a:r>
            <a:r>
              <a:rPr lang="en-GB" dirty="0" smtClean="0"/>
              <a:t>, you </a:t>
            </a:r>
            <a:r>
              <a:rPr lang="en-GB" dirty="0"/>
              <a:t>can right-click the link and select save link as (different browsers may use slightly  different wording like save target as). </a:t>
            </a:r>
            <a:endParaRPr lang="en-ZA" dirty="0"/>
          </a:p>
          <a:p>
            <a:r>
              <a:rPr lang="en-GB" dirty="0"/>
              <a:t>Sometimes you may want to save an image from </a:t>
            </a:r>
            <a:r>
              <a:rPr lang="en-GB" dirty="0" smtClean="0"/>
              <a:t>a website </a:t>
            </a:r>
            <a:r>
              <a:rPr lang="en-GB" dirty="0"/>
              <a:t>to your computer. To do this right</a:t>
            </a:r>
            <a:endParaRPr lang="en-ZA" dirty="0"/>
          </a:p>
          <a:p>
            <a:r>
              <a:rPr lang="en-GB" dirty="0"/>
              <a:t>Click the image and select save images as (or save </a:t>
            </a:r>
            <a:r>
              <a:rPr lang="en-GB" dirty="0" smtClean="0"/>
              <a:t>pictures</a:t>
            </a:r>
            <a:r>
              <a:rPr lang="en-GB" dirty="0"/>
              <a:t>). </a:t>
            </a:r>
            <a:endParaRPr lang="en-ZA" dirty="0"/>
          </a:p>
          <a:p>
            <a:pPr marL="0" indent="0">
              <a:buNone/>
            </a:pPr>
            <a:endParaRPr lang="en-GB" b="1" dirty="0" smtClean="0"/>
          </a:p>
          <a:p>
            <a:pPr marL="0" indent="0">
              <a:buNone/>
            </a:pPr>
            <a:endParaRPr lang="en-ZA" b="1" dirty="0" smtClean="0"/>
          </a:p>
          <a:p>
            <a:pPr marL="0" indent="0">
              <a:buNone/>
            </a:pPr>
            <a:endParaRPr lang="en-ZA" dirty="0"/>
          </a:p>
        </p:txBody>
      </p:sp>
    </p:spTree>
    <p:extLst>
      <p:ext uri="{BB962C8B-B14F-4D97-AF65-F5344CB8AC3E}">
        <p14:creationId xmlns:p14="http://schemas.microsoft.com/office/powerpoint/2010/main" val="1293578429"/>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1250">
        <p15:prstTrans prst="pageCurlDouble"/>
      </p:transition>
    </mc:Choice>
    <mc:Fallback>
      <p:transition spd="slow">
        <p:fade/>
      </p:transition>
    </mc:Fallback>
  </mc:AlternateContent>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984500" y="90710"/>
            <a:ext cx="8826500" cy="633190"/>
          </a:xfrm>
        </p:spPr>
        <p:txBody>
          <a:bodyPr>
            <a:normAutofit/>
          </a:bodyPr>
          <a:lstStyle/>
          <a:p>
            <a:r>
              <a:rPr lang="en-US" sz="1200" dirty="0"/>
              <a:t>Continued…</a:t>
            </a:r>
            <a:endParaRPr lang="en-ZA" sz="1200" dirty="0"/>
          </a:p>
        </p:txBody>
      </p:sp>
      <p:sp>
        <p:nvSpPr>
          <p:cNvPr id="3" name="Content Placeholder 2"/>
          <p:cNvSpPr>
            <a:spLocks noGrp="1"/>
          </p:cNvSpPr>
          <p:nvPr>
            <p:ph idx="1"/>
          </p:nvPr>
        </p:nvSpPr>
        <p:spPr>
          <a:xfrm>
            <a:off x="2005012" y="723900"/>
            <a:ext cx="9805988" cy="5511800"/>
          </a:xfrm>
        </p:spPr>
        <p:txBody>
          <a:bodyPr/>
          <a:lstStyle/>
          <a:p>
            <a:pPr marL="0" indent="0">
              <a:buNone/>
            </a:pPr>
            <a:r>
              <a:rPr lang="en-GB" b="1" dirty="0" smtClean="0"/>
              <a:t>CONVENTIONAL </a:t>
            </a:r>
            <a:r>
              <a:rPr lang="en-GB" b="1" dirty="0"/>
              <a:t>AND WEB-BASED E-MAIL</a:t>
            </a:r>
            <a:endParaRPr lang="en-ZA" dirty="0"/>
          </a:p>
          <a:p>
            <a:r>
              <a:rPr lang="en-GB" dirty="0"/>
              <a:t>There are two ways to send and receive e-mails. You can send an email via</a:t>
            </a:r>
            <a:endParaRPr lang="en-ZA" dirty="0"/>
          </a:p>
          <a:p>
            <a:r>
              <a:rPr lang="en-GB" dirty="0"/>
              <a:t>	1. Software on your own computer</a:t>
            </a:r>
            <a:endParaRPr lang="en-ZA" dirty="0"/>
          </a:p>
          <a:p>
            <a:r>
              <a:rPr lang="en-GB" dirty="0"/>
              <a:t>	2. Web-based services with browser   </a:t>
            </a:r>
            <a:endParaRPr lang="en-ZA" dirty="0"/>
          </a:p>
          <a:p>
            <a:pPr marL="0" indent="0">
              <a:buNone/>
            </a:pPr>
            <a:r>
              <a:rPr lang="en-GB" b="1" dirty="0"/>
              <a:t>1. Using email program (conventional)  </a:t>
            </a:r>
            <a:endParaRPr lang="en-ZA" dirty="0"/>
          </a:p>
          <a:p>
            <a:pPr lvl="0"/>
            <a:r>
              <a:rPr lang="en-GB" dirty="0"/>
              <a:t>An e-mail program enables you to send emails from your computer, which interact with an email server at your Internet access provider to send and receive email.</a:t>
            </a:r>
            <a:endParaRPr lang="en-ZA" dirty="0"/>
          </a:p>
          <a:p>
            <a:pPr lvl="0"/>
            <a:r>
              <a:rPr lang="en-GB" dirty="0"/>
              <a:t>Your incoming messages are stored on the servers in an electronic mailbox.</a:t>
            </a:r>
            <a:endParaRPr lang="en-ZA" dirty="0"/>
          </a:p>
          <a:p>
            <a:pPr lvl="0"/>
            <a:r>
              <a:rPr lang="en-GB" dirty="0"/>
              <a:t>When you access the email server, your incoming messages are sent to your software’s inbox, whereby they are ready to be opened and read.</a:t>
            </a:r>
            <a:endParaRPr lang="en-ZA" dirty="0"/>
          </a:p>
          <a:p>
            <a:r>
              <a:rPr lang="en-GB" dirty="0"/>
              <a:t>Examples of such programs include; </a:t>
            </a:r>
            <a:r>
              <a:rPr lang="en-GB" dirty="0" smtClean="0"/>
              <a:t>Microsof</a:t>
            </a:r>
            <a:r>
              <a:rPr lang="en-GB" dirty="0"/>
              <a:t>t Outlook express and Apple’s </a:t>
            </a:r>
            <a:r>
              <a:rPr lang="en-GB" dirty="0" smtClean="0"/>
              <a:t>mail.</a:t>
            </a:r>
          </a:p>
          <a:p>
            <a:pPr marL="0" indent="0">
              <a:buNone/>
            </a:pPr>
            <a:r>
              <a:rPr lang="en-GB" b="1" dirty="0" smtClean="0"/>
              <a:t>Advantage</a:t>
            </a:r>
            <a:r>
              <a:rPr lang="en-GB" dirty="0" smtClean="0"/>
              <a:t>  </a:t>
            </a:r>
            <a:endParaRPr lang="en-ZA" dirty="0" smtClean="0"/>
          </a:p>
          <a:p>
            <a:r>
              <a:rPr lang="en-GB" dirty="0" smtClean="0"/>
              <a:t>The </a:t>
            </a:r>
            <a:r>
              <a:rPr lang="en-GB" dirty="0"/>
              <a:t>advantage of standard/ conventional email program is that you can easily </a:t>
            </a:r>
            <a:r>
              <a:rPr lang="en-GB" dirty="0" err="1"/>
              <a:t>intergrate</a:t>
            </a:r>
            <a:r>
              <a:rPr lang="en-GB" dirty="0"/>
              <a:t> your email with other applications such as calendar, task list, and contact </a:t>
            </a:r>
            <a:r>
              <a:rPr lang="en-GB" dirty="0" smtClean="0"/>
              <a:t>list.</a:t>
            </a:r>
            <a:endParaRPr lang="en-ZA" dirty="0"/>
          </a:p>
        </p:txBody>
      </p:sp>
    </p:spTree>
    <p:extLst>
      <p:ext uri="{BB962C8B-B14F-4D97-AF65-F5344CB8AC3E}">
        <p14:creationId xmlns:p14="http://schemas.microsoft.com/office/powerpoint/2010/main" val="3974747709"/>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1250">
        <p15:prstTrans prst="pageCurlDouble"/>
      </p:transition>
    </mc:Choice>
    <mc:Fallback>
      <p:transition spd="slow">
        <p:fade/>
      </p:transition>
    </mc:Fallback>
  </mc:AlternateContent>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959100" y="0"/>
            <a:ext cx="8541799" cy="520700"/>
          </a:xfrm>
        </p:spPr>
        <p:txBody>
          <a:bodyPr>
            <a:normAutofit/>
          </a:bodyPr>
          <a:lstStyle/>
          <a:p>
            <a:r>
              <a:rPr lang="en-US" sz="1800" dirty="0"/>
              <a:t>Continued…</a:t>
            </a:r>
            <a:endParaRPr lang="en-ZA" sz="1800" dirty="0"/>
          </a:p>
        </p:txBody>
      </p:sp>
      <p:sp>
        <p:nvSpPr>
          <p:cNvPr id="3" name="Content Placeholder 2"/>
          <p:cNvSpPr>
            <a:spLocks noGrp="1"/>
          </p:cNvSpPr>
          <p:nvPr>
            <p:ph idx="1"/>
          </p:nvPr>
        </p:nvSpPr>
        <p:spPr>
          <a:xfrm>
            <a:off x="2068512" y="762000"/>
            <a:ext cx="9818688" cy="5943600"/>
          </a:xfrm>
        </p:spPr>
        <p:txBody>
          <a:bodyPr/>
          <a:lstStyle/>
          <a:p>
            <a:pPr marL="0" indent="0">
              <a:buNone/>
            </a:pPr>
            <a:r>
              <a:rPr lang="en-GB" b="1" dirty="0" smtClean="0"/>
              <a:t>2</a:t>
            </a:r>
            <a:r>
              <a:rPr lang="en-GB" b="1" dirty="0"/>
              <a:t>. Web-Based E-Mail</a:t>
            </a:r>
            <a:endParaRPr lang="en-ZA" dirty="0"/>
          </a:p>
          <a:p>
            <a:pPr lvl="0"/>
            <a:r>
              <a:rPr lang="en-GB" dirty="0"/>
              <a:t>With the web-based email or webmail program, you send and receive messages by interacting with a website.</a:t>
            </a:r>
            <a:endParaRPr lang="en-ZA" dirty="0"/>
          </a:p>
          <a:p>
            <a:pPr lvl="0"/>
            <a:r>
              <a:rPr lang="en-GB" dirty="0"/>
              <a:t>The big four major email carriers are </a:t>
            </a:r>
            <a:r>
              <a:rPr lang="en-GB" dirty="0" err="1"/>
              <a:t>yahoo!</a:t>
            </a:r>
            <a:r>
              <a:rPr lang="en-GB" dirty="0"/>
              <a:t> Mail, Microsoft outlook.com, </a:t>
            </a:r>
            <a:r>
              <a:rPr lang="en-GB" dirty="0" err="1"/>
              <a:t>gmail</a:t>
            </a:r>
            <a:r>
              <a:rPr lang="en-GB" dirty="0"/>
              <a:t> (</a:t>
            </a:r>
            <a:r>
              <a:rPr lang="en-GB" dirty="0" err="1"/>
              <a:t>google</a:t>
            </a:r>
            <a:r>
              <a:rPr lang="en-GB" dirty="0"/>
              <a:t>) and AIM mail (AOL.com).</a:t>
            </a:r>
            <a:endParaRPr lang="en-ZA" dirty="0"/>
          </a:p>
          <a:p>
            <a:pPr marL="0" indent="0">
              <a:buNone/>
            </a:pPr>
            <a:r>
              <a:rPr lang="en-GB" b="1" dirty="0"/>
              <a:t>Advantages</a:t>
            </a:r>
            <a:endParaRPr lang="en-ZA" dirty="0"/>
          </a:p>
          <a:p>
            <a:pPr lvl="0"/>
            <a:r>
              <a:rPr lang="en-GB" dirty="0"/>
              <a:t>You can easily send and receive messages while traveling anywhere in the world and the cost of the service itself is free.</a:t>
            </a:r>
            <a:endParaRPr lang="en-ZA" dirty="0"/>
          </a:p>
          <a:p>
            <a:pPr lvl="0"/>
            <a:r>
              <a:rPr lang="en-GB" dirty="0"/>
              <a:t>There is no need to delete the messages to save the space since both incoming out coming messages are stored in a serve</a:t>
            </a:r>
            <a:r>
              <a:rPr lang="en-GB" b="1" dirty="0"/>
              <a:t>r.</a:t>
            </a:r>
            <a:endParaRPr lang="en-ZA" dirty="0"/>
          </a:p>
          <a:p>
            <a:pPr marL="0" indent="0">
              <a:buNone/>
            </a:pPr>
            <a:r>
              <a:rPr lang="en-GB" b="1" dirty="0"/>
              <a:t>Disadvantages </a:t>
            </a:r>
            <a:r>
              <a:rPr lang="en-GB" dirty="0"/>
              <a:t> </a:t>
            </a:r>
            <a:endParaRPr lang="en-ZA" dirty="0"/>
          </a:p>
          <a:p>
            <a:pPr lvl="0"/>
            <a:r>
              <a:rPr lang="en-GB" dirty="0"/>
              <a:t>Because you are not paying for the service, web mail providers supports it with advertising, which means that you will have to deal with a lot of ads.</a:t>
            </a:r>
            <a:endParaRPr lang="en-ZA" dirty="0"/>
          </a:p>
          <a:p>
            <a:pPr lvl="0"/>
            <a:r>
              <a:rPr lang="en-GB" dirty="0"/>
              <a:t>Hackers commonly steal webmail users address books and then send scam emails to the people or organisations in the address list.</a:t>
            </a:r>
            <a:endParaRPr lang="en-ZA" dirty="0"/>
          </a:p>
        </p:txBody>
      </p:sp>
    </p:spTree>
    <p:extLst>
      <p:ext uri="{BB962C8B-B14F-4D97-AF65-F5344CB8AC3E}">
        <p14:creationId xmlns:p14="http://schemas.microsoft.com/office/powerpoint/2010/main" val="1858579098"/>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2000">
        <p15:prstTrans prst="fallOver"/>
      </p:transition>
    </mc:Choice>
    <mc:Fallback>
      <p:transition spd="slow">
        <p:fade/>
      </p:transition>
    </mc:Fallback>
  </mc:AlternateContent>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921000" y="128810"/>
            <a:ext cx="8761412" cy="404590"/>
          </a:xfrm>
        </p:spPr>
        <p:txBody>
          <a:bodyPr>
            <a:normAutofit/>
          </a:bodyPr>
          <a:lstStyle/>
          <a:p>
            <a:r>
              <a:rPr lang="en-US" sz="1200" dirty="0"/>
              <a:t>Continued…</a:t>
            </a:r>
            <a:endParaRPr lang="en-ZA" sz="1200" dirty="0"/>
          </a:p>
        </p:txBody>
      </p:sp>
      <p:sp>
        <p:nvSpPr>
          <p:cNvPr id="3" name="Content Placeholder 2"/>
          <p:cNvSpPr>
            <a:spLocks noGrp="1"/>
          </p:cNvSpPr>
          <p:nvPr>
            <p:ph idx="1"/>
          </p:nvPr>
        </p:nvSpPr>
        <p:spPr>
          <a:xfrm>
            <a:off x="2030412" y="850900"/>
            <a:ext cx="9551988" cy="5740400"/>
          </a:xfrm>
        </p:spPr>
        <p:txBody>
          <a:bodyPr/>
          <a:lstStyle/>
          <a:p>
            <a:pPr marL="0" indent="0">
              <a:buNone/>
            </a:pPr>
            <a:r>
              <a:rPr lang="en-GB" b="1" dirty="0" smtClean="0"/>
              <a:t>CONFIGURATION OF MAIL CLIENT</a:t>
            </a:r>
            <a:r>
              <a:rPr lang="en-GB" dirty="0" smtClean="0"/>
              <a:t/>
            </a:r>
            <a:br>
              <a:rPr lang="en-GB" dirty="0" smtClean="0"/>
            </a:br>
            <a:r>
              <a:rPr lang="en-GB" dirty="0" err="1" smtClean="0"/>
              <a:t>Michalle</a:t>
            </a:r>
            <a:r>
              <a:rPr lang="en-GB" dirty="0" smtClean="0"/>
              <a:t> (2016) said that there are different ways of accessing and using mail boxes. He continues adding that there are things that are needed for someone to configure an email.</a:t>
            </a:r>
            <a:br>
              <a:rPr lang="en-GB" dirty="0" smtClean="0"/>
            </a:br>
            <a:r>
              <a:rPr lang="en-GB" dirty="0" smtClean="0"/>
              <a:t>These things include:</a:t>
            </a:r>
            <a:br>
              <a:rPr lang="en-GB" dirty="0" smtClean="0"/>
            </a:br>
            <a:r>
              <a:rPr lang="en-GB" dirty="0" smtClean="0"/>
              <a:t>			-Username, email address and password.</a:t>
            </a:r>
            <a:br>
              <a:rPr lang="en-GB" dirty="0" smtClean="0"/>
            </a:br>
            <a:r>
              <a:rPr lang="en-GB" dirty="0" smtClean="0"/>
              <a:t>			-Another thing is domain name.</a:t>
            </a:r>
            <a:endParaRPr lang="en-ZA" dirty="0" smtClean="0"/>
          </a:p>
          <a:p>
            <a:pPr marL="0" indent="0">
              <a:buNone/>
            </a:pPr>
            <a:r>
              <a:rPr lang="en-GB" b="1" i="1" dirty="0" smtClean="0"/>
              <a:t>STEP-UP </a:t>
            </a:r>
            <a:r>
              <a:rPr lang="en-GB" b="1" i="1" dirty="0"/>
              <a:t>ON PC (MICROSOFT OUTLOOK FOR EXAMPLE)</a:t>
            </a:r>
            <a:r>
              <a:rPr lang="en-GB" dirty="0"/>
              <a:t/>
            </a:r>
            <a:br>
              <a:rPr lang="en-GB" dirty="0"/>
            </a:br>
            <a:r>
              <a:rPr lang="en-GB" dirty="0"/>
              <a:t>-Go to tools or file.</a:t>
            </a:r>
            <a:br>
              <a:rPr lang="en-GB" dirty="0"/>
            </a:br>
            <a:r>
              <a:rPr lang="en-GB" dirty="0"/>
              <a:t>-Select email account or account settings(depending on the version of outlook in use)</a:t>
            </a:r>
            <a:br>
              <a:rPr lang="en-GB" dirty="0"/>
            </a:br>
            <a:r>
              <a:rPr lang="en-GB" dirty="0"/>
              <a:t>-Click on your email address and select </a:t>
            </a:r>
            <a:r>
              <a:rPr lang="en-GB" b="1" i="1" dirty="0"/>
              <a:t>_Edit/Change_ or _Add New_</a:t>
            </a:r>
            <a:r>
              <a:rPr lang="en-GB" dirty="0"/>
              <a:t/>
            </a:r>
            <a:br>
              <a:rPr lang="en-GB" dirty="0"/>
            </a:br>
            <a:r>
              <a:rPr lang="en-GB" dirty="0"/>
              <a:t>-Follow the on-screen instructions to enter your:</a:t>
            </a:r>
            <a:br>
              <a:rPr lang="en-GB" dirty="0"/>
            </a:br>
            <a:r>
              <a:rPr lang="en-GB" dirty="0"/>
              <a:t>						-Name</a:t>
            </a:r>
            <a:br>
              <a:rPr lang="en-GB" dirty="0"/>
            </a:br>
            <a:r>
              <a:rPr lang="en-GB" dirty="0"/>
              <a:t>						-Email Address</a:t>
            </a:r>
            <a:br>
              <a:rPr lang="en-GB" dirty="0"/>
            </a:br>
            <a:r>
              <a:rPr lang="en-GB" dirty="0"/>
              <a:t>						-Username and Password</a:t>
            </a:r>
            <a:br>
              <a:rPr lang="en-GB" dirty="0"/>
            </a:br>
            <a:r>
              <a:rPr lang="en-GB" dirty="0"/>
              <a:t>-Then select settings, and finally click _</a:t>
            </a:r>
            <a:r>
              <a:rPr lang="en-GB" b="1" i="1" dirty="0"/>
              <a:t>outgoing server</a:t>
            </a:r>
            <a:r>
              <a:rPr lang="en-GB" dirty="0"/>
              <a:t>_ tab</a:t>
            </a:r>
            <a:endParaRPr lang="en-ZA" dirty="0"/>
          </a:p>
        </p:txBody>
      </p:sp>
    </p:spTree>
    <p:extLst>
      <p:ext uri="{BB962C8B-B14F-4D97-AF65-F5344CB8AC3E}">
        <p14:creationId xmlns:p14="http://schemas.microsoft.com/office/powerpoint/2010/main" val="1979605616"/>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2000">
        <p15:prstTrans prst="fallOver"/>
      </p:transition>
    </mc:Choice>
    <mc:Fallback>
      <p:transition spd="slow">
        <p:fade/>
      </p:transition>
    </mc:Fallback>
  </mc:AlternateContent>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89212" y="0"/>
            <a:ext cx="8750300" cy="571500"/>
          </a:xfrm>
        </p:spPr>
        <p:txBody>
          <a:bodyPr>
            <a:normAutofit/>
          </a:bodyPr>
          <a:lstStyle/>
          <a:p>
            <a:r>
              <a:rPr lang="en-US" sz="1200" dirty="0"/>
              <a:t>Continued…</a:t>
            </a:r>
            <a:endParaRPr lang="en-ZA" sz="1200" dirty="0"/>
          </a:p>
        </p:txBody>
      </p:sp>
      <p:sp>
        <p:nvSpPr>
          <p:cNvPr id="3" name="Content Placeholder 2"/>
          <p:cNvSpPr>
            <a:spLocks noGrp="1"/>
          </p:cNvSpPr>
          <p:nvPr>
            <p:ph idx="1"/>
          </p:nvPr>
        </p:nvSpPr>
        <p:spPr>
          <a:xfrm>
            <a:off x="2424112" y="800100"/>
            <a:ext cx="9323388" cy="5753100"/>
          </a:xfrm>
        </p:spPr>
        <p:txBody>
          <a:bodyPr/>
          <a:lstStyle/>
          <a:p>
            <a:pPr marL="0" indent="0">
              <a:buNone/>
            </a:pPr>
            <a:r>
              <a:rPr lang="en-GB" b="1" dirty="0" smtClean="0"/>
              <a:t>PROCESS OF RECEIVING EMAILL</a:t>
            </a:r>
            <a:endParaRPr lang="en-ZA" b="1" dirty="0" smtClean="0"/>
          </a:p>
          <a:p>
            <a:pPr lvl="0"/>
            <a:r>
              <a:rPr lang="en-GB" dirty="0" smtClean="0"/>
              <a:t>The </a:t>
            </a:r>
            <a:r>
              <a:rPr lang="en-GB" dirty="0"/>
              <a:t>sent email will be placed in the mail box server S</a:t>
            </a:r>
            <a:r>
              <a:rPr lang="en-GB" baseline="-25000" dirty="0"/>
              <a:t>2</a:t>
            </a:r>
            <a:r>
              <a:rPr lang="en-GB" dirty="0"/>
              <a:t> which is the email server for the recipient.</a:t>
            </a:r>
            <a:endParaRPr lang="en-ZA" dirty="0"/>
          </a:p>
          <a:p>
            <a:pPr lvl="0"/>
            <a:r>
              <a:rPr lang="en-GB" dirty="0"/>
              <a:t>If someone send you an email, you can reply them by selecting “REPLY”</a:t>
            </a:r>
            <a:endParaRPr lang="en-ZA" dirty="0"/>
          </a:p>
          <a:p>
            <a:r>
              <a:rPr lang="en-GB" dirty="0"/>
              <a:t>If you have received an email that you would like to share with others, you can forward it by selecting “FORWARD” button, putting in other peoples email addresses, typing in a message and selecting SEND.</a:t>
            </a:r>
            <a:endParaRPr lang="en-ZA" dirty="0"/>
          </a:p>
        </p:txBody>
      </p:sp>
    </p:spTree>
    <p:extLst>
      <p:ext uri="{BB962C8B-B14F-4D97-AF65-F5344CB8AC3E}">
        <p14:creationId xmlns:p14="http://schemas.microsoft.com/office/powerpoint/2010/main" val="1088403883"/>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2000">
        <p15:prstTrans prst="fallOver"/>
      </p:transition>
    </mc:Choice>
    <mc:Fallback>
      <p:transition spd="slow">
        <p:fade/>
      </p:transition>
    </mc:Fallback>
  </mc:AlternateContent>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89212" y="230410"/>
            <a:ext cx="9131300" cy="366490"/>
          </a:xfrm>
        </p:spPr>
        <p:txBody>
          <a:bodyPr>
            <a:normAutofit/>
          </a:bodyPr>
          <a:lstStyle/>
          <a:p>
            <a:r>
              <a:rPr lang="en-US" sz="1200" dirty="0" smtClean="0"/>
              <a:t>Continued…</a:t>
            </a:r>
            <a:endParaRPr lang="en-ZA" sz="1200" dirty="0"/>
          </a:p>
        </p:txBody>
      </p:sp>
      <p:sp>
        <p:nvSpPr>
          <p:cNvPr id="3" name="Content Placeholder 2"/>
          <p:cNvSpPr>
            <a:spLocks noGrp="1"/>
          </p:cNvSpPr>
          <p:nvPr>
            <p:ph idx="1"/>
          </p:nvPr>
        </p:nvSpPr>
        <p:spPr>
          <a:xfrm>
            <a:off x="849311" y="889000"/>
            <a:ext cx="9474201" cy="5562600"/>
          </a:xfrm>
        </p:spPr>
        <p:txBody>
          <a:bodyPr>
            <a:normAutofit lnSpcReduction="10000"/>
          </a:bodyPr>
          <a:lstStyle/>
          <a:p>
            <a:pPr marL="0" indent="0">
              <a:buNone/>
            </a:pPr>
            <a:r>
              <a:rPr lang="en-GB" sz="2000" b="1" dirty="0" smtClean="0">
                <a:solidFill>
                  <a:srgbClr val="002060"/>
                </a:solidFill>
              </a:rPr>
              <a:t>      EMAIL </a:t>
            </a:r>
            <a:r>
              <a:rPr lang="en-GB" sz="2000" b="1" dirty="0">
                <a:solidFill>
                  <a:srgbClr val="002060"/>
                </a:solidFill>
              </a:rPr>
              <a:t>ATTACHMENTS</a:t>
            </a:r>
            <a:endParaRPr lang="en-ZA" sz="2000" dirty="0">
              <a:solidFill>
                <a:srgbClr val="002060"/>
              </a:solidFill>
            </a:endParaRPr>
          </a:p>
          <a:p>
            <a:r>
              <a:rPr lang="en-GB" dirty="0"/>
              <a:t>An email attachment is a computer file sent within an email. An email attachment can either be an image, video,mp3,documentand zipped folder/file. According to computer hope (2021) one can send an email attachment by doing the following steps,</a:t>
            </a:r>
            <a:endParaRPr lang="en-ZA" dirty="0"/>
          </a:p>
          <a:p>
            <a:pPr lvl="0"/>
            <a:r>
              <a:rPr lang="en-GB" dirty="0"/>
              <a:t>first one has to log into their Gmail account</a:t>
            </a:r>
            <a:endParaRPr lang="en-ZA" dirty="0"/>
          </a:p>
          <a:p>
            <a:pPr lvl="0"/>
            <a:r>
              <a:rPr lang="en-GB" dirty="0"/>
              <a:t> then click the compose button on the upper left corner of the window to create a new e-mail message. You may also reply to a message you have received previously.</a:t>
            </a:r>
            <a:endParaRPr lang="en-ZA" dirty="0"/>
          </a:p>
          <a:p>
            <a:pPr lvl="0"/>
            <a:r>
              <a:rPr lang="en-GB" dirty="0"/>
              <a:t> When you are ready to insert an attachment into your body of your message, click the icon which inserts an attachment in the Gmail. </a:t>
            </a:r>
            <a:endParaRPr lang="en-ZA" dirty="0"/>
          </a:p>
          <a:p>
            <a:pPr lvl="0"/>
            <a:r>
              <a:rPr lang="en-GB" dirty="0"/>
              <a:t>Navigate to the location of files you want to attach, make your selections and then click open. </a:t>
            </a:r>
            <a:endParaRPr lang="en-ZA" dirty="0"/>
          </a:p>
          <a:p>
            <a:pPr lvl="0"/>
            <a:r>
              <a:rPr lang="en-GB" dirty="0"/>
              <a:t>when you have successfully attached your items you see them at the bottom of the body.</a:t>
            </a:r>
            <a:endParaRPr lang="en-ZA" dirty="0"/>
          </a:p>
          <a:p>
            <a:r>
              <a:rPr lang="en-GB" dirty="0"/>
              <a:t>it is also to be noted that when composing your message one needs to mention about the attachment. One can also remove an attachment that was previously added. This can be done by</a:t>
            </a:r>
            <a:endParaRPr lang="en-ZA" dirty="0"/>
          </a:p>
          <a:p>
            <a:pPr lvl="0"/>
            <a:r>
              <a:rPr lang="en-GB" dirty="0"/>
              <a:t>tapping close on the right of the attachment name.</a:t>
            </a:r>
            <a:endParaRPr lang="en-ZA" dirty="0"/>
          </a:p>
        </p:txBody>
      </p:sp>
    </p:spTree>
    <p:extLst>
      <p:ext uri="{BB962C8B-B14F-4D97-AF65-F5344CB8AC3E}">
        <p14:creationId xmlns:p14="http://schemas.microsoft.com/office/powerpoint/2010/main" val="2536069159"/>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2000">
        <p15:prstTrans prst="prestige"/>
      </p:transition>
    </mc:Choice>
    <mc:Fallback>
      <p:transition spd="slow">
        <p:fade/>
      </p:transition>
    </mc:Fallback>
  </mc:AlternateContent>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89212" y="0"/>
            <a:ext cx="8911687" cy="431800"/>
          </a:xfrm>
        </p:spPr>
        <p:txBody>
          <a:bodyPr>
            <a:normAutofit/>
          </a:bodyPr>
          <a:lstStyle/>
          <a:p>
            <a:r>
              <a:rPr lang="en-US" sz="1200" dirty="0" smtClean="0"/>
              <a:t>Continued..</a:t>
            </a:r>
            <a:endParaRPr lang="en-ZA" sz="1200" dirty="0"/>
          </a:p>
        </p:txBody>
      </p:sp>
      <p:sp>
        <p:nvSpPr>
          <p:cNvPr id="3" name="Content Placeholder 2"/>
          <p:cNvSpPr>
            <a:spLocks noGrp="1"/>
          </p:cNvSpPr>
          <p:nvPr>
            <p:ph idx="1"/>
          </p:nvPr>
        </p:nvSpPr>
        <p:spPr>
          <a:xfrm>
            <a:off x="2157411" y="622300"/>
            <a:ext cx="9343487" cy="5778500"/>
          </a:xfrm>
        </p:spPr>
        <p:txBody>
          <a:bodyPr>
            <a:normAutofit fontScale="92500" lnSpcReduction="20000"/>
          </a:bodyPr>
          <a:lstStyle/>
          <a:p>
            <a:pPr marL="0" indent="0">
              <a:buNone/>
            </a:pPr>
            <a:r>
              <a:rPr lang="en-GB" dirty="0"/>
              <a:t> it is also possible to send attachments with confidential mode. If your using Gmail with a work or </a:t>
            </a:r>
            <a:r>
              <a:rPr lang="en-GB" dirty="0" smtClean="0"/>
              <a:t>school </a:t>
            </a:r>
            <a:r>
              <a:rPr lang="en-GB" dirty="0"/>
              <a:t>account, contact your admin to make sure you can use confidential mode, then:</a:t>
            </a:r>
            <a:endParaRPr lang="en-ZA" dirty="0"/>
          </a:p>
          <a:p>
            <a:pPr lvl="0"/>
            <a:r>
              <a:rPr lang="en-GB" dirty="0"/>
              <a:t>follow the procedures for sending an email message with attachments. </a:t>
            </a:r>
            <a:endParaRPr lang="en-ZA" dirty="0"/>
          </a:p>
          <a:p>
            <a:pPr lvl="0"/>
            <a:r>
              <a:rPr lang="en-GB" dirty="0"/>
              <a:t>After you have attached a file to your email click turn on confidential mode on the right bottom of the window, </a:t>
            </a:r>
            <a:endParaRPr lang="en-ZA" dirty="0"/>
          </a:p>
          <a:p>
            <a:pPr lvl="0"/>
            <a:r>
              <a:rPr lang="en-GB" dirty="0"/>
              <a:t>then set an expiration date and passcode </a:t>
            </a:r>
            <a:endParaRPr lang="en-ZA" dirty="0"/>
          </a:p>
          <a:p>
            <a:pPr lvl="0"/>
            <a:r>
              <a:rPr lang="en-GB" dirty="0"/>
              <a:t> conclude by saving. </a:t>
            </a:r>
            <a:endParaRPr lang="en-ZA" dirty="0"/>
          </a:p>
          <a:p>
            <a:r>
              <a:rPr lang="en-GB" dirty="0"/>
              <a:t>It is advised that when sending attachments to an email one send their files in a format that everyone will be able to open without having a specific program to open the file </a:t>
            </a:r>
            <a:r>
              <a:rPr lang="en-GB" dirty="0" err="1"/>
              <a:t>eg</a:t>
            </a:r>
            <a:r>
              <a:rPr lang="en-GB" dirty="0"/>
              <a:t> pdf.</a:t>
            </a:r>
            <a:endParaRPr lang="en-ZA" dirty="0"/>
          </a:p>
          <a:p>
            <a:r>
              <a:rPr lang="en-GB" dirty="0"/>
              <a:t>some of the best practices for sending an email attachment are:</a:t>
            </a:r>
            <a:endParaRPr lang="en-ZA" dirty="0"/>
          </a:p>
          <a:p>
            <a:pPr lvl="0"/>
            <a:r>
              <a:rPr lang="en-GB" dirty="0"/>
              <a:t>Consider including a link in your email message rather than an attachment.</a:t>
            </a:r>
            <a:endParaRPr lang="en-ZA" dirty="0"/>
          </a:p>
          <a:p>
            <a:pPr lvl="0"/>
            <a:r>
              <a:rPr lang="en-GB" dirty="0"/>
              <a:t>Avoid sending large email attachments.</a:t>
            </a:r>
            <a:endParaRPr lang="en-ZA" dirty="0"/>
          </a:p>
          <a:p>
            <a:pPr marL="0" indent="0">
              <a:buNone/>
            </a:pPr>
            <a:r>
              <a:rPr lang="en-GB" dirty="0"/>
              <a:t>The following are ways one can download an attachment from an email.</a:t>
            </a:r>
            <a:endParaRPr lang="en-ZA" dirty="0"/>
          </a:p>
          <a:p>
            <a:pPr marL="0" indent="0">
              <a:buNone/>
            </a:pPr>
            <a:r>
              <a:rPr lang="en-GB" dirty="0" smtClean="0"/>
              <a:t>1. </a:t>
            </a:r>
            <a:r>
              <a:rPr lang="en-GB" b="1" dirty="0" smtClean="0"/>
              <a:t>downloading to a </a:t>
            </a:r>
            <a:r>
              <a:rPr lang="en-GB" b="1" dirty="0" err="1" smtClean="0"/>
              <a:t>cmputer</a:t>
            </a:r>
            <a:endParaRPr lang="en-ZA" dirty="0" smtClean="0"/>
          </a:p>
          <a:p>
            <a:pPr lvl="0"/>
            <a:r>
              <a:rPr lang="en-GB" dirty="0" smtClean="0"/>
              <a:t>on </a:t>
            </a:r>
            <a:r>
              <a:rPr lang="en-GB" dirty="0"/>
              <a:t>your computer go to email </a:t>
            </a:r>
            <a:endParaRPr lang="en-ZA" dirty="0"/>
          </a:p>
          <a:p>
            <a:pPr lvl="0"/>
            <a:r>
              <a:rPr lang="en-GB" dirty="0"/>
              <a:t>open an email message</a:t>
            </a:r>
            <a:endParaRPr lang="en-ZA" dirty="0"/>
          </a:p>
          <a:p>
            <a:pPr lvl="0"/>
            <a:r>
              <a:rPr lang="en-GB" dirty="0"/>
              <a:t>hover your mouse over the attachment thumbnail then click download.</a:t>
            </a:r>
            <a:endParaRPr lang="en-ZA" dirty="0"/>
          </a:p>
          <a:p>
            <a:pPr marL="0" indent="0">
              <a:buNone/>
            </a:pPr>
            <a:endParaRPr lang="en-ZA" dirty="0"/>
          </a:p>
        </p:txBody>
      </p:sp>
    </p:spTree>
    <p:extLst>
      <p:ext uri="{BB962C8B-B14F-4D97-AF65-F5344CB8AC3E}">
        <p14:creationId xmlns:p14="http://schemas.microsoft.com/office/powerpoint/2010/main" val="2459813373"/>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2000">
        <p15:prstTrans prst="prestige"/>
      </p:transition>
    </mc:Choice>
    <mc:Fallback>
      <p:transition spd="slow">
        <p:fade/>
      </p:transition>
    </mc:Fallback>
  </mc:AlternateContent>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60700" y="0"/>
            <a:ext cx="8659812" cy="419100"/>
          </a:xfrm>
        </p:spPr>
        <p:txBody>
          <a:bodyPr>
            <a:normAutofit/>
          </a:bodyPr>
          <a:lstStyle/>
          <a:p>
            <a:r>
              <a:rPr lang="en-US" sz="1200" dirty="0" smtClean="0"/>
              <a:t>Continued….</a:t>
            </a:r>
            <a:endParaRPr lang="en-ZA" sz="1200" dirty="0"/>
          </a:p>
        </p:txBody>
      </p:sp>
      <p:sp>
        <p:nvSpPr>
          <p:cNvPr id="3" name="Content Placeholder 2"/>
          <p:cNvSpPr>
            <a:spLocks noGrp="1"/>
          </p:cNvSpPr>
          <p:nvPr>
            <p:ph idx="1"/>
          </p:nvPr>
        </p:nvSpPr>
        <p:spPr>
          <a:xfrm>
            <a:off x="2082800" y="558800"/>
            <a:ext cx="9637712" cy="5918200"/>
          </a:xfrm>
        </p:spPr>
        <p:txBody>
          <a:bodyPr/>
          <a:lstStyle/>
          <a:p>
            <a:pPr marL="0" indent="0">
              <a:buNone/>
            </a:pPr>
            <a:r>
              <a:rPr lang="en-GB" dirty="0"/>
              <a:t>2. </a:t>
            </a:r>
            <a:r>
              <a:rPr lang="en-GB" b="1" dirty="0"/>
              <a:t>DOWNLOADING TO SMART PHOENE</a:t>
            </a:r>
            <a:endParaRPr lang="en-ZA" dirty="0"/>
          </a:p>
          <a:p>
            <a:pPr lvl="0"/>
            <a:r>
              <a:rPr lang="en-GB" dirty="0"/>
              <a:t>make sure you have downloaded the mail app</a:t>
            </a:r>
            <a:endParaRPr lang="en-ZA" dirty="0"/>
          </a:p>
          <a:p>
            <a:pPr lvl="0"/>
            <a:r>
              <a:rPr lang="en-GB" dirty="0"/>
              <a:t>open your app</a:t>
            </a:r>
            <a:endParaRPr lang="en-ZA" dirty="0"/>
          </a:p>
          <a:p>
            <a:pPr lvl="0"/>
            <a:r>
              <a:rPr lang="en-GB" dirty="0"/>
              <a:t>open the email message</a:t>
            </a:r>
            <a:endParaRPr lang="en-ZA" dirty="0"/>
          </a:p>
          <a:p>
            <a:pPr lvl="0"/>
            <a:r>
              <a:rPr lang="en-GB" dirty="0"/>
              <a:t>tap the attachment to open it </a:t>
            </a:r>
            <a:endParaRPr lang="en-ZA" dirty="0"/>
          </a:p>
          <a:p>
            <a:pPr lvl="0"/>
            <a:r>
              <a:rPr lang="en-GB" dirty="0"/>
              <a:t>tap the attachment again</a:t>
            </a:r>
            <a:endParaRPr lang="en-ZA" dirty="0"/>
          </a:p>
          <a:p>
            <a:pPr lvl="0"/>
            <a:r>
              <a:rPr lang="en-GB" dirty="0"/>
              <a:t>in the top right tap share</a:t>
            </a:r>
            <a:endParaRPr lang="en-ZA" dirty="0"/>
          </a:p>
          <a:p>
            <a:pPr lvl="0"/>
            <a:r>
              <a:rPr lang="en-GB" dirty="0"/>
              <a:t>tap save image</a:t>
            </a:r>
            <a:r>
              <a:rPr lang="en-GB" dirty="0" smtClean="0"/>
              <a:t>.</a:t>
            </a:r>
          </a:p>
          <a:p>
            <a:pPr marL="0" lvl="0" indent="0">
              <a:buNone/>
            </a:pPr>
            <a:endParaRPr lang="en-ZA" dirty="0"/>
          </a:p>
        </p:txBody>
      </p:sp>
    </p:spTree>
    <p:extLst>
      <p:ext uri="{BB962C8B-B14F-4D97-AF65-F5344CB8AC3E}">
        <p14:creationId xmlns:p14="http://schemas.microsoft.com/office/powerpoint/2010/main" val="1801876269"/>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2000">
        <p15:prstTrans prst="prestige"/>
      </p:transition>
    </mc:Choice>
    <mc:Fallback>
      <p:transition spd="slow">
        <p:fade/>
      </p:transition>
    </mc:Fallback>
  </mc:AlternateContent>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755899" y="116110"/>
            <a:ext cx="8875713" cy="302990"/>
          </a:xfrm>
        </p:spPr>
        <p:txBody>
          <a:bodyPr>
            <a:noAutofit/>
          </a:bodyPr>
          <a:lstStyle/>
          <a:p>
            <a:r>
              <a:rPr lang="en-US" sz="1200" dirty="0" smtClean="0"/>
              <a:t>Continued…</a:t>
            </a:r>
            <a:endParaRPr lang="en-ZA" sz="1200" dirty="0"/>
          </a:p>
        </p:txBody>
      </p:sp>
      <p:sp>
        <p:nvSpPr>
          <p:cNvPr id="3" name="Content Placeholder 2"/>
          <p:cNvSpPr>
            <a:spLocks noGrp="1"/>
          </p:cNvSpPr>
          <p:nvPr>
            <p:ph idx="1"/>
          </p:nvPr>
        </p:nvSpPr>
        <p:spPr>
          <a:xfrm>
            <a:off x="2146300" y="952500"/>
            <a:ext cx="9575800" cy="5207000"/>
          </a:xfrm>
        </p:spPr>
        <p:txBody>
          <a:bodyPr/>
          <a:lstStyle/>
          <a:p>
            <a:pPr marL="0" indent="0">
              <a:buNone/>
            </a:pPr>
            <a:r>
              <a:rPr lang="en-GB" b="1" dirty="0" smtClean="0">
                <a:solidFill>
                  <a:srgbClr val="7030A0"/>
                </a:solidFill>
              </a:rPr>
              <a:t>ORGANIZING AN ADDRESS BOOK</a:t>
            </a:r>
            <a:endParaRPr lang="en-ZA" dirty="0" smtClean="0">
              <a:solidFill>
                <a:srgbClr val="7030A0"/>
              </a:solidFill>
            </a:endParaRPr>
          </a:p>
          <a:p>
            <a:r>
              <a:rPr lang="en-GB" dirty="0" smtClean="0"/>
              <a:t>Organizing </a:t>
            </a:r>
            <a:r>
              <a:rPr lang="en-GB" dirty="0"/>
              <a:t>an address book helps one to easily find information in the address book.</a:t>
            </a:r>
            <a:endParaRPr lang="en-ZA" dirty="0"/>
          </a:p>
          <a:p>
            <a:pPr lvl="0"/>
            <a:r>
              <a:rPr lang="en-GB" dirty="0"/>
              <a:t>Gather contacts and information of people you would like to add to the address book </a:t>
            </a:r>
            <a:endParaRPr lang="en-ZA" dirty="0"/>
          </a:p>
          <a:p>
            <a:pPr lvl="0"/>
            <a:r>
              <a:rPr lang="en-GB" dirty="0"/>
              <a:t>Create the address book in excel</a:t>
            </a:r>
            <a:endParaRPr lang="en-ZA" dirty="0"/>
          </a:p>
          <a:p>
            <a:pPr lvl="0"/>
            <a:r>
              <a:rPr lang="en-GB" dirty="0"/>
              <a:t>Give the address book a title </a:t>
            </a:r>
            <a:endParaRPr lang="en-ZA" dirty="0"/>
          </a:p>
          <a:p>
            <a:pPr lvl="0"/>
            <a:r>
              <a:rPr lang="en-GB" dirty="0"/>
              <a:t>Label headings in the spreadsheet</a:t>
            </a:r>
            <a:endParaRPr lang="en-ZA" dirty="0"/>
          </a:p>
          <a:p>
            <a:pPr lvl="0"/>
            <a:r>
              <a:rPr lang="en-GB" dirty="0"/>
              <a:t>Clearly define header rows for categories such as names, addresses, phone numbers so as to make it easier to find. Make the head bold and wrap it </a:t>
            </a:r>
            <a:endParaRPr lang="en-ZA" dirty="0"/>
          </a:p>
          <a:p>
            <a:pPr lvl="0"/>
            <a:r>
              <a:rPr lang="en-GB" dirty="0"/>
              <a:t>Add contact information </a:t>
            </a:r>
            <a:endParaRPr lang="en-ZA" dirty="0"/>
          </a:p>
          <a:p>
            <a:pPr lvl="0"/>
            <a:r>
              <a:rPr lang="en-GB" dirty="0"/>
              <a:t>Sort the contact information </a:t>
            </a:r>
            <a:endParaRPr lang="en-ZA" dirty="0"/>
          </a:p>
          <a:p>
            <a:pPr lvl="0"/>
            <a:r>
              <a:rPr lang="en-GB" dirty="0"/>
              <a:t>You can search to find address in the book.</a:t>
            </a:r>
            <a:endParaRPr lang="en-ZA" dirty="0"/>
          </a:p>
          <a:p>
            <a:endParaRPr lang="en-ZA" dirty="0"/>
          </a:p>
        </p:txBody>
      </p:sp>
    </p:spTree>
    <p:extLst>
      <p:ext uri="{BB962C8B-B14F-4D97-AF65-F5344CB8AC3E}">
        <p14:creationId xmlns:p14="http://schemas.microsoft.com/office/powerpoint/2010/main" val="1031474250"/>
      </p:ext>
    </p:extLst>
  </p:cSld>
  <p:clrMapOvr>
    <a:masterClrMapping/>
  </p:clrMapOvr>
  <mc:AlternateContent xmlns:mc="http://schemas.openxmlformats.org/markup-compatibility/2006">
    <mc:Choice xmlns:p14="http://schemas.microsoft.com/office/powerpoint/2010/main" Requires="p14">
      <p:transition spd="slow" p14:dur="3000">
        <p14:shred/>
      </p:transition>
    </mc:Choice>
    <mc:Fallback>
      <p:transition spd="slow">
        <p:fade/>
      </p:transition>
    </mc:Fallback>
  </mc:AlternateContent>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a:bodyPr>
          <a:lstStyle/>
          <a:p>
            <a:r>
              <a:rPr lang="en-US" sz="6000" dirty="0" smtClean="0">
                <a:solidFill>
                  <a:srgbClr val="002060"/>
                </a:solidFill>
              </a:rPr>
              <a:t>Thanks</a:t>
            </a:r>
            <a:endParaRPr lang="en-ZA" sz="6000" dirty="0">
              <a:solidFill>
                <a:srgbClr val="002060"/>
              </a:solidFill>
            </a:endParaRPr>
          </a:p>
        </p:txBody>
      </p:sp>
      <p:sp>
        <p:nvSpPr>
          <p:cNvPr id="3" name="Subtitle 2"/>
          <p:cNvSpPr>
            <a:spLocks noGrp="1"/>
          </p:cNvSpPr>
          <p:nvPr>
            <p:ph type="subTitle" idx="1"/>
          </p:nvPr>
        </p:nvSpPr>
        <p:spPr/>
        <p:txBody>
          <a:bodyPr/>
          <a:lstStyle/>
          <a:p>
            <a:r>
              <a:rPr lang="en-US" sz="4400" dirty="0" smtClean="0">
                <a:solidFill>
                  <a:schemeClr val="accent6">
                    <a:lumMod val="75000"/>
                  </a:schemeClr>
                </a:solidFill>
              </a:rPr>
              <a:t>For your attention</a:t>
            </a:r>
            <a:endParaRPr lang="en-ZA" sz="4400" dirty="0">
              <a:solidFill>
                <a:schemeClr val="accent6">
                  <a:lumMod val="75000"/>
                </a:schemeClr>
              </a:solidFill>
            </a:endParaRPr>
          </a:p>
        </p:txBody>
      </p:sp>
    </p:spTree>
    <p:extLst>
      <p:ext uri="{BB962C8B-B14F-4D97-AF65-F5344CB8AC3E}">
        <p14:creationId xmlns:p14="http://schemas.microsoft.com/office/powerpoint/2010/main" val="11910284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mph" presetSubtype="0" fill="hold" grpId="0" nodeType="clickEffect">
                                  <p:stCondLst>
                                    <p:cond delay="0"/>
                                  </p:stCondLst>
                                  <p:childTnLst>
                                    <p:animEffect transition="out" filter="fade">
                                      <p:cBhvr>
                                        <p:cTn id="6" dur="500" tmFilter="0, 0; .2, .5; .8, .5; 1, 0"/>
                                        <p:tgtEl>
                                          <p:spTgt spid="2"/>
                                        </p:tgtEl>
                                      </p:cBhvr>
                                    </p:animEffect>
                                    <p:animScale>
                                      <p:cBhvr>
                                        <p:cTn id="7" dur="250" autoRev="1" fill="hold"/>
                                        <p:tgtEl>
                                          <p:spTgt spid="2"/>
                                        </p:tgtEl>
                                      </p:cBhvr>
                                      <p:by x="105000" y="105000"/>
                                    </p:animScale>
                                  </p:childTnLst>
                                </p:cTn>
                              </p:par>
                            </p:childTnLst>
                          </p:cTn>
                        </p:par>
                      </p:childTnLst>
                    </p:cTn>
                  </p:par>
                  <p:par>
                    <p:cTn id="8" fill="hold">
                      <p:stCondLst>
                        <p:cond delay="indefinite"/>
                      </p:stCondLst>
                      <p:childTnLst>
                        <p:par>
                          <p:cTn id="9" fill="hold">
                            <p:stCondLst>
                              <p:cond delay="0"/>
                            </p:stCondLst>
                            <p:childTnLst>
                              <p:par>
                                <p:cTn id="10" presetID="10" presetClass="exit" presetSubtype="0" fill="hold" grpId="1" nodeType="clickEffect">
                                  <p:stCondLst>
                                    <p:cond delay="0"/>
                                  </p:stCondLst>
                                  <p:childTnLst>
                                    <p:animEffect transition="out" filter="fade">
                                      <p:cBhvr>
                                        <p:cTn id="11" dur="750"/>
                                        <p:tgtEl>
                                          <p:spTgt spid="2"/>
                                        </p:tgtEl>
                                      </p:cBhvr>
                                    </p:animEffect>
                                    <p:set>
                                      <p:cBhvr>
                                        <p:cTn id="12" dur="1" fill="hold">
                                          <p:stCondLst>
                                            <p:cond delay="749"/>
                                          </p:stCondLst>
                                        </p:cTn>
                                        <p:tgtEl>
                                          <p:spTgt spid="2"/>
                                        </p:tgtEl>
                                        <p:attrNameLst>
                                          <p:attrName>style.visibility</p:attrName>
                                        </p:attrNameLst>
                                      </p:cBhvr>
                                      <p:to>
                                        <p:strVal val="hidden"/>
                                      </p:to>
                                    </p:set>
                                  </p:childTnLst>
                                </p:cTn>
                              </p:par>
                            </p:childTnLst>
                          </p:cTn>
                        </p:par>
                      </p:childTnLst>
                    </p:cTn>
                  </p:par>
                  <p:par>
                    <p:cTn id="13" fill="hold">
                      <p:stCondLst>
                        <p:cond delay="indefinite"/>
                      </p:stCondLst>
                      <p:childTnLst>
                        <p:par>
                          <p:cTn id="14" fill="hold">
                            <p:stCondLst>
                              <p:cond delay="0"/>
                            </p:stCondLst>
                            <p:childTnLst>
                              <p:par>
                                <p:cTn id="15" presetID="45" presetClass="entr" presetSubtype="0" fill="hold" nodeType="clickEffect">
                                  <p:stCondLst>
                                    <p:cond delay="0"/>
                                  </p:stCondLst>
                                  <p:childTnLst>
                                    <p:set>
                                      <p:cBhvr>
                                        <p:cTn id="16" dur="1" fill="hold">
                                          <p:stCondLst>
                                            <p:cond delay="0"/>
                                          </p:stCondLst>
                                        </p:cTn>
                                        <p:tgtEl>
                                          <p:spTgt spid="3">
                                            <p:txEl>
                                              <p:pRg st="0" end="0"/>
                                            </p:txEl>
                                          </p:spTgt>
                                        </p:tgtEl>
                                        <p:attrNameLst>
                                          <p:attrName>style.visibility</p:attrName>
                                        </p:attrNameLst>
                                      </p:cBhvr>
                                      <p:to>
                                        <p:strVal val="visible"/>
                                      </p:to>
                                    </p:set>
                                    <p:animEffect transition="in" filter="fade">
                                      <p:cBhvr>
                                        <p:cTn id="17" dur="2000"/>
                                        <p:tgtEl>
                                          <p:spTgt spid="3">
                                            <p:txEl>
                                              <p:pRg st="0" end="0"/>
                                            </p:txEl>
                                          </p:spTgt>
                                        </p:tgtEl>
                                      </p:cBhvr>
                                    </p:animEffect>
                                    <p:anim calcmode="lin" valueType="num">
                                      <p:cBhvr>
                                        <p:cTn id="18" dur="2000" fill="hold"/>
                                        <p:tgtEl>
                                          <p:spTgt spid="3">
                                            <p:txEl>
                                              <p:pRg st="0" end="0"/>
                                            </p:txEl>
                                          </p:spTgt>
                                        </p:tgtEl>
                                        <p:attrNameLst>
                                          <p:attrName>ppt_w</p:attrName>
                                        </p:attrNameLst>
                                      </p:cBhvr>
                                      <p:tavLst>
                                        <p:tav tm="0" fmla="#ppt_w*sin(2.5*pi*$)">
                                          <p:val>
                                            <p:fltVal val="0"/>
                                          </p:val>
                                        </p:tav>
                                        <p:tav tm="100000">
                                          <p:val>
                                            <p:fltVal val="1"/>
                                          </p:val>
                                        </p:tav>
                                      </p:tavLst>
                                    </p:anim>
                                    <p:anim calcmode="lin" valueType="num">
                                      <p:cBhvr>
                                        <p:cTn id="19" dur="2000" fill="hold"/>
                                        <p:tgtEl>
                                          <p:spTgt spid="3">
                                            <p:txEl>
                                              <p:pRg st="0" end="0"/>
                                            </p:txEl>
                                          </p:spTgt>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2" grpId="1"/>
    </p:bldLst>
  </p:timing>
</p:sld>
</file>

<file path=ppt/theme/_rels/theme4.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Wisp">
  <a:themeElements>
    <a:clrScheme name="Red Orange">
      <a:dk1>
        <a:sysClr val="windowText" lastClr="000000"/>
      </a:dk1>
      <a:lt1>
        <a:sysClr val="window" lastClr="FFFFFF"/>
      </a:lt1>
      <a:dk2>
        <a:srgbClr val="505046"/>
      </a:dk2>
      <a:lt2>
        <a:srgbClr val="EEECE1"/>
      </a:lt2>
      <a:accent1>
        <a:srgbClr val="E84C22"/>
      </a:accent1>
      <a:accent2>
        <a:srgbClr val="FFBD47"/>
      </a:accent2>
      <a:accent3>
        <a:srgbClr val="B64926"/>
      </a:accent3>
      <a:accent4>
        <a:srgbClr val="FF8427"/>
      </a:accent4>
      <a:accent5>
        <a:srgbClr val="CC9900"/>
      </a:accent5>
      <a:accent6>
        <a:srgbClr val="B22600"/>
      </a:accent6>
      <a:hlink>
        <a:srgbClr val="CC9900"/>
      </a:hlink>
      <a:folHlink>
        <a:srgbClr val="666699"/>
      </a:folHlink>
    </a:clrScheme>
    <a:fontScheme name="Wisp">
      <a:maj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Wisp">
      <a:fillStyleLst>
        <a:solidFill>
          <a:schemeClr val="phClr"/>
        </a:solidFill>
        <a:solidFill>
          <a:schemeClr val="phClr">
            <a:tint val="70000"/>
            <a:lumMod val="104000"/>
          </a:schemeClr>
        </a:solidFill>
        <a:gradFill rotWithShape="1">
          <a:gsLst>
            <a:gs pos="0">
              <a:schemeClr val="phClr">
                <a:tint val="96000"/>
                <a:lumMod val="104000"/>
              </a:schemeClr>
            </a:gs>
            <a:gs pos="100000">
              <a:schemeClr val="phClr">
                <a:shade val="98000"/>
                <a:lumMod val="94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outerShdw blurRad="38100" dist="25400" dir="5400000" rotWithShape="0">
              <a:srgbClr val="000000">
                <a:alpha val="25000"/>
              </a:srgbClr>
            </a:outerShdw>
          </a:effectLst>
        </a:effectStyle>
        <a:effectStyle>
          <a:effectLst>
            <a:outerShdw blurRad="50800" dist="38100" dir="5400000" rotWithShape="0">
              <a:srgbClr val="000000">
                <a:alpha val="60000"/>
              </a:srgbClr>
            </a:outerShdw>
          </a:effectLst>
        </a:effectStyle>
      </a:effectStyleLst>
      <a:bgFillStyleLst>
        <a:solidFill>
          <a:schemeClr val="phClr"/>
        </a:solidFill>
        <a:gradFill rotWithShape="1">
          <a:gsLst>
            <a:gs pos="0">
              <a:schemeClr val="phClr">
                <a:tint val="90000"/>
                <a:lumMod val="120000"/>
              </a:schemeClr>
            </a:gs>
            <a:gs pos="100000">
              <a:schemeClr val="phClr">
                <a:shade val="98000"/>
                <a:satMod val="120000"/>
                <a:lumMod val="98000"/>
              </a:schemeClr>
            </a:gs>
          </a:gsLst>
          <a:lin ang="5400000" scaled="0"/>
        </a:gradFill>
        <a:gradFill rotWithShape="1">
          <a:gsLst>
            <a:gs pos="0">
              <a:schemeClr val="phClr">
                <a:tint val="90000"/>
                <a:satMod val="92000"/>
                <a:lumMod val="120000"/>
              </a:schemeClr>
            </a:gs>
            <a:gs pos="100000">
              <a:schemeClr val="phClr">
                <a:shade val="98000"/>
                <a:satMod val="120000"/>
                <a:lumMod val="98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Wisp" id="{7CB32D59-10C0-40DD-B7BD-2E94284A981C}" vid="{24B1A44C-C006-48B2-A4D7-E5549B3D8CD4}"/>
    </a:ext>
  </a:extLst>
</a:theme>
</file>

<file path=ppt/theme/theme2.xml><?xml version="1.0" encoding="utf-8"?>
<a:theme xmlns:a="http://schemas.openxmlformats.org/drawingml/2006/main" name="Facet">
  <a:themeElements>
    <a:clrScheme name="Red">
      <a:dk1>
        <a:sysClr val="windowText" lastClr="000000"/>
      </a:dk1>
      <a:lt1>
        <a:sysClr val="window" lastClr="FFFFFF"/>
      </a:lt1>
      <a:dk2>
        <a:srgbClr val="323232"/>
      </a:dk2>
      <a:lt2>
        <a:srgbClr val="E5C243"/>
      </a:lt2>
      <a:accent1>
        <a:srgbClr val="A5300F"/>
      </a:accent1>
      <a:accent2>
        <a:srgbClr val="D55816"/>
      </a:accent2>
      <a:accent3>
        <a:srgbClr val="E19825"/>
      </a:accent3>
      <a:accent4>
        <a:srgbClr val="B19C7D"/>
      </a:accent4>
      <a:accent5>
        <a:srgbClr val="7F5F52"/>
      </a:accent5>
      <a:accent6>
        <a:srgbClr val="B27D49"/>
      </a:accent6>
      <a:hlink>
        <a:srgbClr val="6B9F25"/>
      </a:hlink>
      <a:folHlink>
        <a:srgbClr val="B26B02"/>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ppt/theme/theme3.xml><?xml version="1.0" encoding="utf-8"?>
<a:theme xmlns:a="http://schemas.openxmlformats.org/drawingml/2006/main" name="1_Wisp">
  <a:themeElements>
    <a:clrScheme name="Blue">
      <a:dk1>
        <a:sysClr val="windowText" lastClr="000000"/>
      </a:dk1>
      <a:lt1>
        <a:sysClr val="window" lastClr="FFFFFF"/>
      </a:lt1>
      <a:dk2>
        <a:srgbClr val="17406D"/>
      </a:dk2>
      <a:lt2>
        <a:srgbClr val="DBEFF9"/>
      </a:lt2>
      <a:accent1>
        <a:srgbClr val="0F6FC6"/>
      </a:accent1>
      <a:accent2>
        <a:srgbClr val="009DD9"/>
      </a:accent2>
      <a:accent3>
        <a:srgbClr val="0BD0D9"/>
      </a:accent3>
      <a:accent4>
        <a:srgbClr val="10CF9B"/>
      </a:accent4>
      <a:accent5>
        <a:srgbClr val="7CCA62"/>
      </a:accent5>
      <a:accent6>
        <a:srgbClr val="A5C249"/>
      </a:accent6>
      <a:hlink>
        <a:srgbClr val="F49100"/>
      </a:hlink>
      <a:folHlink>
        <a:srgbClr val="85DFD0"/>
      </a:folHlink>
    </a:clrScheme>
    <a:fontScheme name="Wisp">
      <a:maj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Wisp">
      <a:fillStyleLst>
        <a:solidFill>
          <a:schemeClr val="phClr"/>
        </a:solidFill>
        <a:solidFill>
          <a:schemeClr val="phClr">
            <a:tint val="70000"/>
            <a:lumMod val="104000"/>
          </a:schemeClr>
        </a:solidFill>
        <a:gradFill rotWithShape="1">
          <a:gsLst>
            <a:gs pos="0">
              <a:schemeClr val="phClr">
                <a:tint val="96000"/>
                <a:lumMod val="104000"/>
              </a:schemeClr>
            </a:gs>
            <a:gs pos="100000">
              <a:schemeClr val="phClr">
                <a:shade val="98000"/>
                <a:lumMod val="94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outerShdw blurRad="38100" dist="25400" dir="5400000" rotWithShape="0">
              <a:srgbClr val="000000">
                <a:alpha val="25000"/>
              </a:srgbClr>
            </a:outerShdw>
          </a:effectLst>
        </a:effectStyle>
        <a:effectStyle>
          <a:effectLst>
            <a:outerShdw blurRad="50800" dist="38100" dir="5400000" rotWithShape="0">
              <a:srgbClr val="000000">
                <a:alpha val="60000"/>
              </a:srgbClr>
            </a:outerShdw>
          </a:effectLst>
        </a:effectStyle>
      </a:effectStyleLst>
      <a:bgFillStyleLst>
        <a:solidFill>
          <a:schemeClr val="phClr"/>
        </a:solidFill>
        <a:gradFill rotWithShape="1">
          <a:gsLst>
            <a:gs pos="0">
              <a:schemeClr val="phClr">
                <a:tint val="90000"/>
                <a:lumMod val="120000"/>
              </a:schemeClr>
            </a:gs>
            <a:gs pos="100000">
              <a:schemeClr val="phClr">
                <a:shade val="98000"/>
                <a:satMod val="120000"/>
                <a:lumMod val="98000"/>
              </a:schemeClr>
            </a:gs>
          </a:gsLst>
          <a:lin ang="5400000" scaled="0"/>
        </a:gradFill>
        <a:gradFill rotWithShape="1">
          <a:gsLst>
            <a:gs pos="0">
              <a:schemeClr val="phClr">
                <a:tint val="90000"/>
                <a:satMod val="92000"/>
                <a:lumMod val="120000"/>
              </a:schemeClr>
            </a:gs>
            <a:gs pos="100000">
              <a:schemeClr val="phClr">
                <a:shade val="98000"/>
                <a:satMod val="120000"/>
                <a:lumMod val="98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Wisp" id="{7CB32D59-10C0-40DD-B7BD-2E94284A981C}" vid="{F20B7C8E-B819-43F3-AAF9-EE50B1A83630}"/>
    </a:ext>
  </a:extLst>
</a:theme>
</file>

<file path=ppt/theme/theme4.xml><?xml version="1.0" encoding="utf-8"?>
<a:theme xmlns:a="http://schemas.openxmlformats.org/drawingml/2006/main" name="Ion">
  <a:themeElements>
    <a:clrScheme name="Yellow">
      <a:dk1>
        <a:sysClr val="windowText" lastClr="000000"/>
      </a:dk1>
      <a:lt1>
        <a:sysClr val="window" lastClr="FFFFFF"/>
      </a:lt1>
      <a:dk2>
        <a:srgbClr val="39302A"/>
      </a:dk2>
      <a:lt2>
        <a:srgbClr val="E5DEDB"/>
      </a:lt2>
      <a:accent1>
        <a:srgbClr val="FFCA08"/>
      </a:accent1>
      <a:accent2>
        <a:srgbClr val="F8931D"/>
      </a:accent2>
      <a:accent3>
        <a:srgbClr val="CE8D3E"/>
      </a:accent3>
      <a:accent4>
        <a:srgbClr val="EC7016"/>
      </a:accent4>
      <a:accent5>
        <a:srgbClr val="E64823"/>
      </a:accent5>
      <a:accent6>
        <a:srgbClr val="9C6A6A"/>
      </a:accent6>
      <a:hlink>
        <a:srgbClr val="2998E3"/>
      </a:hlink>
      <a:folHlink>
        <a:srgbClr val="7F723D"/>
      </a:folHlink>
    </a:clrScheme>
    <a:fontScheme name="Ion">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7000"/>
                <a:hueMod val="88000"/>
                <a:satMod val="130000"/>
                <a:lumMod val="124000"/>
              </a:schemeClr>
            </a:gs>
            <a:gs pos="100000">
              <a:schemeClr val="phClr">
                <a:tint val="96000"/>
                <a:shade val="88000"/>
                <a:hueMod val="108000"/>
                <a:satMod val="164000"/>
                <a:lumMod val="76000"/>
              </a:schemeClr>
            </a:gs>
          </a:gsLst>
          <a:path path="circle">
            <a:fillToRect l="45000" t="65000" r="125000" b="100000"/>
          </a:path>
        </a:gradFill>
        <a:blipFill rotWithShape="1">
          <a:blip xmlns:r="http://schemas.openxmlformats.org/officeDocument/2006/relationships" r:embed="rId1">
            <a:duotone>
              <a:schemeClr val="phClr">
                <a:shade val="69000"/>
                <a:hueMod val="108000"/>
                <a:satMod val="164000"/>
                <a:lumMod val="74000"/>
              </a:schemeClr>
              <a:schemeClr val="phClr">
                <a:tint val="96000"/>
                <a:hueMod val="88000"/>
                <a:satMod val="140000"/>
                <a:lumMod val="132000"/>
              </a:schemeClr>
            </a:duotone>
          </a:blip>
          <a:stretch/>
        </a:blipFill>
      </a:bgFillStyleLst>
    </a:fmtScheme>
  </a:themeElements>
  <a:objectDefaults/>
  <a:extraClrSchemeLst/>
  <a:extLst>
    <a:ext uri="{05A4C25C-085E-4340-85A3-A5531E510DB2}">
      <thm15:themeFamily xmlns:thm15="http://schemas.microsoft.com/office/thememl/2012/main" name="Ion" id="{B8441ADB-2E43-4AF7-B97A-BD870242C6A8}" vid="{292E63A9-BB86-4E3D-B92A-7223C6510D2E}"/>
    </a:ext>
  </a:extLst>
</a:theme>
</file>

<file path=ppt/theme/theme5.xml><?xml version="1.0" encoding="utf-8"?>
<a:theme xmlns:a="http://schemas.openxmlformats.org/drawingml/2006/main" name="1_Facet">
  <a:themeElements>
    <a:clrScheme name="Facet">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Wisp</Template>
  <TotalTime>490</TotalTime>
  <Words>2390</Words>
  <Application>Microsoft Office PowerPoint</Application>
  <PresentationFormat>Widescreen</PresentationFormat>
  <Paragraphs>292</Paragraphs>
  <Slides>27</Slides>
  <Notes>2</Notes>
  <HiddenSlides>0</HiddenSlides>
  <MMClips>0</MMClips>
  <ScaleCrop>false</ScaleCrop>
  <HeadingPairs>
    <vt:vector size="6" baseType="variant">
      <vt:variant>
        <vt:lpstr>Fonts Used</vt:lpstr>
      </vt:variant>
      <vt:variant>
        <vt:i4>6</vt:i4>
      </vt:variant>
      <vt:variant>
        <vt:lpstr>Theme</vt:lpstr>
      </vt:variant>
      <vt:variant>
        <vt:i4>5</vt:i4>
      </vt:variant>
      <vt:variant>
        <vt:lpstr>Slide Titles</vt:lpstr>
      </vt:variant>
      <vt:variant>
        <vt:i4>27</vt:i4>
      </vt:variant>
    </vt:vector>
  </HeadingPairs>
  <TitlesOfParts>
    <vt:vector size="38" baseType="lpstr">
      <vt:lpstr>Arial</vt:lpstr>
      <vt:lpstr>Calibri</vt:lpstr>
      <vt:lpstr>Century Gothic</vt:lpstr>
      <vt:lpstr>Trebuchet MS</vt:lpstr>
      <vt:lpstr>Wingdings</vt:lpstr>
      <vt:lpstr>Wingdings 3</vt:lpstr>
      <vt:lpstr>Wisp</vt:lpstr>
      <vt:lpstr>Facet</vt:lpstr>
      <vt:lpstr>1_Wisp</vt:lpstr>
      <vt:lpstr>Ion</vt:lpstr>
      <vt:lpstr>1_Facet</vt:lpstr>
      <vt:lpstr>Welcome to  </vt:lpstr>
      <vt:lpstr>ROLE OF INTERNET AS A SOURCE OF             INFORMATION </vt:lpstr>
      <vt:lpstr>Continued……..</vt:lpstr>
      <vt:lpstr>Continued....</vt:lpstr>
      <vt:lpstr>Continued… </vt:lpstr>
      <vt:lpstr>Continued….</vt:lpstr>
      <vt:lpstr>Continued…. </vt:lpstr>
      <vt:lpstr>Continued…</vt:lpstr>
      <vt:lpstr>Continued…</vt:lpstr>
      <vt:lpstr>Continued…</vt:lpstr>
      <vt:lpstr>      SEARCHING ON THE INTERNET</vt:lpstr>
      <vt:lpstr>Continued…</vt:lpstr>
      <vt:lpstr>Continued…</vt:lpstr>
      <vt:lpstr>Continued…</vt:lpstr>
      <vt:lpstr>Continued…</vt:lpstr>
      <vt:lpstr>Continued…</vt:lpstr>
      <vt:lpstr>Continued…</vt:lpstr>
      <vt:lpstr>Continued…</vt:lpstr>
      <vt:lpstr>Continued…</vt:lpstr>
      <vt:lpstr>Continued…</vt:lpstr>
      <vt:lpstr>Continued…</vt:lpstr>
      <vt:lpstr>Continued…</vt:lpstr>
      <vt:lpstr>Continued…</vt:lpstr>
      <vt:lpstr>Continued..</vt:lpstr>
      <vt:lpstr>Continued….</vt:lpstr>
      <vt:lpstr>Continued…</vt:lpstr>
      <vt:lpstr>Thanks</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ROLE OF INTERNET AS A SOURCE OF             INFORMATION</dc:title>
  <dc:creator>DANWECK</dc:creator>
  <cp:lastModifiedBy>DANWECK</cp:lastModifiedBy>
  <cp:revision>54</cp:revision>
  <dcterms:created xsi:type="dcterms:W3CDTF">2022-07-19T20:48:37Z</dcterms:created>
  <dcterms:modified xsi:type="dcterms:W3CDTF">2022-07-20T04:59:19Z</dcterms:modified>
</cp:coreProperties>
</file>