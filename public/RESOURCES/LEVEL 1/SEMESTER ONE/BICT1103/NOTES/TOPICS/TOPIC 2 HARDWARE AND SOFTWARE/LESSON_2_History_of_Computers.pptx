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8" r:id="rId5"/>
    <p:sldId id="265" r:id="rId6"/>
    <p:sldId id="263" r:id="rId7"/>
    <p:sldId id="266" r:id="rId8"/>
    <p:sldId id="267" r:id="rId9"/>
    <p:sldId id="270" r:id="rId10"/>
    <p:sldId id="271" r:id="rId11"/>
    <p:sldId id="272" r:id="rId12"/>
    <p:sldId id="275" r:id="rId13"/>
    <p:sldId id="276" r:id="rId14"/>
    <p:sldId id="273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72" y="-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75DBA9A-6FE1-457D-81A5-B6413C3DFECD}" type="datetimeFigureOut">
              <a:rPr lang="en-US" smtClean="0"/>
              <a:pPr/>
              <a:t>19/11/2014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516A107-0441-432A-8535-4DEC5ABB3C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effectLst/>
              </a:rPr>
              <a:t>Computer &amp; Communication  Technology</a:t>
            </a:r>
            <a:endParaRPr lang="en-US" sz="3600" b="1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38400"/>
            <a:ext cx="7406640" cy="1905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COMPUTERS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57200"/>
            <a:ext cx="7498080" cy="7620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COMPUTERS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Abacus (around 500 BC)</a:t>
            </a:r>
          </a:p>
          <a:p>
            <a:pPr lvl="1"/>
            <a:r>
              <a:rPr lang="en-US" dirty="0" smtClean="0"/>
              <a:t>A calculator used to add, subtract, multiply and divide by the Chinese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Still used in some parts of Asia</a:t>
            </a:r>
            <a:endParaRPr lang="en-US" dirty="0"/>
          </a:p>
        </p:txBody>
      </p:sp>
      <p:pic>
        <p:nvPicPr>
          <p:cNvPr id="4" name="Picture 3" descr="https://www.msu.edu/course/lbs/126/lectures/images/abacus-photo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0" y="2838450"/>
            <a:ext cx="34290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slide rule 1630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486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Based on Napier’s rule of logarithms</a:t>
            </a:r>
          </a:p>
          <a:p>
            <a:r>
              <a:rPr lang="en-US" dirty="0" smtClean="0"/>
              <a:t>Napier's logarithms allowed people to do more calculations in one hour than they could previously have done in a day. </a:t>
            </a:r>
          </a:p>
          <a:p>
            <a:r>
              <a:rPr lang="en-US" dirty="0" smtClean="0"/>
              <a:t>Logarithms turn complicated multiplication and division problems into addition and subtraction</a:t>
            </a:r>
          </a:p>
          <a:p>
            <a:r>
              <a:rPr lang="en-US" dirty="0" smtClean="0"/>
              <a:t>They are laid out in logarithmic tables, popularly known as 'log tables'.</a:t>
            </a:r>
          </a:p>
          <a:p>
            <a:r>
              <a:rPr lang="en-US" dirty="0" smtClean="0"/>
              <a:t>Used everywhere until1970s, when electronic calculators were invented.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www.computersciencelab.com/ComputerHistory/HtmlHelp/Images2/sliderule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057400"/>
            <a:ext cx="6934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Jacquard Loom (19</a:t>
            </a:r>
            <a:r>
              <a:rPr lang="en-US" b="1" baseline="30000" dirty="0" smtClean="0"/>
              <a:t>th</a:t>
            </a:r>
            <a:r>
              <a:rPr lang="en-US" b="1" dirty="0" smtClean="0"/>
              <a:t> Century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used metal cards with punched holes to guide weaving process</a:t>
            </a:r>
          </a:p>
          <a:p>
            <a:pPr lvl="0"/>
            <a:r>
              <a:rPr lang="en-US" dirty="0" smtClean="0"/>
              <a:t>first stored program - metal cards</a:t>
            </a:r>
          </a:p>
          <a:p>
            <a:pPr lvl="0"/>
            <a:r>
              <a:rPr lang="en-US" dirty="0" smtClean="0"/>
              <a:t>first computer manufacturing</a:t>
            </a:r>
          </a:p>
          <a:p>
            <a:r>
              <a:rPr lang="en-US" dirty="0" smtClean="0"/>
              <a:t>still in use today!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Jacquard Loom (19</a:t>
            </a:r>
            <a:r>
              <a:rPr lang="en-US" b="1" baseline="30000" dirty="0" smtClean="0"/>
              <a:t>th</a:t>
            </a:r>
            <a:r>
              <a:rPr lang="en-US" b="1" dirty="0" smtClean="0"/>
              <a:t> Century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 descr="https://www.msu.edu/course/lbs/126/lectures/images/jacquard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31975" y="1219200"/>
            <a:ext cx="6705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401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Leonardo </a:t>
            </a:r>
            <a:r>
              <a:rPr lang="en-US" dirty="0" err="1" smtClean="0"/>
              <a:t>da</a:t>
            </a:r>
            <a:r>
              <a:rPr lang="en-US" dirty="0" smtClean="0"/>
              <a:t> Vinci (1452-1519)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600200"/>
            <a:ext cx="7485888" cy="4648200"/>
          </a:xfrm>
        </p:spPr>
        <p:txBody>
          <a:bodyPr/>
          <a:lstStyle/>
          <a:p>
            <a:pPr lvl="0"/>
            <a:r>
              <a:rPr lang="en-US" dirty="0" smtClean="0"/>
              <a:t>Made drawings of gear-driven calculating machines but apparently never built any.</a:t>
            </a:r>
          </a:p>
          <a:p>
            <a:pPr lvl="0"/>
            <a:endParaRPr lang="en-US" dirty="0"/>
          </a:p>
        </p:txBody>
      </p:sp>
      <p:pic>
        <p:nvPicPr>
          <p:cNvPr id="5" name="Picture 4" descr="http://www.computersciencelab.com/ComputerHistory/HtmlHelp/Images2/DaVinci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2838450"/>
            <a:ext cx="579120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Schickard's</a:t>
            </a:r>
            <a:r>
              <a:rPr lang="en-US" b="1" dirty="0" smtClean="0"/>
              <a:t> Calculating Clock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first gear-driven calculating machine to actually be built was the </a:t>
            </a:r>
            <a:r>
              <a:rPr lang="en-US" b="1" i="1" dirty="0" smtClean="0"/>
              <a:t>calculating clock</a:t>
            </a:r>
          </a:p>
          <a:p>
            <a:endParaRPr lang="en-US" dirty="0"/>
          </a:p>
        </p:txBody>
      </p:sp>
      <p:pic>
        <p:nvPicPr>
          <p:cNvPr id="4" name="Picture 3" descr="http://www.computersciencelab.com/ComputerHistory/HtmlHelp/Images2/CalculatingClock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3124200"/>
            <a:ext cx="5715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/>
              <a:t>Pascaline</a:t>
            </a:r>
            <a:r>
              <a:rPr lang="en-US" b="1" i="1" dirty="0" smtClean="0"/>
              <a:t> (1642)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Invented by </a:t>
            </a:r>
            <a:r>
              <a:rPr lang="en-US" dirty="0" err="1" smtClean="0"/>
              <a:t>Blaise</a:t>
            </a:r>
            <a:r>
              <a:rPr lang="en-US" dirty="0" smtClean="0"/>
              <a:t> Pascal, at age 19 as an aid for his father who was a tax collector</a:t>
            </a:r>
          </a:p>
          <a:p>
            <a:r>
              <a:rPr lang="en-US" dirty="0" smtClean="0"/>
              <a:t>A gear-driven one-function calculator (it could only add)</a:t>
            </a:r>
          </a:p>
          <a:p>
            <a:r>
              <a:rPr lang="en-US" dirty="0" smtClean="0"/>
              <a:t>Couldn't sell many because of their exorbitant cost and </a:t>
            </a:r>
          </a:p>
          <a:p>
            <a:r>
              <a:rPr lang="en-US" dirty="0" smtClean="0"/>
              <a:t>weren't that accurate (at that time it was not possible to manufacture gears with the required accuracy).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838200"/>
            <a:ext cx="7498080" cy="5410200"/>
          </a:xfrm>
        </p:spPr>
        <p:txBody>
          <a:bodyPr/>
          <a:lstStyle/>
          <a:p>
            <a:r>
              <a:rPr lang="en-US" dirty="0" smtClean="0"/>
              <a:t>Odometer portion of a car's speedometer used the very same mechanism as the </a:t>
            </a:r>
            <a:r>
              <a:rPr lang="en-US" dirty="0" err="1" smtClean="0"/>
              <a:t>Pascaline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" name="Picture 3" descr="http://www.computersciencelab.com/ComputerHistory/HtmlHelp/Images2/PascalineRear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438400"/>
            <a:ext cx="62484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Stepped </a:t>
            </a:r>
            <a:r>
              <a:rPr lang="en-US" b="1" i="1" dirty="0" err="1" smtClean="0"/>
              <a:t>reckoner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four-function (addition, subtraction, multiplication, and division) calculator</a:t>
            </a:r>
          </a:p>
          <a:p>
            <a:r>
              <a:rPr lang="en-US" dirty="0" smtClean="0"/>
              <a:t>Built by the German, Gottfried Wilhelm Leibniz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Joseph Marie Jacquard (1801)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Invented a power loom that could base its weave upon a pattern read from punched wooden cards, held together in a long row by rope</a:t>
            </a:r>
          </a:p>
          <a:p>
            <a:r>
              <a:rPr lang="en-US" dirty="0" smtClean="0"/>
              <a:t>By selecting particular cards for Jacquard's loom you defined the woven pattern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 descr="http://www.computersciencelab.com/ComputerHistory/HtmlHelp/Images2/JacquardLoom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143000"/>
            <a:ext cx="6781800" cy="548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Difference Engine 1822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90600"/>
            <a:ext cx="7498080" cy="5257800"/>
          </a:xfrm>
        </p:spPr>
        <p:txBody>
          <a:bodyPr/>
          <a:lstStyle/>
          <a:p>
            <a:pPr lvl="0"/>
            <a:r>
              <a:rPr lang="en-US" sz="2400" dirty="0" smtClean="0"/>
              <a:t>In 1822 Charles Babbage proposed a steam driven calculating machine the size of a room</a:t>
            </a:r>
          </a:p>
          <a:p>
            <a:pPr lvl="0"/>
            <a:r>
              <a:rPr lang="en-US" sz="2400" dirty="0" smtClean="0"/>
              <a:t>machine would be able to compute tables of numbers, such as logarithm tables</a:t>
            </a:r>
          </a:p>
          <a:p>
            <a:pPr lvl="0"/>
            <a:r>
              <a:rPr lang="en-US" sz="2400" dirty="0" smtClean="0"/>
              <a:t>He obtained government funding for this project due to the importance of numeric tables in ocean navigation powered by steam</a:t>
            </a:r>
          </a:p>
          <a:p>
            <a:pPr lvl="0"/>
            <a:r>
              <a:rPr lang="en-US" sz="2400" dirty="0" smtClean="0"/>
              <a:t>Its construction proved exceedingly difficult and the project soon became the most expensive government funded project</a:t>
            </a:r>
          </a:p>
          <a:p>
            <a:pPr lvl="0"/>
            <a:r>
              <a:rPr lang="en-US" sz="2400" dirty="0" smtClean="0"/>
              <a:t>Ten years later the device was still nowhere near complete and funding dried up</a:t>
            </a:r>
          </a:p>
          <a:p>
            <a:pPr lvl="0"/>
            <a:r>
              <a:rPr lang="en-US" sz="2400" dirty="0" smtClean="0"/>
              <a:t>The device was never finished</a:t>
            </a:r>
          </a:p>
          <a:p>
            <a:pPr lvl="0"/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www.computersciencelab.com/ComputerHistory/HtmlHelp/Images2/DifferenceEngine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676400"/>
            <a:ext cx="5943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293</TotalTime>
  <Words>400</Words>
  <Application>Microsoft Office PowerPoint</Application>
  <PresentationFormat>On-screen Show (4:3)</PresentationFormat>
  <Paragraphs>44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Solstice</vt:lpstr>
      <vt:lpstr>Computer &amp; Communication  Technology</vt:lpstr>
      <vt:lpstr>HISTORY OF COMPUTERS </vt:lpstr>
      <vt:lpstr>The slide rule 1630</vt:lpstr>
      <vt:lpstr>PowerPoint Presentation</vt:lpstr>
      <vt:lpstr>Jacquard Loom (19th Century </vt:lpstr>
      <vt:lpstr>Jacquard Loom (19th Century </vt:lpstr>
      <vt:lpstr>Leonardo da Vinci (1452-1519)  </vt:lpstr>
      <vt:lpstr>Schickard's Calculating Clock  </vt:lpstr>
      <vt:lpstr>Pascaline (1642)</vt:lpstr>
      <vt:lpstr>PowerPoint Presentation</vt:lpstr>
      <vt:lpstr>Stepped reckoner </vt:lpstr>
      <vt:lpstr>Joseph Marie Jacquard (1801)</vt:lpstr>
      <vt:lpstr>PowerPoint Presentation</vt:lpstr>
      <vt:lpstr>Difference Engine 1822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 AND SOFTWARE</dc:title>
  <dc:creator>FAIR</dc:creator>
  <cp:lastModifiedBy>FAIR</cp:lastModifiedBy>
  <cp:revision>32</cp:revision>
  <dcterms:created xsi:type="dcterms:W3CDTF">2014-08-21T11:30:40Z</dcterms:created>
  <dcterms:modified xsi:type="dcterms:W3CDTF">2014-11-19T19:42:57Z</dcterms:modified>
</cp:coreProperties>
</file>