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a4f09fe37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da4f09fe37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da4f09fe37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da4f09fe3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da4f09fe37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da4f09fe3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da4f09fe37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da4f09fe37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a4f09fe37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da4f09fe37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da4f09fe37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da4f09fe37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da4f09fe3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da4f09fe3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Distributions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BICT4702 Modelling &amp; Simulation - MZUNI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Continuous</a:t>
            </a:r>
            <a:r>
              <a:rPr lang="en-GB"/>
              <a:t> Distributions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Exponential Distribution</a:t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30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-GB" sz="1302"/>
              <a:t>D</a:t>
            </a:r>
            <a:r>
              <a:rPr lang="en-GB" sz="1302"/>
              <a:t>escribes the time between events in a Poisson process (events happening randomly at a constant rate). </a:t>
            </a:r>
            <a:endParaRPr sz="1302"/>
          </a:p>
          <a:p>
            <a:pPr indent="-31130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-GB" sz="1302"/>
              <a:t>It has one parameter, λ (lambda), which controls the rate of events. </a:t>
            </a:r>
            <a:endParaRPr sz="1302"/>
          </a:p>
          <a:p>
            <a:pPr indent="-31130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-GB" sz="1302"/>
              <a:t>The probability of an event happening after a certain time decreases exponentially as time goes on. </a:t>
            </a:r>
            <a:endParaRPr sz="1302"/>
          </a:p>
          <a:p>
            <a:pPr indent="-31130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-GB" sz="1302"/>
              <a:t>Think of waiting times for customers at a store with a constant arrival rate.</a:t>
            </a:r>
            <a:endParaRPr sz="1302"/>
          </a:p>
        </p:txBody>
      </p:sp>
      <p:pic>
        <p:nvPicPr>
          <p:cNvPr id="290" name="Google Shape;2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800" y="1563825"/>
            <a:ext cx="3960000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Gamma Distribution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This is more flexible than the exponential distribution and describes waiting times for multiple events in a Poisson process.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It has two parameters: α (alpha) and β (beta). Alpha controls the shape of the distribution, while beta controls the scale.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It's used in scenarios like modeling project durations or time to failure.</a:t>
            </a:r>
            <a:endParaRPr/>
          </a:p>
        </p:txBody>
      </p:sp>
      <p:pic>
        <p:nvPicPr>
          <p:cNvPr id="297" name="Google Shape;2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800" y="1651475"/>
            <a:ext cx="3960000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Discrete</a:t>
            </a:r>
            <a:r>
              <a:rPr lang="en-GB"/>
              <a:t> Distributions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 Distribution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3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-GB" sz="1302"/>
              <a:t>T</a:t>
            </a:r>
            <a:r>
              <a:rPr lang="en-GB" sz="1302"/>
              <a:t>his describes the number of trials needed for the first success in a sequence of independent Bernoulli trials (trials with only two outcomes, success and failure) with a constant probability of success, p. </a:t>
            </a:r>
            <a:endParaRPr sz="1302"/>
          </a:p>
          <a:p>
            <a:pPr indent="-3113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-GB" sz="1302"/>
              <a:t>The probability of needing more trials keeps decreasing as the number of trials increases. </a:t>
            </a:r>
            <a:endParaRPr sz="1302"/>
          </a:p>
          <a:p>
            <a:pPr indent="-3113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-GB" sz="1302"/>
              <a:t>Imagine flipping a coin until you get heads for the first time.</a:t>
            </a:r>
            <a:endParaRPr sz="1302"/>
          </a:p>
        </p:txBody>
      </p:sp>
      <p:pic>
        <p:nvPicPr>
          <p:cNvPr id="309" name="Google Shape;3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800" y="2097750"/>
            <a:ext cx="4223400" cy="2433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 </a:t>
            </a:r>
            <a:r>
              <a:rPr lang="en-GB"/>
              <a:t>Binomial</a:t>
            </a:r>
            <a:r>
              <a:rPr lang="en-GB"/>
              <a:t> Distribution</a:t>
            </a:r>
            <a:endParaRPr/>
          </a:p>
        </p:txBody>
      </p:sp>
      <p:sp>
        <p:nvSpPr>
          <p:cNvPr id="315" name="Google Shape;315;p19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This is an extension of the geometric distribution.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It describes the number of trials needed to get a fixed number of successes (r) in a sequence of independent Bernoulli trials with a constant probability of success, p.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Useful for scenarios like counting the number of coin flips needed for 5 heads.</a:t>
            </a:r>
            <a:endParaRPr/>
          </a:p>
        </p:txBody>
      </p:sp>
      <p:pic>
        <p:nvPicPr>
          <p:cNvPr id="316" name="Google Shape;3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800" y="1514750"/>
            <a:ext cx="4223399" cy="3016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Poisson Distribution</a:t>
            </a:r>
            <a:endParaRPr/>
          </a:p>
        </p:txBody>
      </p:sp>
      <p:sp>
        <p:nvSpPr>
          <p:cNvPr id="322" name="Google Shape;322;p20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-GB" sz="1310"/>
              <a:t>Poisson Distribution: This describes the number of events occurring in a fixed interval of time or space, assuming the events happen independently and at a constant rate. </a:t>
            </a:r>
            <a:endParaRPr sz="1310"/>
          </a:p>
          <a:p>
            <a:pPr indent="-311785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-GB" sz="1310"/>
              <a:t>It has one parameter, λ (lambda), which is the average number of events expected in that interval. </a:t>
            </a:r>
            <a:endParaRPr sz="1310"/>
          </a:p>
          <a:p>
            <a:pPr indent="-311785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-GB" sz="1310"/>
              <a:t>Useful for modeling things like customer arrivals in a short time window </a:t>
            </a:r>
            <a:endParaRPr sz="131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10"/>
          </a:p>
        </p:txBody>
      </p:sp>
      <p:pic>
        <p:nvPicPr>
          <p:cNvPr id="323" name="Google Shape;3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800" y="1651475"/>
            <a:ext cx="3960000" cy="28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