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3" r:id="rId28"/>
    <p:sldId id="282" r:id="rId29"/>
    <p:sldId id="284" r:id="rId30"/>
    <p:sldId id="285" r:id="rId31"/>
    <p:sldId id="286" r:id="rId32"/>
    <p:sldId id="287" r:id="rId3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70" d="100"/>
          <a:sy n="70" d="100"/>
        </p:scale>
        <p:origin x="738" y="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589213" y="2514600"/>
            <a:ext cx="8915399" cy="2262781"/>
          </a:xfrm>
        </p:spPr>
        <p:txBody>
          <a:bodyPr anchor="b">
            <a:normAutofit/>
          </a:bodyPr>
          <a:lstStyle>
            <a:lvl1pPr>
              <a:defRPr sz="5400"/>
            </a:lvl1pPr>
          </a:lstStyle>
          <a:p>
            <a:r>
              <a:rPr lang="en-US"/>
              <a:t>Click to edit Master title style</a:t>
            </a:r>
            <a:endParaRPr lang="en-US" dirty="0"/>
          </a:p>
        </p:txBody>
      </p:sp>
      <p:sp>
        <p:nvSpPr>
          <p:cNvPr id="3" name="Subtitle 2"/>
          <p:cNvSpPr>
            <a:spLocks noGrp="1"/>
          </p:cNvSpPr>
          <p:nvPr>
            <p:ph type="subTitle" idx="1"/>
          </p:nvPr>
        </p:nvSpPr>
        <p:spPr>
          <a:xfrm>
            <a:off x="2589213" y="4777379"/>
            <a:ext cx="8915399" cy="1126283"/>
          </a:xfrm>
        </p:spPr>
        <p:txBody>
          <a:bodyPr anchor="t"/>
          <a:lstStyle>
            <a:lvl1pPr marL="0" indent="0" algn="l">
              <a:buNone/>
              <a:defRPr>
                <a:solidFill>
                  <a:schemeClr val="tx1">
                    <a:lumMod val="65000"/>
                    <a:lumOff val="3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12/17/2024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7" name="Freeform 6"/>
          <p:cNvSpPr/>
          <p:nvPr/>
        </p:nvSpPr>
        <p:spPr bwMode="auto">
          <a:xfrm>
            <a:off x="0" y="4323810"/>
            <a:ext cx="1744652" cy="778589"/>
          </a:xfrm>
          <a:custGeom>
            <a:avLst/>
            <a:gdLst/>
            <a:ahLst/>
            <a:cxnLst/>
            <a:rect l="0" t="0" r="r" b="b"/>
            <a:pathLst>
              <a:path w="372" h="166">
                <a:moveTo>
                  <a:pt x="287" y="166"/>
                </a:moveTo>
                <a:cubicBezTo>
                  <a:pt x="290" y="166"/>
                  <a:pt x="292" y="165"/>
                  <a:pt x="293" y="164"/>
                </a:cubicBezTo>
                <a:cubicBezTo>
                  <a:pt x="293" y="163"/>
                  <a:pt x="294" y="163"/>
                  <a:pt x="294" y="163"/>
                </a:cubicBezTo>
                <a:cubicBezTo>
                  <a:pt x="370" y="87"/>
                  <a:pt x="370" y="87"/>
                  <a:pt x="370" y="87"/>
                </a:cubicBezTo>
                <a:cubicBezTo>
                  <a:pt x="372" y="85"/>
                  <a:pt x="372" y="81"/>
                  <a:pt x="370" y="78"/>
                </a:cubicBezTo>
                <a:cubicBezTo>
                  <a:pt x="294" y="3"/>
                  <a:pt x="294" y="3"/>
                  <a:pt x="294" y="3"/>
                </a:cubicBezTo>
                <a:cubicBezTo>
                  <a:pt x="294" y="2"/>
                  <a:pt x="293" y="2"/>
                  <a:pt x="293" y="2"/>
                </a:cubicBezTo>
                <a:cubicBezTo>
                  <a:pt x="292" y="1"/>
                  <a:pt x="290" y="0"/>
                  <a:pt x="287" y="0"/>
                </a:cubicBezTo>
                <a:cubicBezTo>
                  <a:pt x="0" y="0"/>
                  <a:pt x="0" y="0"/>
                  <a:pt x="0" y="0"/>
                </a:cubicBezTo>
                <a:cubicBezTo>
                  <a:pt x="0" y="166"/>
                  <a:pt x="0" y="166"/>
                  <a:pt x="0" y="166"/>
                </a:cubicBezTo>
                <a:lnTo>
                  <a:pt x="287" y="166"/>
                </a:lnTo>
                <a:close/>
              </a:path>
            </a:pathLst>
          </a:custGeom>
          <a:solidFill>
            <a:schemeClr val="accent1"/>
          </a:solidFill>
          <a:ln>
            <a:noFill/>
          </a:ln>
        </p:spPr>
      </p:sp>
      <p:sp>
        <p:nvSpPr>
          <p:cNvPr id="6" name="Slide Number Placeholder 5"/>
          <p:cNvSpPr>
            <a:spLocks noGrp="1"/>
          </p:cNvSpPr>
          <p:nvPr>
            <p:ph type="sldNum" sz="quarter" idx="12"/>
          </p:nvPr>
        </p:nvSpPr>
        <p:spPr>
          <a:xfrm>
            <a:off x="531812" y="4529540"/>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1280890"/>
          </a:xfrm>
        </p:spPr>
        <p:txBody>
          <a:bodyPr/>
          <a:lstStyle/>
          <a:p>
            <a:r>
              <a:rPr lang="en-US"/>
              <a:t>Click to edit Master title style</a:t>
            </a:r>
            <a:endParaRPr lang="en-US" dirty="0"/>
          </a:p>
        </p:txBody>
      </p:sp>
      <p:sp>
        <p:nvSpPr>
          <p:cNvPr id="3" name="Content Placeholder 2"/>
          <p:cNvSpPr>
            <a:spLocks noGrp="1"/>
          </p:cNvSpPr>
          <p:nvPr>
            <p:ph idx="1"/>
          </p:nvPr>
        </p:nvSpPr>
        <p:spPr>
          <a:xfrm>
            <a:off x="2589212" y="2133600"/>
            <a:ext cx="8915400" cy="377762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12/17/2024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589212" y="2058750"/>
            <a:ext cx="8915399" cy="146880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2589212" y="3530129"/>
            <a:ext cx="8915399" cy="860400"/>
          </a:xfrm>
        </p:spPr>
        <p:txBody>
          <a:bodyPr anchor="t"/>
          <a:lstStyle>
            <a:lvl1pPr marL="0" indent="0" algn="l">
              <a:buNone/>
              <a:defRPr sz="20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12/17/2024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2589212" y="2133600"/>
            <a:ext cx="4313864" cy="377762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7190747" y="2126222"/>
            <a:ext cx="4313864" cy="377762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61BEF0D-F0BB-DE4B-95CE-6DB70DBA9567}" type="datetimeFigureOut">
              <a:rPr lang="en-US" dirty="0"/>
              <a:pPr/>
              <a:t>12/17/2024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10"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1" name="Slide Number Placeholder 5"/>
          <p:cNvSpPr>
            <a:spLocks noGrp="1"/>
          </p:cNvSpPr>
          <p:nvPr>
            <p:ph type="sldNum" sz="quarter" idx="12"/>
          </p:nvPr>
        </p:nvSpPr>
        <p:spPr>
          <a:xfrm>
            <a:off x="531812" y="787782"/>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2939373" y="1972703"/>
            <a:ext cx="399273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2589212" y="2548966"/>
            <a:ext cx="4342893" cy="335406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7506629" y="1969475"/>
            <a:ext cx="3999001"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7166957" y="2545738"/>
            <a:ext cx="4338674" cy="335406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dirty="0"/>
              <a:pPr/>
              <a:t>12/17/2024</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12"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3" name="Slide Number Placeholder 5"/>
          <p:cNvSpPr>
            <a:spLocks noGrp="1"/>
          </p:cNvSpPr>
          <p:nvPr>
            <p:ph type="sldNum" sz="quarter" idx="12"/>
          </p:nvPr>
        </p:nvSpPr>
        <p:spPr>
          <a:xfrm>
            <a:off x="531812" y="787782"/>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dirty="0"/>
              <a:pPr/>
              <a:t>12/17/2024</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7"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5" name="Slide Number Placeholder 4"/>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dirty="0"/>
              <a:pPr/>
              <a:t>12/17/2024</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6"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4" name="Slide Number Placeholder 3"/>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446088"/>
            <a:ext cx="3505199" cy="976312"/>
          </a:xfrm>
        </p:spPr>
        <p:txBody>
          <a:bodyPr anchor="b"/>
          <a:lstStyle>
            <a:lvl1pPr algn="l">
              <a:defRPr sz="2000" b="0"/>
            </a:lvl1pPr>
          </a:lstStyle>
          <a:p>
            <a:r>
              <a:rPr lang="en-US"/>
              <a:t>Click to edit Master title style</a:t>
            </a:r>
            <a:endParaRPr lang="en-US" dirty="0"/>
          </a:p>
        </p:txBody>
      </p:sp>
      <p:sp>
        <p:nvSpPr>
          <p:cNvPr id="3" name="Content Placeholder 2"/>
          <p:cNvSpPr>
            <a:spLocks noGrp="1"/>
          </p:cNvSpPr>
          <p:nvPr>
            <p:ph idx="1"/>
          </p:nvPr>
        </p:nvSpPr>
        <p:spPr>
          <a:xfrm>
            <a:off x="6323012" y="446088"/>
            <a:ext cx="5181600" cy="5414963"/>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2589212" y="1598613"/>
            <a:ext cx="3505199" cy="426243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12/17/2024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9"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3" y="4800600"/>
            <a:ext cx="8915400"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2589212" y="634965"/>
            <a:ext cx="8915400" cy="3854970"/>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2589213" y="5367338"/>
            <a:ext cx="8915400"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12/17/2024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609600"/>
            <a:ext cx="8915399" cy="3117040"/>
          </a:xfrm>
        </p:spPr>
        <p:txBody>
          <a:bodyPr anchor="ctr">
            <a:normAutofit/>
          </a:bodyPr>
          <a:lstStyle>
            <a:lvl1pPr algn="l">
              <a:defRPr sz="4800" b="0" cap="none"/>
            </a:lvl1pPr>
          </a:lstStyle>
          <a:p>
            <a:r>
              <a:rPr lang="en-US"/>
              <a:t>Click to edit Master title style</a:t>
            </a:r>
            <a:endParaRPr lang="en-US" dirty="0"/>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12/17/2024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endParaRPr lang="en-US" dirty="0"/>
          </a:p>
        </p:txBody>
      </p:sp>
      <p:sp>
        <p:nvSpPr>
          <p:cNvPr id="13" name="Text Placeholder 9"/>
          <p:cNvSpPr>
            <a:spLocks noGrp="1"/>
          </p:cNvSpPr>
          <p:nvPr>
            <p:ph type="body" sz="quarter" idx="13"/>
          </p:nvPr>
        </p:nvSpPr>
        <p:spPr>
          <a:xfrm>
            <a:off x="3275012" y="3505200"/>
            <a:ext cx="753655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12/17/2024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11"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D57F1E4F-1CFF-5643-939E-217C01CDF565}" type="slidenum">
              <a:rPr lang="en-US" dirty="0"/>
              <a:pPr/>
              <a:t>‹#›</a:t>
            </a:fld>
            <a:endParaRPr lang="en-US" dirty="0"/>
          </a:p>
        </p:txBody>
      </p:sp>
      <p:sp>
        <p:nvSpPr>
          <p:cNvPr id="14" name="TextBox 13"/>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5" name="TextBox 14"/>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2589213" y="2438400"/>
            <a:ext cx="8915400" cy="2724845"/>
          </a:xfrm>
        </p:spPr>
        <p:txBody>
          <a:bodyPr anchor="b">
            <a:normAutofit/>
          </a:bodyPr>
          <a:lstStyle>
            <a:lvl1pPr algn="l">
              <a:defRPr sz="4800" b="0"/>
            </a:lvl1pPr>
          </a:lstStyle>
          <a:p>
            <a:r>
              <a:rPr lang="en-US"/>
              <a:t>Click to edit Master title style</a:t>
            </a:r>
            <a:endParaRPr lang="en-US" dirty="0"/>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12/17/2024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12/17/2024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11"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D57F1E4F-1CFF-5643-939E-217C01CDF565}" type="slidenum">
              <a:rPr lang="en-US" dirty="0"/>
              <a:pPr/>
              <a:t>‹#›</a:t>
            </a:fld>
            <a:endParaRPr lang="en-US" dirty="0"/>
          </a:p>
        </p:txBody>
      </p:sp>
      <p:sp>
        <p:nvSpPr>
          <p:cNvPr id="17" name="TextBox 16"/>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8" name="TextBox 17"/>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2589212" y="627407"/>
            <a:ext cx="8915399" cy="2880020"/>
          </a:xfrm>
        </p:spPr>
        <p:txBody>
          <a:bodyPr anchor="ctr">
            <a:normAutofit/>
          </a:bodyPr>
          <a:lstStyle>
            <a:lvl1pPr algn="l">
              <a:defRPr sz="4800" b="0"/>
            </a:lvl1pPr>
          </a:lstStyle>
          <a:p>
            <a:r>
              <a:rPr lang="en-US"/>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12/17/2024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12/17/2024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294812" y="627405"/>
            <a:ext cx="2207601" cy="5283817"/>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2589212" y="627405"/>
            <a:ext cx="6477000" cy="528381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12/17/2024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23" name="Group 22"/>
          <p:cNvGrpSpPr/>
          <p:nvPr/>
        </p:nvGrpSpPr>
        <p:grpSpPr>
          <a:xfrm>
            <a:off x="1" y="228600"/>
            <a:ext cx="2851516" cy="6638628"/>
            <a:chOff x="2487613" y="285750"/>
            <a:chExt cx="2428875" cy="5654676"/>
          </a:xfrm>
        </p:grpSpPr>
        <p:sp>
          <p:nvSpPr>
            <p:cNvPr id="24" name="Freeform 11"/>
            <p:cNvSpPr/>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sp>
        <p:sp>
          <p:nvSpPr>
            <p:cNvPr id="25" name="Freeform 12"/>
            <p:cNvSpPr/>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sp>
        <p:sp>
          <p:nvSpPr>
            <p:cNvPr id="26" name="Freeform 13"/>
            <p:cNvSpPr/>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sp>
        <p:sp>
          <p:nvSpPr>
            <p:cNvPr id="27" name="Freeform 14"/>
            <p:cNvSpPr/>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sp>
        <p:sp>
          <p:nvSpPr>
            <p:cNvPr id="28" name="Freeform 15"/>
            <p:cNvSpPr/>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sp>
        <p:sp>
          <p:nvSpPr>
            <p:cNvPr id="29" name="Freeform 16"/>
            <p:cNvSpPr/>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sp>
        <p:sp>
          <p:nvSpPr>
            <p:cNvPr id="30" name="Freeform 17"/>
            <p:cNvSpPr/>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sp>
        <p:sp>
          <p:nvSpPr>
            <p:cNvPr id="31" name="Freeform 18"/>
            <p:cNvSpPr/>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sp>
        <p:sp>
          <p:nvSpPr>
            <p:cNvPr id="32" name="Freeform 19"/>
            <p:cNvSpPr/>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sp>
        <p:sp>
          <p:nvSpPr>
            <p:cNvPr id="33" name="Freeform 20"/>
            <p:cNvSpPr/>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sp>
        <p:sp>
          <p:nvSpPr>
            <p:cNvPr id="34" name="Freeform 21"/>
            <p:cNvSpPr/>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sp>
        <p:sp>
          <p:nvSpPr>
            <p:cNvPr id="35" name="Freeform 22"/>
            <p:cNvSpPr/>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sp>
      </p:grpSp>
      <p:grpSp>
        <p:nvGrpSpPr>
          <p:cNvPr id="10" name="Group 9"/>
          <p:cNvGrpSpPr/>
          <p:nvPr/>
        </p:nvGrpSpPr>
        <p:grpSpPr>
          <a:xfrm>
            <a:off x="27221" y="-786"/>
            <a:ext cx="2356674" cy="6854039"/>
            <a:chOff x="6627813" y="194833"/>
            <a:chExt cx="1952625" cy="5678918"/>
          </a:xfrm>
        </p:grpSpPr>
        <p:sp>
          <p:nvSpPr>
            <p:cNvPr id="11" name="Freeform 27"/>
            <p:cNvSpPr/>
            <p:nvPr/>
          </p:nvSpPr>
          <p:spPr bwMode="auto">
            <a:xfrm>
              <a:off x="6627813" y="194833"/>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sp>
        <p:sp>
          <p:nvSpPr>
            <p:cNvPr id="12" name="Freeform 28"/>
            <p:cNvSpPr/>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sp>
        <p:sp>
          <p:nvSpPr>
            <p:cNvPr id="13" name="Freeform 29"/>
            <p:cNvSpPr/>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sp>
        <p:sp>
          <p:nvSpPr>
            <p:cNvPr id="14" name="Freeform 30"/>
            <p:cNvSpPr/>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sp>
        <p:sp>
          <p:nvSpPr>
            <p:cNvPr id="15" name="Freeform 31"/>
            <p:cNvSpPr/>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sp>
        <p:sp>
          <p:nvSpPr>
            <p:cNvPr id="16" name="Freeform 32"/>
            <p:cNvSpPr/>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sp>
        <p:sp>
          <p:nvSpPr>
            <p:cNvPr id="17" name="Freeform 33"/>
            <p:cNvSpPr/>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sp>
        <p:sp>
          <p:nvSpPr>
            <p:cNvPr id="18" name="Freeform 34"/>
            <p:cNvSpPr/>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sp>
        <p:sp>
          <p:nvSpPr>
            <p:cNvPr id="19" name="Freeform 35"/>
            <p:cNvSpPr/>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sp>
        <p:sp>
          <p:nvSpPr>
            <p:cNvPr id="20" name="Freeform 36"/>
            <p:cNvSpPr/>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sp>
        <p:sp>
          <p:nvSpPr>
            <p:cNvPr id="21" name="Freeform 37"/>
            <p:cNvSpPr/>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sp>
        <p:sp>
          <p:nvSpPr>
            <p:cNvPr id="22" name="Freeform 38"/>
            <p:cNvSpPr/>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sp>
      </p:grpSp>
      <p:sp>
        <p:nvSpPr>
          <p:cNvPr id="7" name="Rectangle 6"/>
          <p:cNvSpPr/>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2592924" y="624110"/>
            <a:ext cx="8911687" cy="128089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2589212" y="2133600"/>
            <a:ext cx="8915400" cy="38862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361612" y="6130437"/>
            <a:ext cx="1146283" cy="370396"/>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dirty="0"/>
              <a:pPr/>
              <a:t>12/17/2024</a:t>
            </a:fld>
            <a:endParaRPr lang="en-US" dirty="0"/>
          </a:p>
        </p:txBody>
      </p:sp>
      <p:sp>
        <p:nvSpPr>
          <p:cNvPr id="5" name="Footer Placeholder 4"/>
          <p:cNvSpPr>
            <a:spLocks noGrp="1"/>
          </p:cNvSpPr>
          <p:nvPr>
            <p:ph type="ftr" sz="quarter" idx="3"/>
          </p:nvPr>
        </p:nvSpPr>
        <p:spPr>
          <a:xfrm>
            <a:off x="2589212" y="6135808"/>
            <a:ext cx="7619999"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bwMode="gray">
          <a:xfrm>
            <a:off x="531812" y="787782"/>
            <a:ext cx="779767" cy="365125"/>
          </a:xfrm>
          <a:prstGeom prst="rect">
            <a:avLst/>
          </a:prstGeom>
        </p:spPr>
        <p:txBody>
          <a:bodyPr vert="horz" lIns="91440" tIns="45720" rIns="91440" bIns="45720" rtlCol="0" anchor="ctr"/>
          <a:lstStyle>
            <a:lvl1pPr algn="r">
              <a:defRPr sz="2000">
                <a:solidFill>
                  <a:srgbClr val="FEFFFF"/>
                </a:solidFill>
              </a:defRPr>
            </a:lvl1pPr>
          </a:lstStyle>
          <a:p>
            <a:fld id="{D57F1E4F-1CFF-5643-939E-217C01CDF565}" type="slidenum">
              <a:rPr lang="en-US" dirty="0"/>
              <a:pPr/>
              <a:t>‹#›</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60" r:id="rId10"/>
    <p:sldLayoutId id="2147483661" r:id="rId11"/>
    <p:sldLayoutId id="2147483662" r:id="rId12"/>
    <p:sldLayoutId id="2147483663" r:id="rId13"/>
    <p:sldLayoutId id="2147483664" r:id="rId14"/>
    <p:sldLayoutId id="2147483658" r:id="rId15"/>
    <p:sldLayoutId id="2147483659" r:id="rId16"/>
  </p:sldLayoutIdLst>
  <p:txStyles>
    <p:title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3.wmf"/><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4.wmf"/><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5.wmf"/><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Process Models</a:t>
            </a:r>
          </a:p>
        </p:txBody>
      </p:sp>
      <p:sp>
        <p:nvSpPr>
          <p:cNvPr id="3" name="Subtitle 2"/>
          <p:cNvSpPr>
            <a:spLocks noGrp="1"/>
          </p:cNvSpPr>
          <p:nvPr>
            <p:ph type="subTitle" idx="1"/>
          </p:nvPr>
        </p:nvSpPr>
        <p:spPr/>
        <p:txBody>
          <a:bodyPr/>
          <a:lstStyle/>
          <a:p>
            <a:endParaRPr lang="en-US"/>
          </a:p>
        </p:txBody>
      </p:sp>
    </p:spTree>
    <p:extLst>
      <p:ext uri="{BB962C8B-B14F-4D97-AF65-F5344CB8AC3E}">
        <p14:creationId xmlns:p14="http://schemas.microsoft.com/office/powerpoint/2010/main" val="117090083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Lesson outline</a:t>
            </a:r>
          </a:p>
        </p:txBody>
      </p:sp>
      <p:sp>
        <p:nvSpPr>
          <p:cNvPr id="3" name="Content Placeholder 2"/>
          <p:cNvSpPr>
            <a:spLocks noGrp="1"/>
          </p:cNvSpPr>
          <p:nvPr>
            <p:ph idx="1"/>
          </p:nvPr>
        </p:nvSpPr>
        <p:spPr/>
        <p:txBody>
          <a:bodyPr/>
          <a:lstStyle/>
          <a:p>
            <a:r>
              <a:rPr lang="en-US" dirty="0"/>
              <a:t>Understanding the process model</a:t>
            </a:r>
          </a:p>
          <a:p>
            <a:r>
              <a:rPr lang="en-US" dirty="0"/>
              <a:t>Types of process models</a:t>
            </a:r>
          </a:p>
          <a:p>
            <a:r>
              <a:rPr lang="en-US" dirty="0"/>
              <a:t>Adapting process model</a:t>
            </a:r>
          </a:p>
          <a:p>
            <a:r>
              <a:rPr lang="en-US" dirty="0"/>
              <a:t>Assessing / validating process models</a:t>
            </a:r>
          </a:p>
        </p:txBody>
      </p:sp>
    </p:spTree>
    <p:extLst>
      <p:ext uri="{BB962C8B-B14F-4D97-AF65-F5344CB8AC3E}">
        <p14:creationId xmlns:p14="http://schemas.microsoft.com/office/powerpoint/2010/main" val="217349317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Addressing What / who / why is Process Models?</a:t>
            </a:r>
          </a:p>
        </p:txBody>
      </p:sp>
      <p:sp>
        <p:nvSpPr>
          <p:cNvPr id="3" name="Content Placeholder 2"/>
          <p:cNvSpPr>
            <a:spLocks noGrp="1"/>
          </p:cNvSpPr>
          <p:nvPr>
            <p:ph idx="1"/>
          </p:nvPr>
        </p:nvSpPr>
        <p:spPr/>
        <p:txBody>
          <a:bodyPr>
            <a:normAutofit fontScale="92500" lnSpcReduction="10000"/>
          </a:bodyPr>
          <a:lstStyle/>
          <a:p>
            <a:pPr>
              <a:lnSpc>
                <a:spcPct val="80000"/>
              </a:lnSpc>
            </a:pPr>
            <a:r>
              <a:rPr lang="en-US" b="1" dirty="0">
                <a:ea typeface="ＭＳ Ｐゴシック" panose="020B0600070205080204" pitchFamily="34" charset="-128"/>
              </a:rPr>
              <a:t>What</a:t>
            </a:r>
            <a:r>
              <a:rPr lang="en-US" dirty="0">
                <a:ea typeface="ＭＳ Ｐゴシック" panose="020B0600070205080204" pitchFamily="34" charset="-128"/>
              </a:rPr>
              <a:t>: Go through a series of predictable steps--- a </a:t>
            </a:r>
            <a:r>
              <a:rPr lang="en-US" dirty="0">
                <a:solidFill>
                  <a:srgbClr val="FFC000"/>
                </a:solidFill>
                <a:ea typeface="ＭＳ Ｐゴシック" panose="020B0600070205080204" pitchFamily="34" charset="-128"/>
              </a:rPr>
              <a:t>road map </a:t>
            </a:r>
            <a:r>
              <a:rPr lang="en-US" dirty="0">
                <a:ea typeface="ＭＳ Ｐゴシック" panose="020B0600070205080204" pitchFamily="34" charset="-128"/>
              </a:rPr>
              <a:t>that helps you create a timely, high-quality results. </a:t>
            </a:r>
          </a:p>
          <a:p>
            <a:pPr>
              <a:lnSpc>
                <a:spcPct val="80000"/>
              </a:lnSpc>
            </a:pPr>
            <a:r>
              <a:rPr lang="en-US" b="1" dirty="0">
                <a:ea typeface="ＭＳ Ｐゴシック" panose="020B0600070205080204" pitchFamily="34" charset="-128"/>
              </a:rPr>
              <a:t>Who</a:t>
            </a:r>
            <a:r>
              <a:rPr lang="en-US" dirty="0">
                <a:ea typeface="ＭＳ Ｐゴシック" panose="020B0600070205080204" pitchFamily="34" charset="-128"/>
              </a:rPr>
              <a:t>: Software engineers and their managers, clients also. People adapt the process to their needs and follow it. </a:t>
            </a:r>
          </a:p>
          <a:p>
            <a:pPr>
              <a:lnSpc>
                <a:spcPct val="80000"/>
              </a:lnSpc>
            </a:pPr>
            <a:r>
              <a:rPr lang="en-US" b="1" dirty="0">
                <a:ea typeface="ＭＳ Ｐゴシック" panose="020B0600070205080204" pitchFamily="34" charset="-128"/>
              </a:rPr>
              <a:t>Why</a:t>
            </a:r>
            <a:r>
              <a:rPr lang="en-US" dirty="0">
                <a:ea typeface="ＭＳ Ｐゴシック" panose="020B0600070205080204" pitchFamily="34" charset="-128"/>
              </a:rPr>
              <a:t>: Provides stability, control, and organization to an activity that can if left uncontrolled, become quite chaotic. However, modern software engineering approaches must be agile and demand </a:t>
            </a:r>
            <a:r>
              <a:rPr lang="en-US" dirty="0">
                <a:solidFill>
                  <a:srgbClr val="FFC000"/>
                </a:solidFill>
                <a:ea typeface="ＭＳ Ｐゴシック" panose="020B0600070205080204" pitchFamily="34" charset="-128"/>
              </a:rPr>
              <a:t>ONLY</a:t>
            </a:r>
            <a:r>
              <a:rPr lang="en-US" dirty="0">
                <a:ea typeface="ＭＳ Ｐゴシック" panose="020B0600070205080204" pitchFamily="34" charset="-128"/>
              </a:rPr>
              <a:t> those activities, controls and work products that are appropriate. </a:t>
            </a:r>
          </a:p>
          <a:p>
            <a:pPr>
              <a:lnSpc>
                <a:spcPct val="80000"/>
              </a:lnSpc>
            </a:pPr>
            <a:r>
              <a:rPr lang="en-US" b="1" dirty="0">
                <a:ea typeface="ＭＳ Ｐゴシック" panose="020B0600070205080204" pitchFamily="34" charset="-128"/>
              </a:rPr>
              <a:t>What Work products</a:t>
            </a:r>
            <a:r>
              <a:rPr lang="en-US" dirty="0">
                <a:ea typeface="ＭＳ Ｐゴシック" panose="020B0600070205080204" pitchFamily="34" charset="-128"/>
              </a:rPr>
              <a:t>: Programs, documents, and data </a:t>
            </a:r>
          </a:p>
          <a:p>
            <a:pPr>
              <a:lnSpc>
                <a:spcPct val="80000"/>
              </a:lnSpc>
            </a:pPr>
            <a:r>
              <a:rPr lang="en-US" b="1" dirty="0">
                <a:ea typeface="ＭＳ Ｐゴシック" panose="020B0600070205080204" pitchFamily="34" charset="-128"/>
              </a:rPr>
              <a:t>What are the steps: </a:t>
            </a:r>
            <a:r>
              <a:rPr lang="en-US" dirty="0">
                <a:ea typeface="ＭＳ Ｐゴシック" panose="020B0600070205080204" pitchFamily="34" charset="-128"/>
              </a:rPr>
              <a:t>The process you adopt depends on the software that you are building. One process might be good for aircraft avionic system, while an entirely different process would be used for website creation.  </a:t>
            </a:r>
          </a:p>
          <a:p>
            <a:pPr>
              <a:lnSpc>
                <a:spcPct val="80000"/>
              </a:lnSpc>
            </a:pPr>
            <a:r>
              <a:rPr lang="en-US" b="1" dirty="0">
                <a:ea typeface="ＭＳ Ｐゴシック" panose="020B0600070205080204" pitchFamily="34" charset="-128"/>
              </a:rPr>
              <a:t>How to ensure right</a:t>
            </a:r>
            <a:r>
              <a:rPr lang="en-US" dirty="0">
                <a:ea typeface="ＭＳ Ｐゴシック" panose="020B0600070205080204" pitchFamily="34" charset="-128"/>
              </a:rPr>
              <a:t>: A number of software process assessment mechanisms that enable us to determine the maturity of the software process. However, the quality, timeliness and long-term viability of the software are the best indicators of the efficacy of the process you use.</a:t>
            </a:r>
          </a:p>
        </p:txBody>
      </p:sp>
    </p:spTree>
    <p:extLst>
      <p:ext uri="{BB962C8B-B14F-4D97-AF65-F5344CB8AC3E}">
        <p14:creationId xmlns:p14="http://schemas.microsoft.com/office/powerpoint/2010/main" val="208893944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Definition of Software Process</a:t>
            </a:r>
          </a:p>
        </p:txBody>
      </p:sp>
      <p:sp>
        <p:nvSpPr>
          <p:cNvPr id="3" name="Content Placeholder 2"/>
          <p:cNvSpPr>
            <a:spLocks noGrp="1"/>
          </p:cNvSpPr>
          <p:nvPr>
            <p:ph idx="1"/>
          </p:nvPr>
        </p:nvSpPr>
        <p:spPr/>
        <p:txBody>
          <a:bodyPr/>
          <a:lstStyle/>
          <a:p>
            <a:r>
              <a:rPr lang="en-US" dirty="0">
                <a:ea typeface="ＭＳ Ｐゴシック" panose="020B0600070205080204" pitchFamily="34" charset="-128"/>
              </a:rPr>
              <a:t>A </a:t>
            </a:r>
            <a:r>
              <a:rPr lang="en-US" b="1" dirty="0">
                <a:ea typeface="ＭＳ Ｐゴシック" panose="020B0600070205080204" pitchFamily="34" charset="-128"/>
              </a:rPr>
              <a:t>framework</a:t>
            </a:r>
            <a:r>
              <a:rPr lang="en-US" dirty="0">
                <a:ea typeface="ＭＳ Ｐゴシック" panose="020B0600070205080204" pitchFamily="34" charset="-128"/>
              </a:rPr>
              <a:t> for the activities, actions, and tasks that are required to build high-quality software. </a:t>
            </a:r>
          </a:p>
          <a:p>
            <a:endParaRPr lang="en-US" dirty="0">
              <a:ea typeface="ＭＳ Ｐゴシック" panose="020B0600070205080204" pitchFamily="34" charset="-128"/>
            </a:endParaRPr>
          </a:p>
          <a:p>
            <a:r>
              <a:rPr lang="en-US" dirty="0">
                <a:ea typeface="ＭＳ Ｐゴシック" panose="020B0600070205080204" pitchFamily="34" charset="-128"/>
              </a:rPr>
              <a:t>SP defines the approach that is taken as software is engineered. </a:t>
            </a:r>
          </a:p>
          <a:p>
            <a:endParaRPr lang="en-US" dirty="0">
              <a:ea typeface="ＭＳ Ｐゴシック" panose="020B0600070205080204" pitchFamily="34" charset="-128"/>
            </a:endParaRPr>
          </a:p>
          <a:p>
            <a:r>
              <a:rPr lang="en-US" dirty="0">
                <a:ea typeface="ＭＳ Ｐゴシック" panose="020B0600070205080204" pitchFamily="34" charset="-128"/>
              </a:rPr>
              <a:t>Is not equal to software engineering, which also encompasses </a:t>
            </a:r>
            <a:r>
              <a:rPr lang="en-US" b="1" dirty="0">
                <a:ea typeface="ＭＳ Ｐゴシック" panose="020B0600070205080204" pitchFamily="34" charset="-128"/>
              </a:rPr>
              <a:t>technologies</a:t>
            </a:r>
            <a:r>
              <a:rPr lang="en-US" dirty="0">
                <a:ea typeface="ＭＳ Ｐゴシック" panose="020B0600070205080204" pitchFamily="34" charset="-128"/>
              </a:rPr>
              <a:t> that populate the process– technical methods and automated tools. </a:t>
            </a:r>
          </a:p>
        </p:txBody>
      </p:sp>
    </p:spTree>
    <p:extLst>
      <p:ext uri="{BB962C8B-B14F-4D97-AF65-F5344CB8AC3E}">
        <p14:creationId xmlns:p14="http://schemas.microsoft.com/office/powerpoint/2010/main" val="130337478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Software process</a:t>
            </a:r>
          </a:p>
        </p:txBody>
      </p:sp>
      <p:sp>
        <p:nvSpPr>
          <p:cNvPr id="3" name="Content Placeholder 2"/>
          <p:cNvSpPr>
            <a:spLocks noGrp="1"/>
          </p:cNvSpPr>
          <p:nvPr>
            <p:ph idx="1"/>
          </p:nvPr>
        </p:nvSpPr>
        <p:spPr/>
        <p:txBody>
          <a:bodyPr/>
          <a:lstStyle/>
          <a:p>
            <a:r>
              <a:rPr lang="en-US" dirty="0">
                <a:latin typeface="Palatino" pitchFamily="-128" charset="0"/>
                <a:ea typeface="ＭＳ Ｐゴシック" panose="020B0600070205080204" pitchFamily="34" charset="-128"/>
              </a:rPr>
              <a:t>A generic process framework for software engineering defines five framework activities-communication, planning, modeling, construction, and deployment as stated earlier. </a:t>
            </a:r>
            <a:endParaRPr lang="en-US" dirty="0">
              <a:solidFill>
                <a:schemeClr val="folHlink"/>
              </a:solidFill>
              <a:latin typeface="Palatino" pitchFamily="-128" charset="0"/>
              <a:ea typeface="ＭＳ Ｐゴシック" panose="020B0600070205080204" pitchFamily="34" charset="-128"/>
            </a:endParaRPr>
          </a:p>
          <a:p>
            <a:r>
              <a:rPr lang="en-US" dirty="0">
                <a:latin typeface="Palatino" pitchFamily="-128" charset="0"/>
                <a:ea typeface="ＭＳ Ｐゴシック" panose="020B0600070205080204" pitchFamily="34" charset="-128"/>
              </a:rPr>
              <a:t>In addition, a set of umbrella activities- project tracking and control, risk management, quality assurance, configuration management, technical reviews, and others are applied throughout the process. </a:t>
            </a:r>
          </a:p>
          <a:p>
            <a:r>
              <a:rPr lang="en-US" dirty="0">
                <a:latin typeface="Palatino" pitchFamily="-128" charset="0"/>
                <a:ea typeface="ＭＳ Ｐゴシック" panose="020B0600070205080204" pitchFamily="34" charset="-128"/>
              </a:rPr>
              <a:t>Next question is: how the framework activities and the actions and tasks that occur within each activity are organized with respect to sequence and time? . </a:t>
            </a:r>
          </a:p>
          <a:p>
            <a:endParaRPr lang="en-US" dirty="0">
              <a:latin typeface="Palatino" pitchFamily="-128" charset="0"/>
              <a:ea typeface="ＭＳ Ｐゴシック" panose="020B0600070205080204" pitchFamily="34" charset="-128"/>
            </a:endParaRPr>
          </a:p>
        </p:txBody>
      </p:sp>
    </p:spTree>
    <p:extLst>
      <p:ext uri="{BB962C8B-B14F-4D97-AF65-F5344CB8AC3E}">
        <p14:creationId xmlns:p14="http://schemas.microsoft.com/office/powerpoint/2010/main" val="126494884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ea typeface="ＭＳ Ｐゴシック" panose="020B0600070205080204" pitchFamily="34" charset="-128"/>
              </a:rPr>
              <a:t>Process Flow</a:t>
            </a:r>
            <a:endParaRPr lang="en-US" dirty="0"/>
          </a:p>
        </p:txBody>
      </p:sp>
      <p:sp>
        <p:nvSpPr>
          <p:cNvPr id="3" name="Content Placeholder 2"/>
          <p:cNvSpPr>
            <a:spLocks noGrp="1"/>
          </p:cNvSpPr>
          <p:nvPr>
            <p:ph idx="1"/>
          </p:nvPr>
        </p:nvSpPr>
        <p:spPr/>
        <p:txBody>
          <a:bodyPr>
            <a:normAutofit fontScale="92500"/>
          </a:bodyPr>
          <a:lstStyle/>
          <a:p>
            <a:r>
              <a:rPr lang="en-US" i="1" dirty="0"/>
              <a:t>process flow—describes how the framework </a:t>
            </a:r>
            <a:r>
              <a:rPr lang="en-US" dirty="0"/>
              <a:t>activities and the actions and tasks that occur within each framework activity are organized with respect to sequence and time.</a:t>
            </a:r>
          </a:p>
          <a:p>
            <a:r>
              <a:rPr lang="en-US" dirty="0"/>
              <a:t>A </a:t>
            </a:r>
            <a:r>
              <a:rPr lang="en-US" i="1" dirty="0"/>
              <a:t>linear process flow executes each of the five framework activities in sequence, </a:t>
            </a:r>
            <a:r>
              <a:rPr lang="en-US" dirty="0"/>
              <a:t>beginning with communication and culminating with deployment. </a:t>
            </a:r>
          </a:p>
          <a:p>
            <a:r>
              <a:rPr lang="en-US" dirty="0"/>
              <a:t>An </a:t>
            </a:r>
            <a:r>
              <a:rPr lang="en-US" i="1" dirty="0"/>
              <a:t>iterative process flow repeats one or more of the activities before proceeding to the </a:t>
            </a:r>
            <a:r>
              <a:rPr lang="en-US" dirty="0"/>
              <a:t>next. </a:t>
            </a:r>
          </a:p>
          <a:p>
            <a:r>
              <a:rPr lang="en-US" dirty="0"/>
              <a:t>An </a:t>
            </a:r>
            <a:r>
              <a:rPr lang="en-US" i="1" dirty="0"/>
              <a:t>evolutionary process flow executes the activities in a “circular”  </a:t>
            </a:r>
            <a:r>
              <a:rPr lang="en-US" dirty="0"/>
              <a:t>manner. Each circuit through the five activities leads to a more complete version of the software. </a:t>
            </a:r>
          </a:p>
          <a:p>
            <a:r>
              <a:rPr lang="en-US" dirty="0"/>
              <a:t>A </a:t>
            </a:r>
            <a:r>
              <a:rPr lang="en-US" i="1" dirty="0"/>
              <a:t>parallel process flow  executes one or </a:t>
            </a:r>
            <a:r>
              <a:rPr lang="en-US" dirty="0"/>
              <a:t>more activities in parallel with other activities.</a:t>
            </a:r>
          </a:p>
          <a:p>
            <a:endParaRPr lang="en-US" dirty="0"/>
          </a:p>
        </p:txBody>
      </p:sp>
    </p:spTree>
    <p:extLst>
      <p:ext uri="{BB962C8B-B14F-4D97-AF65-F5344CB8AC3E}">
        <p14:creationId xmlns:p14="http://schemas.microsoft.com/office/powerpoint/2010/main" val="326620921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Process flow: Pictorial view</a:t>
            </a:r>
          </a:p>
        </p:txBody>
      </p:sp>
      <p:sp>
        <p:nvSpPr>
          <p:cNvPr id="3" name="Content Placeholder 2"/>
          <p:cNvSpPr>
            <a:spLocks noGrp="1"/>
          </p:cNvSpPr>
          <p:nvPr>
            <p:ph idx="1"/>
          </p:nvPr>
        </p:nvSpPr>
        <p:spPr/>
        <p:txBody>
          <a:bodyPr/>
          <a:lstStyle/>
          <a:p>
            <a:endParaRPr lang="en-US"/>
          </a:p>
        </p:txBody>
      </p:sp>
      <p:pic>
        <p:nvPicPr>
          <p:cNvPr id="4" name="Picture 5" descr="Fig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119215" y="2133601"/>
            <a:ext cx="5437974" cy="37031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6300570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Types of process models</a:t>
            </a:r>
          </a:p>
        </p:txBody>
      </p:sp>
      <p:sp>
        <p:nvSpPr>
          <p:cNvPr id="3" name="Content Placeholder 2"/>
          <p:cNvSpPr>
            <a:spLocks noGrp="1"/>
          </p:cNvSpPr>
          <p:nvPr>
            <p:ph idx="1"/>
          </p:nvPr>
        </p:nvSpPr>
        <p:spPr/>
        <p:txBody>
          <a:bodyPr>
            <a:normAutofit lnSpcReduction="10000"/>
          </a:bodyPr>
          <a:lstStyle/>
          <a:p>
            <a:r>
              <a:rPr lang="en-US" b="1" dirty="0"/>
              <a:t>Prescriptive models: </a:t>
            </a:r>
            <a:r>
              <a:rPr lang="en-US" dirty="0"/>
              <a:t>A prescriptive model </a:t>
            </a:r>
            <a:r>
              <a:rPr lang="en-US" b="1" dirty="0"/>
              <a:t>prescribes how a new software system should be developed. </a:t>
            </a:r>
          </a:p>
          <a:p>
            <a:r>
              <a:rPr lang="en-US" dirty="0"/>
              <a:t>Models stress detailed definition, identification, and application of process activates and tasks. </a:t>
            </a:r>
          </a:p>
          <a:p>
            <a:r>
              <a:rPr lang="en-US" dirty="0"/>
              <a:t>Intent is to improve system quality, make projects more manageable, make delivery dates and costs more predictable, and guide teams of software engineers as they perform the work required to build a system.</a:t>
            </a:r>
          </a:p>
          <a:p>
            <a:r>
              <a:rPr lang="en-US" dirty="0"/>
              <a:t>Unfortunately, there have been times when these objectives were not achieved. </a:t>
            </a:r>
          </a:p>
          <a:p>
            <a:r>
              <a:rPr lang="en-US" dirty="0"/>
              <a:t>More structured </a:t>
            </a:r>
          </a:p>
          <a:p>
            <a:r>
              <a:rPr lang="en-US" dirty="0"/>
              <a:t>If prescriptive models are applied dogmatically and without adaptation, they can increase the level of bureaucracy.</a:t>
            </a:r>
          </a:p>
        </p:txBody>
      </p:sp>
    </p:spTree>
    <p:extLst>
      <p:ext uri="{BB962C8B-B14F-4D97-AF65-F5344CB8AC3E}">
        <p14:creationId xmlns:p14="http://schemas.microsoft.com/office/powerpoint/2010/main" val="222369790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Types of process models</a:t>
            </a:r>
          </a:p>
        </p:txBody>
      </p:sp>
      <p:sp>
        <p:nvSpPr>
          <p:cNvPr id="3" name="Content Placeholder 2"/>
          <p:cNvSpPr>
            <a:spLocks noGrp="1"/>
          </p:cNvSpPr>
          <p:nvPr>
            <p:ph idx="1"/>
          </p:nvPr>
        </p:nvSpPr>
        <p:spPr/>
        <p:txBody>
          <a:bodyPr>
            <a:normAutofit fontScale="85000" lnSpcReduction="20000"/>
          </a:bodyPr>
          <a:lstStyle/>
          <a:p>
            <a:r>
              <a:rPr lang="en-US" b="1" dirty="0"/>
              <a:t>Agile models: </a:t>
            </a:r>
            <a:r>
              <a:rPr lang="en-US" dirty="0"/>
              <a:t>Emphasize project “agility” and follow a set of principles that lead to a more informal approach to software process.</a:t>
            </a:r>
          </a:p>
          <a:p>
            <a:r>
              <a:rPr lang="en-US" dirty="0"/>
              <a:t>It emphasizes maneuverability and adaptability.</a:t>
            </a:r>
          </a:p>
          <a:p>
            <a:r>
              <a:rPr lang="en-US" dirty="0"/>
              <a:t> It is particularly useful when Web applications are engineered</a:t>
            </a:r>
          </a:p>
          <a:p>
            <a:r>
              <a:rPr lang="en-US" dirty="0"/>
              <a:t>Dynamic and code reusability</a:t>
            </a:r>
          </a:p>
          <a:p>
            <a:r>
              <a:rPr lang="en-US" dirty="0"/>
              <a:t>Informal approach </a:t>
            </a:r>
          </a:p>
          <a:p>
            <a:r>
              <a:rPr lang="en-US" dirty="0"/>
              <a:t>Time box</a:t>
            </a:r>
          </a:p>
          <a:p>
            <a:r>
              <a:rPr lang="en-US" dirty="0"/>
              <a:t>Constant feedback and client involvement</a:t>
            </a:r>
          </a:p>
          <a:p>
            <a:r>
              <a:rPr lang="en-US" dirty="0"/>
              <a:t>Fast changing environments.</a:t>
            </a:r>
          </a:p>
          <a:p>
            <a:r>
              <a:rPr lang="en-US" dirty="0"/>
              <a:t>Requirements  unclear</a:t>
            </a:r>
          </a:p>
          <a:p>
            <a:r>
              <a:rPr lang="en-US" dirty="0"/>
              <a:t>Complex and many stakeholders </a:t>
            </a:r>
          </a:p>
          <a:p>
            <a:r>
              <a:rPr lang="en-US" dirty="0"/>
              <a:t>Also known as evolutionary models</a:t>
            </a:r>
          </a:p>
        </p:txBody>
      </p:sp>
    </p:spTree>
    <p:extLst>
      <p:ext uri="{BB962C8B-B14F-4D97-AF65-F5344CB8AC3E}">
        <p14:creationId xmlns:p14="http://schemas.microsoft.com/office/powerpoint/2010/main" val="135780690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Prescriptive Models</a:t>
            </a:r>
          </a:p>
        </p:txBody>
      </p:sp>
      <p:sp>
        <p:nvSpPr>
          <p:cNvPr id="3" name="Content Placeholder 2"/>
          <p:cNvSpPr>
            <a:spLocks noGrp="1"/>
          </p:cNvSpPr>
          <p:nvPr>
            <p:ph idx="1"/>
          </p:nvPr>
        </p:nvSpPr>
        <p:spPr/>
        <p:txBody>
          <a:bodyPr/>
          <a:lstStyle/>
          <a:p>
            <a:r>
              <a:rPr lang="en-US" dirty="0"/>
              <a:t>Waterfall model</a:t>
            </a:r>
          </a:p>
          <a:p>
            <a:r>
              <a:rPr lang="en-US" dirty="0"/>
              <a:t>Incremental</a:t>
            </a:r>
          </a:p>
          <a:p>
            <a:r>
              <a:rPr lang="en-US" dirty="0"/>
              <a:t>V-model</a:t>
            </a:r>
          </a:p>
        </p:txBody>
      </p:sp>
    </p:spTree>
    <p:extLst>
      <p:ext uri="{BB962C8B-B14F-4D97-AF65-F5344CB8AC3E}">
        <p14:creationId xmlns:p14="http://schemas.microsoft.com/office/powerpoint/2010/main" val="358184424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The Waterfall Model</a:t>
            </a:r>
          </a:p>
        </p:txBody>
      </p:sp>
      <p:pic>
        <p:nvPicPr>
          <p:cNvPr id="5" name="Content Placeholder 4"/>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255717" y="1572426"/>
            <a:ext cx="6165941" cy="3541371"/>
          </a:xfrm>
        </p:spPr>
      </p:pic>
    </p:spTree>
    <p:extLst>
      <p:ext uri="{BB962C8B-B14F-4D97-AF65-F5344CB8AC3E}">
        <p14:creationId xmlns:p14="http://schemas.microsoft.com/office/powerpoint/2010/main" val="263793783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430555" y="538652"/>
            <a:ext cx="8911687" cy="1280890"/>
          </a:xfrm>
        </p:spPr>
        <p:txBody>
          <a:bodyPr/>
          <a:lstStyle/>
          <a:p>
            <a:r>
              <a:rPr lang="en-US" dirty="0"/>
              <a:t>The Waterfall Model</a:t>
            </a:r>
          </a:p>
        </p:txBody>
      </p:sp>
      <p:sp>
        <p:nvSpPr>
          <p:cNvPr id="3" name="Content Placeholder 2"/>
          <p:cNvSpPr>
            <a:spLocks noGrp="1"/>
          </p:cNvSpPr>
          <p:nvPr>
            <p:ph idx="1"/>
          </p:nvPr>
        </p:nvSpPr>
        <p:spPr>
          <a:xfrm>
            <a:off x="2426842" y="1819542"/>
            <a:ext cx="8915400" cy="3777622"/>
          </a:xfrm>
        </p:spPr>
        <p:txBody>
          <a:bodyPr>
            <a:normAutofit lnSpcReduction="10000"/>
          </a:bodyPr>
          <a:lstStyle/>
          <a:p>
            <a:r>
              <a:rPr lang="en-US" dirty="0"/>
              <a:t>The </a:t>
            </a:r>
            <a:r>
              <a:rPr lang="en-US" i="1" dirty="0"/>
              <a:t>waterfall model, sometimes called the classic life cycle, suggests a systematic, </a:t>
            </a:r>
            <a:r>
              <a:rPr lang="en-US" dirty="0"/>
              <a:t>sequential approach to software development that begins with customer specification of requirements and progresses through planning, modeling, construction, and deployment, culminating in ongoing support of the completed software.</a:t>
            </a:r>
          </a:p>
          <a:p>
            <a:r>
              <a:rPr lang="en-US" dirty="0"/>
              <a:t>The waterfall model is the oldest paradigm for software engineering. However Among the problems that are sometimes encountered when the waterfall model is applied are</a:t>
            </a:r>
            <a:r>
              <a:rPr lang="en-US" sz="1600" dirty="0"/>
              <a:t>:</a:t>
            </a:r>
          </a:p>
          <a:p>
            <a:r>
              <a:rPr lang="en-US" dirty="0"/>
              <a:t>The classic life cycle leads to “blocking states” in which some project team members must wait for other members of the team to complete dependent tasks. In fact, the time spent waiting can exceed the time spent on productive work.</a:t>
            </a:r>
          </a:p>
          <a:p>
            <a:r>
              <a:rPr lang="en-US" dirty="0"/>
              <a:t>The difficulty of accommodating change after the process is underway. </a:t>
            </a:r>
          </a:p>
          <a:p>
            <a:pPr marL="0" indent="0">
              <a:buNone/>
            </a:pPr>
            <a:endParaRPr lang="en-US" dirty="0"/>
          </a:p>
        </p:txBody>
      </p:sp>
    </p:spTree>
    <p:extLst>
      <p:ext uri="{BB962C8B-B14F-4D97-AF65-F5344CB8AC3E}">
        <p14:creationId xmlns:p14="http://schemas.microsoft.com/office/powerpoint/2010/main" val="152295212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characteristics</a:t>
            </a:r>
          </a:p>
        </p:txBody>
      </p:sp>
      <p:sp>
        <p:nvSpPr>
          <p:cNvPr id="3" name="Content Placeholder 2"/>
          <p:cNvSpPr>
            <a:spLocks noGrp="1"/>
          </p:cNvSpPr>
          <p:nvPr>
            <p:ph idx="1"/>
          </p:nvPr>
        </p:nvSpPr>
        <p:spPr/>
        <p:txBody>
          <a:bodyPr/>
          <a:lstStyle/>
          <a:p>
            <a:r>
              <a:rPr lang="en-US" dirty="0"/>
              <a:t>The ‘classic mode.’  </a:t>
            </a:r>
          </a:p>
          <a:p>
            <a:pPr lvl="1"/>
            <a:r>
              <a:rPr lang="en-US" dirty="0"/>
              <a:t>Still in wide use today.</a:t>
            </a:r>
          </a:p>
          <a:p>
            <a:pPr lvl="1"/>
            <a:r>
              <a:rPr lang="en-US" dirty="0"/>
              <a:t>Captures the major building blocks in development</a:t>
            </a:r>
          </a:p>
          <a:p>
            <a:pPr lvl="1"/>
            <a:r>
              <a:rPr lang="en-US" dirty="0"/>
              <a:t>Linear sequence</a:t>
            </a:r>
          </a:p>
          <a:p>
            <a:pPr lvl="1"/>
            <a:r>
              <a:rPr lang="en-US" dirty="0"/>
              <a:t>Highly structured;  plan-driven; Heavy-weight process</a:t>
            </a:r>
          </a:p>
          <a:p>
            <a:pPr lvl="1"/>
            <a:r>
              <a:rPr lang="en-US" dirty="0"/>
              <a:t>Product delivered for evaluation and deployment at the end of development and testing</a:t>
            </a:r>
          </a:p>
          <a:p>
            <a:pPr lvl="1"/>
            <a:r>
              <a:rPr lang="en-US" dirty="0"/>
              <a:t>Big bang approach</a:t>
            </a:r>
          </a:p>
          <a:p>
            <a:pPr lvl="1"/>
            <a:r>
              <a:rPr lang="en-US" dirty="0"/>
              <a:t>Used for major projects of length</a:t>
            </a:r>
          </a:p>
          <a:p>
            <a:pPr lvl="1"/>
            <a:r>
              <a:rPr lang="en-US" dirty="0"/>
              <a:t>But serves as a framework for other models</a:t>
            </a:r>
          </a:p>
        </p:txBody>
      </p:sp>
    </p:spTree>
    <p:extLst>
      <p:ext uri="{BB962C8B-B14F-4D97-AF65-F5344CB8AC3E}">
        <p14:creationId xmlns:p14="http://schemas.microsoft.com/office/powerpoint/2010/main" val="194060129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Stages/ phases of waterfall model</a:t>
            </a:r>
          </a:p>
        </p:txBody>
      </p:sp>
      <p:sp>
        <p:nvSpPr>
          <p:cNvPr id="3" name="Content Placeholder 2"/>
          <p:cNvSpPr>
            <a:spLocks noGrp="1"/>
          </p:cNvSpPr>
          <p:nvPr>
            <p:ph idx="1"/>
          </p:nvPr>
        </p:nvSpPr>
        <p:spPr/>
        <p:txBody>
          <a:bodyPr>
            <a:normAutofit/>
          </a:bodyPr>
          <a:lstStyle/>
          <a:p>
            <a:r>
              <a:rPr lang="en-US" b="1" i="1" dirty="0"/>
              <a:t>Requirements analysis and definition:</a:t>
            </a:r>
            <a:r>
              <a:rPr lang="en-US" i="1" dirty="0"/>
              <a:t> </a:t>
            </a:r>
            <a:r>
              <a:rPr lang="en-US" dirty="0"/>
              <a:t>The system’s services, constraints, and goals are established by consultation with system users. They are then defined in detail and serve as a system specification.</a:t>
            </a:r>
          </a:p>
          <a:p>
            <a:r>
              <a:rPr lang="en-US" b="1" dirty="0"/>
              <a:t>System and software design:</a:t>
            </a:r>
            <a:r>
              <a:rPr lang="en-US" dirty="0"/>
              <a:t> The systems design process allocates the requirements to either hardware or software systems. It establishes an overall system architecture. Software design involves identifying and describing the fundamental software system abstractions and their relationships.</a:t>
            </a:r>
          </a:p>
          <a:p>
            <a:r>
              <a:rPr lang="en-US" b="1" dirty="0"/>
              <a:t>Implementation and unit testing:</a:t>
            </a:r>
            <a:r>
              <a:rPr lang="en-US" dirty="0"/>
              <a:t> During this stage, the software design is realized as a set of programs or program units. Unit testing involves verifying that each unit meets its specification.</a:t>
            </a:r>
          </a:p>
        </p:txBody>
      </p:sp>
    </p:spTree>
    <p:extLst>
      <p:ext uri="{BB962C8B-B14F-4D97-AF65-F5344CB8AC3E}">
        <p14:creationId xmlns:p14="http://schemas.microsoft.com/office/powerpoint/2010/main" val="80740203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Stages/ phases of waterfall model</a:t>
            </a:r>
          </a:p>
        </p:txBody>
      </p:sp>
      <p:sp>
        <p:nvSpPr>
          <p:cNvPr id="3" name="Content Placeholder 2"/>
          <p:cNvSpPr>
            <a:spLocks noGrp="1"/>
          </p:cNvSpPr>
          <p:nvPr>
            <p:ph idx="1"/>
          </p:nvPr>
        </p:nvSpPr>
        <p:spPr/>
        <p:txBody>
          <a:bodyPr>
            <a:normAutofit/>
          </a:bodyPr>
          <a:lstStyle/>
          <a:p>
            <a:r>
              <a:rPr lang="en-US" b="1" i="1" dirty="0"/>
              <a:t>Integration and system testing:</a:t>
            </a:r>
            <a:r>
              <a:rPr lang="en-US" i="1" dirty="0"/>
              <a:t> </a:t>
            </a:r>
            <a:r>
              <a:rPr lang="en-US" dirty="0"/>
              <a:t>The individual program units or programs are integrated and tested as a complete system to ensure that the software requirements have been met. After testing, the software system is delivered to the customer.</a:t>
            </a:r>
          </a:p>
          <a:p>
            <a:r>
              <a:rPr lang="en-US" b="1" dirty="0"/>
              <a:t>Operation and maintenance:</a:t>
            </a:r>
            <a:r>
              <a:rPr lang="en-US" dirty="0"/>
              <a:t> Normally, this is the longest life-cycle phase. The system is installed and put into practical use. Maintenance involves correcting errors that were not discovered in earlier stages of the life cycle, improving the implementation of system units, and enhancing the system’s services as new requirements are discovered.</a:t>
            </a:r>
          </a:p>
          <a:p>
            <a:r>
              <a:rPr lang="en-US" dirty="0"/>
              <a:t>In principle, the result of each phase in the waterfall model is one or more documents that are approved (“signed off”). The following phase should not start until the previous phase has finished.</a:t>
            </a:r>
          </a:p>
        </p:txBody>
      </p:sp>
    </p:spTree>
    <p:extLst>
      <p:ext uri="{BB962C8B-B14F-4D97-AF65-F5344CB8AC3E}">
        <p14:creationId xmlns:p14="http://schemas.microsoft.com/office/powerpoint/2010/main" val="141874858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Incremental model</a:t>
            </a:r>
          </a:p>
        </p:txBody>
      </p:sp>
      <p:sp>
        <p:nvSpPr>
          <p:cNvPr id="3" name="Content Placeholder 2"/>
          <p:cNvSpPr>
            <a:spLocks noGrp="1"/>
          </p:cNvSpPr>
          <p:nvPr>
            <p:ph idx="1"/>
          </p:nvPr>
        </p:nvSpPr>
        <p:spPr/>
        <p:txBody>
          <a:bodyPr/>
          <a:lstStyle/>
          <a:p>
            <a:r>
              <a:rPr lang="en-US" dirty="0"/>
              <a:t>Incremental development is based on the idea of developing an initial implementation, getting feedback from users and others, and evolving the software through several versions until the required system has been developed.</a:t>
            </a:r>
          </a:p>
          <a:p>
            <a:r>
              <a:rPr lang="en-US" dirty="0"/>
              <a:t>Specification, development, and validation activities are interleaved rather than separate, with rapid feedback across activities.</a:t>
            </a:r>
          </a:p>
          <a:p>
            <a:endParaRPr lang="en-US" dirty="0"/>
          </a:p>
        </p:txBody>
      </p:sp>
    </p:spTree>
    <p:extLst>
      <p:ext uri="{BB962C8B-B14F-4D97-AF65-F5344CB8AC3E}">
        <p14:creationId xmlns:p14="http://schemas.microsoft.com/office/powerpoint/2010/main" val="303497483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Incremental model</a:t>
            </a:r>
          </a:p>
        </p:txBody>
      </p:sp>
      <p:pic>
        <p:nvPicPr>
          <p:cNvPr id="4" name="Content Placeholder 3"/>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3766095" y="2133600"/>
            <a:ext cx="6561635" cy="3778250"/>
          </a:xfrm>
          <a:prstGeom prst="rect">
            <a:avLst/>
          </a:prstGeom>
          <a:solidFill>
            <a:srgbClr val="96E3FE"/>
          </a:solidFill>
          <a:ln>
            <a:noFill/>
          </a:ln>
          <a:extLst>
            <a:ext uri="{91240B29-F687-4F45-9708-019B960494DF}">
              <a14:hiddenLine xmlns:a14="http://schemas.microsoft.com/office/drawing/2010/main" w="12700">
                <a:solidFill>
                  <a:srgbClr val="000000"/>
                </a:solidFill>
                <a:miter lim="800000"/>
                <a:headEnd/>
                <a:tailEnd/>
              </a14:hiddenLine>
            </a:ext>
          </a:extLst>
        </p:spPr>
      </p:pic>
    </p:spTree>
    <p:extLst>
      <p:ext uri="{BB962C8B-B14F-4D97-AF65-F5344CB8AC3E}">
        <p14:creationId xmlns:p14="http://schemas.microsoft.com/office/powerpoint/2010/main" val="399854068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Incremental </a:t>
            </a:r>
          </a:p>
        </p:txBody>
      </p:sp>
      <p:sp>
        <p:nvSpPr>
          <p:cNvPr id="3" name="Content Placeholder 2"/>
          <p:cNvSpPr>
            <a:spLocks noGrp="1"/>
          </p:cNvSpPr>
          <p:nvPr>
            <p:ph idx="1"/>
          </p:nvPr>
        </p:nvSpPr>
        <p:spPr/>
        <p:txBody>
          <a:bodyPr/>
          <a:lstStyle/>
          <a:p>
            <a:pPr marL="285750" indent="-285750"/>
            <a:r>
              <a:rPr lang="en-US" dirty="0">
                <a:ea typeface="ＭＳ Ｐゴシック" panose="020B0600070205080204" pitchFamily="34" charset="-128"/>
              </a:rPr>
              <a:t>When initial requirements are reasonably well defined, but the overall scope of the development effort preclude a purely linear process. A compelling need to expand a limited set of new functions to a later system release. </a:t>
            </a:r>
          </a:p>
          <a:p>
            <a:pPr marL="285750" indent="-285750"/>
            <a:r>
              <a:rPr lang="en-US" dirty="0">
                <a:ea typeface="ＭＳ Ｐゴシック" panose="020B0600070205080204" pitchFamily="34" charset="-128"/>
              </a:rPr>
              <a:t>It combines elements of linear and parallel process flows. Each linear sequence produces deliverable increments of the software. </a:t>
            </a:r>
          </a:p>
          <a:p>
            <a:pPr marL="285750" indent="-285750"/>
            <a:r>
              <a:rPr lang="en-US" dirty="0">
                <a:ea typeface="ＭＳ Ｐゴシック" panose="020B0600070205080204" pitchFamily="34" charset="-128"/>
              </a:rPr>
              <a:t>The first increment is often a core product with many supplementary features. Users use it and evaluate it with more modifications to better meet the needs.</a:t>
            </a:r>
          </a:p>
          <a:p>
            <a:pPr marL="285750" indent="-285750"/>
            <a:r>
              <a:rPr lang="en-US" dirty="0"/>
              <a:t>Early increments are stripped-down versions of the final product, but they do provide capability that serves the user and also provide platform for evaluation by the user.</a:t>
            </a:r>
          </a:p>
        </p:txBody>
      </p:sp>
    </p:spTree>
    <p:extLst>
      <p:ext uri="{BB962C8B-B14F-4D97-AF65-F5344CB8AC3E}">
        <p14:creationId xmlns:p14="http://schemas.microsoft.com/office/powerpoint/2010/main" val="387852857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 </a:t>
            </a:r>
          </a:p>
        </p:txBody>
      </p:sp>
      <p:sp>
        <p:nvSpPr>
          <p:cNvPr id="3" name="Content Placeholder 2"/>
          <p:cNvSpPr>
            <a:spLocks noGrp="1"/>
          </p:cNvSpPr>
          <p:nvPr>
            <p:ph idx="1"/>
          </p:nvPr>
        </p:nvSpPr>
        <p:spPr/>
        <p:txBody>
          <a:bodyPr/>
          <a:lstStyle/>
          <a:p>
            <a:r>
              <a:rPr lang="en-US" dirty="0"/>
              <a:t>For example, word-processing software developed using the incremental paradigm might deliver:</a:t>
            </a:r>
          </a:p>
          <a:p>
            <a:pPr lvl="1"/>
            <a:r>
              <a:rPr lang="en-US" dirty="0"/>
              <a:t>Basic file management, editing, and document production functions in the first increment. </a:t>
            </a:r>
          </a:p>
          <a:p>
            <a:pPr lvl="1"/>
            <a:r>
              <a:rPr lang="en-US" dirty="0"/>
              <a:t>More sophisticated editing and document production capabilities in the second increment. </a:t>
            </a:r>
          </a:p>
          <a:p>
            <a:pPr lvl="1"/>
            <a:r>
              <a:rPr lang="en-US" dirty="0"/>
              <a:t>Spelling and grammar checking in the third increment.</a:t>
            </a:r>
          </a:p>
          <a:p>
            <a:pPr lvl="1"/>
            <a:r>
              <a:rPr lang="en-US" dirty="0"/>
              <a:t>Advanced page layout capability in the fourth increment.</a:t>
            </a:r>
          </a:p>
        </p:txBody>
      </p:sp>
    </p:spTree>
    <p:extLst>
      <p:ext uri="{BB962C8B-B14F-4D97-AF65-F5344CB8AC3E}">
        <p14:creationId xmlns:p14="http://schemas.microsoft.com/office/powerpoint/2010/main" val="220931678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Reading assignment </a:t>
            </a:r>
          </a:p>
        </p:txBody>
      </p:sp>
      <p:sp>
        <p:nvSpPr>
          <p:cNvPr id="3" name="Content Placeholder 2"/>
          <p:cNvSpPr>
            <a:spLocks noGrp="1"/>
          </p:cNvSpPr>
          <p:nvPr>
            <p:ph idx="1"/>
          </p:nvPr>
        </p:nvSpPr>
        <p:spPr/>
        <p:txBody>
          <a:bodyPr/>
          <a:lstStyle/>
          <a:p>
            <a:r>
              <a:rPr lang="en-US" dirty="0"/>
              <a:t>Read about V- Modell, a variation of a waterfall model</a:t>
            </a:r>
          </a:p>
        </p:txBody>
      </p:sp>
    </p:spTree>
    <p:extLst>
      <p:ext uri="{BB962C8B-B14F-4D97-AF65-F5344CB8AC3E}">
        <p14:creationId xmlns:p14="http://schemas.microsoft.com/office/powerpoint/2010/main" val="86393071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Evolutionary process models (sub category under prescriptive </a:t>
            </a:r>
          </a:p>
        </p:txBody>
      </p:sp>
      <p:sp>
        <p:nvSpPr>
          <p:cNvPr id="3" name="Content Placeholder 2"/>
          <p:cNvSpPr>
            <a:spLocks noGrp="1"/>
          </p:cNvSpPr>
          <p:nvPr>
            <p:ph idx="1"/>
          </p:nvPr>
        </p:nvSpPr>
        <p:spPr/>
        <p:txBody>
          <a:bodyPr/>
          <a:lstStyle/>
          <a:p>
            <a:r>
              <a:rPr lang="en-US" dirty="0"/>
              <a:t>Prototype</a:t>
            </a:r>
          </a:p>
          <a:p>
            <a:r>
              <a:rPr lang="en-US" dirty="0"/>
              <a:t>Spiral</a:t>
            </a:r>
          </a:p>
          <a:p>
            <a:r>
              <a:rPr lang="en-US" dirty="0"/>
              <a:t>Unified process</a:t>
            </a:r>
          </a:p>
          <a:p>
            <a:r>
              <a:rPr lang="en-US" dirty="0"/>
              <a:t>Assumes systems evolve</a:t>
            </a:r>
          </a:p>
          <a:p>
            <a:r>
              <a:rPr lang="en-US" dirty="0"/>
              <a:t>Still stick to its plan</a:t>
            </a:r>
          </a:p>
          <a:p>
            <a:r>
              <a:rPr lang="en-US" dirty="0"/>
              <a:t>Accommodate change</a:t>
            </a:r>
          </a:p>
          <a:p>
            <a:r>
              <a:rPr lang="en-US" dirty="0"/>
              <a:t>Bottom up approach</a:t>
            </a:r>
          </a:p>
        </p:txBody>
      </p:sp>
    </p:spTree>
    <p:extLst>
      <p:ext uri="{BB962C8B-B14F-4D97-AF65-F5344CB8AC3E}">
        <p14:creationId xmlns:p14="http://schemas.microsoft.com/office/powerpoint/2010/main" val="200996146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Evolutionary process</a:t>
            </a:r>
          </a:p>
        </p:txBody>
      </p:sp>
      <p:sp>
        <p:nvSpPr>
          <p:cNvPr id="3" name="Content Placeholder 2"/>
          <p:cNvSpPr>
            <a:spLocks noGrp="1"/>
          </p:cNvSpPr>
          <p:nvPr>
            <p:ph idx="1"/>
          </p:nvPr>
        </p:nvSpPr>
        <p:spPr/>
        <p:txBody>
          <a:bodyPr/>
          <a:lstStyle/>
          <a:p>
            <a:pPr marL="285750" indent="-285750"/>
            <a:r>
              <a:rPr lang="en-US">
                <a:ea typeface="ＭＳ Ｐゴシック" panose="020B0600070205080204" pitchFamily="34" charset="-128"/>
              </a:rPr>
              <a:t>Software system evolves over time as requirements often change as development proceeds. Thus, a straight line to a complete end product is not possible. </a:t>
            </a:r>
          </a:p>
          <a:p>
            <a:pPr marL="285750" indent="-285750"/>
            <a:r>
              <a:rPr lang="en-US">
                <a:ea typeface="ＭＳ Ｐゴシック" panose="020B0600070205080204" pitchFamily="34" charset="-128"/>
              </a:rPr>
              <a:t> However, a limited version must be delivered to meet competitive pressure. </a:t>
            </a:r>
          </a:p>
          <a:p>
            <a:pPr marL="285750" indent="-285750"/>
            <a:r>
              <a:rPr lang="en-US">
                <a:ea typeface="ＭＳ Ｐゴシック" panose="020B0600070205080204" pitchFamily="34" charset="-128"/>
              </a:rPr>
              <a:t>Usually a set of core product or system requirements is well understood, but the details and extension have yet to be defined. </a:t>
            </a:r>
          </a:p>
          <a:p>
            <a:pPr marL="285750" indent="-285750"/>
            <a:r>
              <a:rPr lang="en-US">
                <a:ea typeface="ＭＳ Ｐゴシック" panose="020B0600070205080204" pitchFamily="34" charset="-128"/>
              </a:rPr>
              <a:t>You need a process model that has been explicitly designed to accommodate a product that evolved over time. </a:t>
            </a:r>
          </a:p>
          <a:p>
            <a:pPr marL="285750" indent="-285750"/>
            <a:r>
              <a:rPr lang="en-US">
                <a:ea typeface="ＭＳ Ｐゴシック" panose="020B0600070205080204" pitchFamily="34" charset="-128"/>
              </a:rPr>
              <a:t>It is iterative that enables you to develop increasingly more complete version of the software. </a:t>
            </a:r>
          </a:p>
          <a:p>
            <a:pPr marL="0" indent="0">
              <a:buNone/>
            </a:pPr>
            <a:endParaRPr lang="en-US"/>
          </a:p>
        </p:txBody>
      </p:sp>
    </p:spTree>
    <p:extLst>
      <p:ext uri="{BB962C8B-B14F-4D97-AF65-F5344CB8AC3E}">
        <p14:creationId xmlns:p14="http://schemas.microsoft.com/office/powerpoint/2010/main" val="66247914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ea typeface="ＭＳ Ｐゴシック" panose="020B0600070205080204" pitchFamily="34" charset="-128"/>
              </a:rPr>
              <a:t>Prototyping</a:t>
            </a:r>
            <a:endParaRPr lang="en-US"/>
          </a:p>
        </p:txBody>
      </p:sp>
      <p:sp>
        <p:nvSpPr>
          <p:cNvPr id="3" name="Content Placeholder 2"/>
          <p:cNvSpPr>
            <a:spLocks noGrp="1"/>
          </p:cNvSpPr>
          <p:nvPr>
            <p:ph idx="1"/>
          </p:nvPr>
        </p:nvSpPr>
        <p:spPr/>
        <p:txBody>
          <a:bodyPr/>
          <a:lstStyle/>
          <a:p>
            <a:r>
              <a:rPr lang="en-US"/>
              <a:t>The prototyping model is a systems development method in which a prototype is built, tested and then reworked as necessary until an acceptable outcome is achieved from which the complete system or product can be developed.</a:t>
            </a:r>
          </a:p>
          <a:p>
            <a:r>
              <a:rPr lang="en-US">
                <a:ea typeface="ＭＳ Ｐゴシック" panose="020B0600070205080204" pitchFamily="34" charset="-128"/>
              </a:rPr>
              <a:t>When to use: Customer defines a set of general objectives but does not identify detailed requirements for functions and features. Or Developer may be unsure of the efficiency of an algorithm, the form that human computer interaction should take. </a:t>
            </a:r>
          </a:p>
          <a:p>
            <a:r>
              <a:rPr lang="en-US">
                <a:ea typeface="ＭＳ Ｐゴシック" panose="020B0600070205080204" pitchFamily="34" charset="-128"/>
              </a:rPr>
              <a:t>Begins with communication by meeting with stakeholders to define the objective, identify whatever requirements are known, outline areas where further definition is mandatory.</a:t>
            </a:r>
            <a:endParaRPr lang="en-US"/>
          </a:p>
        </p:txBody>
      </p:sp>
    </p:spTree>
    <p:extLst>
      <p:ext uri="{BB962C8B-B14F-4D97-AF65-F5344CB8AC3E}">
        <p14:creationId xmlns:p14="http://schemas.microsoft.com/office/powerpoint/2010/main" val="260238108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ea typeface="ＭＳ Ｐゴシック" panose="020B0600070205080204" pitchFamily="34" charset="-128"/>
              </a:rPr>
              <a:t>Prototyping</a:t>
            </a:r>
            <a:endParaRPr lang="en-US"/>
          </a:p>
        </p:txBody>
      </p:sp>
      <p:sp>
        <p:nvSpPr>
          <p:cNvPr id="3" name="Content Placeholder 2"/>
          <p:cNvSpPr>
            <a:spLocks noGrp="1"/>
          </p:cNvSpPr>
          <p:nvPr>
            <p:ph idx="1"/>
          </p:nvPr>
        </p:nvSpPr>
        <p:spPr/>
        <p:txBody>
          <a:bodyPr/>
          <a:lstStyle/>
          <a:p>
            <a:r>
              <a:rPr lang="en-US">
                <a:ea typeface="ＭＳ Ｐゴシック" panose="020B0600070205080204" pitchFamily="34" charset="-128"/>
              </a:rPr>
              <a:t>A quick plan for prototyping and modeling (quick design) occur.  Quick design focuses on a representation of those aspects the software that will be visible to end users. ( interface and output). Design leads to the construction of a prototype which will be deployed and evaluated.</a:t>
            </a:r>
          </a:p>
          <a:p>
            <a:r>
              <a:rPr lang="en-US">
                <a:ea typeface="ＭＳ Ｐゴシック" panose="020B0600070205080204" pitchFamily="34" charset="-128"/>
              </a:rPr>
              <a:t>Stakeholder</a:t>
            </a:r>
            <a:r>
              <a:rPr lang="ja-JP" altLang="en-US">
                <a:ea typeface="ＭＳ Ｐゴシック" panose="020B0600070205080204" pitchFamily="34" charset="-128"/>
              </a:rPr>
              <a:t>’</a:t>
            </a:r>
            <a:r>
              <a:rPr lang="en-US" altLang="ja-JP">
                <a:ea typeface="ＭＳ Ｐゴシック" panose="020B0600070205080204" pitchFamily="34" charset="-128"/>
              </a:rPr>
              <a:t>s comments will be used to refine requirements.</a:t>
            </a:r>
          </a:p>
          <a:p>
            <a:r>
              <a:rPr lang="en-US">
                <a:ea typeface="ＭＳ Ｐゴシック" panose="020B0600070205080204" pitchFamily="34" charset="-128"/>
              </a:rPr>
              <a:t>Both stakeholders and software engineers like the prototyping paradigm. Users get a feel for the actual system, and developers get to build something immediately. </a:t>
            </a:r>
          </a:p>
          <a:p>
            <a:r>
              <a:rPr lang="en-US">
                <a:ea typeface="ＭＳ Ｐゴシック" panose="020B0600070205080204" pitchFamily="34" charset="-128"/>
              </a:rPr>
              <a:t>However, engineers may make compromises in order to get a prototype working quickly. </a:t>
            </a:r>
          </a:p>
          <a:p>
            <a:r>
              <a:rPr lang="en-US">
                <a:ea typeface="ＭＳ Ｐゴシック" panose="020B0600070205080204" pitchFamily="34" charset="-128"/>
              </a:rPr>
              <a:t>The less-than-ideal choice may be adopted forever after you get used to it. </a:t>
            </a:r>
          </a:p>
          <a:p>
            <a:endParaRPr lang="en-US"/>
          </a:p>
        </p:txBody>
      </p:sp>
    </p:spTree>
    <p:extLst>
      <p:ext uri="{BB962C8B-B14F-4D97-AF65-F5344CB8AC3E}">
        <p14:creationId xmlns:p14="http://schemas.microsoft.com/office/powerpoint/2010/main" val="379853006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prototyping</a:t>
            </a:r>
          </a:p>
        </p:txBody>
      </p:sp>
      <p:sp>
        <p:nvSpPr>
          <p:cNvPr id="3" name="Content Placeholder 2"/>
          <p:cNvSpPr>
            <a:spLocks noGrp="1"/>
          </p:cNvSpPr>
          <p:nvPr>
            <p:ph idx="1"/>
          </p:nvPr>
        </p:nvSpPr>
        <p:spPr/>
        <p:txBody>
          <a:bodyPr/>
          <a:lstStyle/>
          <a:p>
            <a:endParaRPr lang="en-US"/>
          </a:p>
        </p:txBody>
      </p:sp>
      <p:grpSp>
        <p:nvGrpSpPr>
          <p:cNvPr id="4" name="Group 27"/>
          <p:cNvGrpSpPr>
            <a:grpSpLocks/>
          </p:cNvGrpSpPr>
          <p:nvPr/>
        </p:nvGrpSpPr>
        <p:grpSpPr bwMode="auto">
          <a:xfrm>
            <a:off x="2589212" y="2068081"/>
            <a:ext cx="4808953" cy="3843141"/>
            <a:chOff x="1536" y="1152"/>
            <a:chExt cx="2920" cy="2864"/>
          </a:xfrm>
        </p:grpSpPr>
        <p:pic>
          <p:nvPicPr>
            <p:cNvPr id="5" name="Picture 1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36" y="1152"/>
              <a:ext cx="2920" cy="2864"/>
            </a:xfrm>
            <a:prstGeom prst="rect">
              <a:avLst/>
            </a:prstGeom>
            <a:solidFill>
              <a:srgbClr val="96E3FE"/>
            </a:solidFill>
            <a:ln>
              <a:noFill/>
            </a:ln>
            <a:extLst>
              <a:ext uri="{91240B29-F687-4F45-9708-019B960494DF}">
                <a14:hiddenLine xmlns:a14="http://schemas.microsoft.com/office/drawing/2010/main" w="12700">
                  <a:solidFill>
                    <a:srgbClr val="000000"/>
                  </a:solidFill>
                  <a:miter lim="800000"/>
                  <a:headEnd/>
                  <a:tailEnd/>
                </a14:hiddenLine>
              </a:ext>
            </a:extLst>
          </p:spPr>
        </p:pic>
        <p:sp>
          <p:nvSpPr>
            <p:cNvPr id="6" name="Rectangle 16"/>
            <p:cNvSpPr>
              <a:spLocks noChangeArrowheads="1"/>
            </p:cNvSpPr>
            <p:nvPr/>
          </p:nvSpPr>
          <p:spPr bwMode="auto">
            <a:xfrm>
              <a:off x="1894" y="1675"/>
              <a:ext cx="656" cy="363"/>
            </a:xfrm>
            <a:prstGeom prst="rect">
              <a:avLst/>
            </a:prstGeom>
            <a:solidFill>
              <a:schemeClr val="tx1"/>
            </a:solidFill>
            <a:ln w="12700">
              <a:solidFill>
                <a:schemeClr val="tx1"/>
              </a:solidFill>
              <a:miter lim="800000"/>
              <a:headEnd/>
              <a:tailEnd/>
            </a:ln>
          </p:spPr>
          <p:txBody>
            <a:bodyPr wrap="none" anchor="ctr"/>
            <a:lstStyle>
              <a:lvl1pPr>
                <a:spcBef>
                  <a:spcPct val="20000"/>
                </a:spcBef>
                <a:buClr>
                  <a:schemeClr val="folHlink"/>
                </a:buClr>
                <a:buSzPct val="75000"/>
                <a:buFont typeface="Wingdings" panose="05000000000000000000" pitchFamily="2" charset="2"/>
                <a:buChar char="n"/>
                <a:defRPr sz="2400">
                  <a:solidFill>
                    <a:schemeClr val="tx1"/>
                  </a:solidFill>
                  <a:latin typeface="Helvetica" panose="020B0604020202020204" pitchFamily="34" charset="0"/>
                </a:defRPr>
              </a:lvl1pPr>
              <a:lvl2pPr marL="742950" indent="-285750">
                <a:spcBef>
                  <a:spcPct val="20000"/>
                </a:spcBef>
                <a:buClr>
                  <a:schemeClr val="folHlink"/>
                </a:buClr>
                <a:buSzPct val="70000"/>
                <a:buFont typeface="Wingdings" panose="05000000000000000000" pitchFamily="2" charset="2"/>
                <a:buChar char="n"/>
                <a:defRPr sz="2000">
                  <a:solidFill>
                    <a:schemeClr val="tx1"/>
                  </a:solidFill>
                  <a:latin typeface="Helvetica" panose="020B0604020202020204" pitchFamily="34" charset="0"/>
                </a:defRPr>
              </a:lvl2pPr>
              <a:lvl3pPr marL="1143000" indent="-228600">
                <a:spcBef>
                  <a:spcPct val="20000"/>
                </a:spcBef>
                <a:buClr>
                  <a:schemeClr val="tx2"/>
                </a:buClr>
                <a:buChar char="•"/>
                <a:defRPr sz="2400">
                  <a:solidFill>
                    <a:schemeClr val="tx1"/>
                  </a:solidFill>
                  <a:latin typeface="Helvetica" panose="020B0604020202020204" pitchFamily="34" charset="0"/>
                </a:defRPr>
              </a:lvl3pPr>
              <a:lvl4pPr marL="1600200" indent="-228600">
                <a:spcBef>
                  <a:spcPct val="20000"/>
                </a:spcBef>
                <a:buClr>
                  <a:schemeClr val="hlink"/>
                </a:buClr>
                <a:buChar char="•"/>
                <a:defRPr sz="1600">
                  <a:solidFill>
                    <a:schemeClr val="tx1"/>
                  </a:solidFill>
                  <a:latin typeface="Helvetica" panose="020B0604020202020204" pitchFamily="34" charset="0"/>
                </a:defRPr>
              </a:lvl4pPr>
              <a:lvl5pPr marL="2057400" indent="-228600">
                <a:spcBef>
                  <a:spcPct val="20000"/>
                </a:spcBef>
                <a:buClr>
                  <a:schemeClr val="tx1"/>
                </a:buClr>
                <a:buSzPct val="85000"/>
                <a:buChar char="•"/>
                <a:defRPr sz="1600">
                  <a:solidFill>
                    <a:schemeClr val="tx1"/>
                  </a:solidFill>
                  <a:latin typeface="Helvetica" panose="020B0604020202020204" pitchFamily="34" charset="0"/>
                </a:defRPr>
              </a:lvl5pPr>
              <a:lvl6pPr marL="2514600" indent="-228600" eaLnBrk="0" fontAlgn="base" hangingPunct="0">
                <a:spcBef>
                  <a:spcPct val="20000"/>
                </a:spcBef>
                <a:spcAft>
                  <a:spcPct val="0"/>
                </a:spcAft>
                <a:buClr>
                  <a:schemeClr val="tx1"/>
                </a:buClr>
                <a:buSzPct val="85000"/>
                <a:buChar char="•"/>
                <a:defRPr sz="1600">
                  <a:solidFill>
                    <a:schemeClr val="tx1"/>
                  </a:solidFill>
                  <a:latin typeface="Helvetica" panose="020B0604020202020204" pitchFamily="34" charset="0"/>
                </a:defRPr>
              </a:lvl6pPr>
              <a:lvl7pPr marL="2971800" indent="-228600" eaLnBrk="0" fontAlgn="base" hangingPunct="0">
                <a:spcBef>
                  <a:spcPct val="20000"/>
                </a:spcBef>
                <a:spcAft>
                  <a:spcPct val="0"/>
                </a:spcAft>
                <a:buClr>
                  <a:schemeClr val="tx1"/>
                </a:buClr>
                <a:buSzPct val="85000"/>
                <a:buChar char="•"/>
                <a:defRPr sz="1600">
                  <a:solidFill>
                    <a:schemeClr val="tx1"/>
                  </a:solidFill>
                  <a:latin typeface="Helvetica" panose="020B0604020202020204" pitchFamily="34" charset="0"/>
                </a:defRPr>
              </a:lvl7pPr>
              <a:lvl8pPr marL="3429000" indent="-228600" eaLnBrk="0" fontAlgn="base" hangingPunct="0">
                <a:spcBef>
                  <a:spcPct val="20000"/>
                </a:spcBef>
                <a:spcAft>
                  <a:spcPct val="0"/>
                </a:spcAft>
                <a:buClr>
                  <a:schemeClr val="tx1"/>
                </a:buClr>
                <a:buSzPct val="85000"/>
                <a:buChar char="•"/>
                <a:defRPr sz="1600">
                  <a:solidFill>
                    <a:schemeClr val="tx1"/>
                  </a:solidFill>
                  <a:latin typeface="Helvetica" panose="020B0604020202020204" pitchFamily="34" charset="0"/>
                </a:defRPr>
              </a:lvl8pPr>
              <a:lvl9pPr marL="3886200" indent="-228600" eaLnBrk="0" fontAlgn="base" hangingPunct="0">
                <a:spcBef>
                  <a:spcPct val="20000"/>
                </a:spcBef>
                <a:spcAft>
                  <a:spcPct val="0"/>
                </a:spcAft>
                <a:buClr>
                  <a:schemeClr val="tx1"/>
                </a:buClr>
                <a:buSzPct val="85000"/>
                <a:buChar char="•"/>
                <a:defRPr sz="1600">
                  <a:solidFill>
                    <a:schemeClr val="tx1"/>
                  </a:solidFill>
                  <a:latin typeface="Helvetica" panose="020B0604020202020204" pitchFamily="34" charset="0"/>
                </a:defRPr>
              </a:lvl9pPr>
            </a:lstStyle>
            <a:p>
              <a:pPr algn="ctr">
                <a:lnSpc>
                  <a:spcPct val="90000"/>
                </a:lnSpc>
                <a:spcBef>
                  <a:spcPct val="0"/>
                </a:spcBef>
                <a:buClrTx/>
                <a:buSzTx/>
                <a:buFontTx/>
                <a:buNone/>
              </a:pPr>
              <a:endParaRPr lang="en-US" sz="1800" b="1"/>
            </a:p>
          </p:txBody>
        </p:sp>
        <p:sp>
          <p:nvSpPr>
            <p:cNvPr id="7" name="Text Box 17"/>
            <p:cNvSpPr txBox="1">
              <a:spLocks noChangeArrowheads="1"/>
            </p:cNvSpPr>
            <p:nvPr/>
          </p:nvSpPr>
          <p:spPr bwMode="auto">
            <a:xfrm>
              <a:off x="1849" y="1772"/>
              <a:ext cx="799" cy="1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a:spcBef>
                  <a:spcPct val="20000"/>
                </a:spcBef>
                <a:buClr>
                  <a:schemeClr val="folHlink"/>
                </a:buClr>
                <a:buSzPct val="75000"/>
                <a:buFont typeface="Wingdings" panose="05000000000000000000" pitchFamily="2" charset="2"/>
                <a:buChar char="n"/>
                <a:defRPr sz="2400">
                  <a:solidFill>
                    <a:schemeClr val="tx1"/>
                  </a:solidFill>
                  <a:latin typeface="Helvetica" panose="020B0604020202020204" pitchFamily="34" charset="0"/>
                </a:defRPr>
              </a:lvl1pPr>
              <a:lvl2pPr marL="742950" indent="-285750">
                <a:spcBef>
                  <a:spcPct val="20000"/>
                </a:spcBef>
                <a:buClr>
                  <a:schemeClr val="folHlink"/>
                </a:buClr>
                <a:buSzPct val="70000"/>
                <a:buFont typeface="Wingdings" panose="05000000000000000000" pitchFamily="2" charset="2"/>
                <a:buChar char="n"/>
                <a:defRPr sz="2000">
                  <a:solidFill>
                    <a:schemeClr val="tx1"/>
                  </a:solidFill>
                  <a:latin typeface="Helvetica" panose="020B0604020202020204" pitchFamily="34" charset="0"/>
                </a:defRPr>
              </a:lvl2pPr>
              <a:lvl3pPr marL="1143000" indent="-228600">
                <a:spcBef>
                  <a:spcPct val="20000"/>
                </a:spcBef>
                <a:buClr>
                  <a:schemeClr val="tx2"/>
                </a:buClr>
                <a:buChar char="•"/>
                <a:defRPr sz="2400">
                  <a:solidFill>
                    <a:schemeClr val="tx1"/>
                  </a:solidFill>
                  <a:latin typeface="Helvetica" panose="020B0604020202020204" pitchFamily="34" charset="0"/>
                </a:defRPr>
              </a:lvl3pPr>
              <a:lvl4pPr marL="1600200" indent="-228600">
                <a:spcBef>
                  <a:spcPct val="20000"/>
                </a:spcBef>
                <a:buClr>
                  <a:schemeClr val="hlink"/>
                </a:buClr>
                <a:buChar char="•"/>
                <a:defRPr sz="1600">
                  <a:solidFill>
                    <a:schemeClr val="tx1"/>
                  </a:solidFill>
                  <a:latin typeface="Helvetica" panose="020B0604020202020204" pitchFamily="34" charset="0"/>
                </a:defRPr>
              </a:lvl4pPr>
              <a:lvl5pPr marL="2057400" indent="-228600">
                <a:spcBef>
                  <a:spcPct val="20000"/>
                </a:spcBef>
                <a:buClr>
                  <a:schemeClr val="tx1"/>
                </a:buClr>
                <a:buSzPct val="85000"/>
                <a:buChar char="•"/>
                <a:defRPr sz="1600">
                  <a:solidFill>
                    <a:schemeClr val="tx1"/>
                  </a:solidFill>
                  <a:latin typeface="Helvetica" panose="020B0604020202020204" pitchFamily="34" charset="0"/>
                </a:defRPr>
              </a:lvl5pPr>
              <a:lvl6pPr marL="2514600" indent="-228600" eaLnBrk="0" fontAlgn="base" hangingPunct="0">
                <a:spcBef>
                  <a:spcPct val="20000"/>
                </a:spcBef>
                <a:spcAft>
                  <a:spcPct val="0"/>
                </a:spcAft>
                <a:buClr>
                  <a:schemeClr val="tx1"/>
                </a:buClr>
                <a:buSzPct val="85000"/>
                <a:buChar char="•"/>
                <a:defRPr sz="1600">
                  <a:solidFill>
                    <a:schemeClr val="tx1"/>
                  </a:solidFill>
                  <a:latin typeface="Helvetica" panose="020B0604020202020204" pitchFamily="34" charset="0"/>
                </a:defRPr>
              </a:lvl6pPr>
              <a:lvl7pPr marL="2971800" indent="-228600" eaLnBrk="0" fontAlgn="base" hangingPunct="0">
                <a:spcBef>
                  <a:spcPct val="20000"/>
                </a:spcBef>
                <a:spcAft>
                  <a:spcPct val="0"/>
                </a:spcAft>
                <a:buClr>
                  <a:schemeClr val="tx1"/>
                </a:buClr>
                <a:buSzPct val="85000"/>
                <a:buChar char="•"/>
                <a:defRPr sz="1600">
                  <a:solidFill>
                    <a:schemeClr val="tx1"/>
                  </a:solidFill>
                  <a:latin typeface="Helvetica" panose="020B0604020202020204" pitchFamily="34" charset="0"/>
                </a:defRPr>
              </a:lvl7pPr>
              <a:lvl8pPr marL="3429000" indent="-228600" eaLnBrk="0" fontAlgn="base" hangingPunct="0">
                <a:spcBef>
                  <a:spcPct val="20000"/>
                </a:spcBef>
                <a:spcAft>
                  <a:spcPct val="0"/>
                </a:spcAft>
                <a:buClr>
                  <a:schemeClr val="tx1"/>
                </a:buClr>
                <a:buSzPct val="85000"/>
                <a:buChar char="•"/>
                <a:defRPr sz="1600">
                  <a:solidFill>
                    <a:schemeClr val="tx1"/>
                  </a:solidFill>
                  <a:latin typeface="Helvetica" panose="020B0604020202020204" pitchFamily="34" charset="0"/>
                </a:defRPr>
              </a:lvl8pPr>
              <a:lvl9pPr marL="3886200" indent="-228600" eaLnBrk="0" fontAlgn="base" hangingPunct="0">
                <a:spcBef>
                  <a:spcPct val="20000"/>
                </a:spcBef>
                <a:spcAft>
                  <a:spcPct val="0"/>
                </a:spcAft>
                <a:buClr>
                  <a:schemeClr val="tx1"/>
                </a:buClr>
                <a:buSzPct val="85000"/>
                <a:buChar char="•"/>
                <a:defRPr sz="1600">
                  <a:solidFill>
                    <a:schemeClr val="tx1"/>
                  </a:solidFill>
                  <a:latin typeface="Helvetica" panose="020B0604020202020204" pitchFamily="34" charset="0"/>
                </a:defRPr>
              </a:lvl9pPr>
            </a:lstStyle>
            <a:p>
              <a:pPr>
                <a:lnSpc>
                  <a:spcPct val="90000"/>
                </a:lnSpc>
                <a:spcBef>
                  <a:spcPct val="0"/>
                </a:spcBef>
                <a:buClrTx/>
                <a:buSzTx/>
                <a:buFontTx/>
                <a:buNone/>
              </a:pPr>
              <a:r>
                <a:rPr lang="en-US" sz="1200">
                  <a:solidFill>
                    <a:schemeClr val="bg2"/>
                  </a:solidFill>
                </a:rPr>
                <a:t>communication</a:t>
              </a:r>
              <a:endParaRPr lang="en-US" sz="1800" b="1"/>
            </a:p>
          </p:txBody>
        </p:sp>
        <p:sp>
          <p:nvSpPr>
            <p:cNvPr id="8" name="Rectangle 18"/>
            <p:cNvSpPr>
              <a:spLocks noChangeArrowheads="1"/>
            </p:cNvSpPr>
            <p:nvPr/>
          </p:nvSpPr>
          <p:spPr bwMode="auto">
            <a:xfrm>
              <a:off x="3357" y="1532"/>
              <a:ext cx="492" cy="273"/>
            </a:xfrm>
            <a:prstGeom prst="rect">
              <a:avLst/>
            </a:prstGeom>
            <a:solidFill>
              <a:schemeClr val="tx1"/>
            </a:solidFill>
            <a:ln w="12700">
              <a:solidFill>
                <a:schemeClr val="tx1"/>
              </a:solidFill>
              <a:miter lim="800000"/>
              <a:headEnd/>
              <a:tailEnd/>
            </a:ln>
          </p:spPr>
          <p:txBody>
            <a:bodyPr wrap="none" anchor="ctr"/>
            <a:lstStyle>
              <a:lvl1pPr>
                <a:spcBef>
                  <a:spcPct val="20000"/>
                </a:spcBef>
                <a:buClr>
                  <a:schemeClr val="folHlink"/>
                </a:buClr>
                <a:buSzPct val="75000"/>
                <a:buFont typeface="Wingdings" panose="05000000000000000000" pitchFamily="2" charset="2"/>
                <a:buChar char="n"/>
                <a:defRPr sz="2400">
                  <a:solidFill>
                    <a:schemeClr val="tx1"/>
                  </a:solidFill>
                  <a:latin typeface="Helvetica" panose="020B0604020202020204" pitchFamily="34" charset="0"/>
                </a:defRPr>
              </a:lvl1pPr>
              <a:lvl2pPr marL="742950" indent="-285750">
                <a:spcBef>
                  <a:spcPct val="20000"/>
                </a:spcBef>
                <a:buClr>
                  <a:schemeClr val="folHlink"/>
                </a:buClr>
                <a:buSzPct val="70000"/>
                <a:buFont typeface="Wingdings" panose="05000000000000000000" pitchFamily="2" charset="2"/>
                <a:buChar char="n"/>
                <a:defRPr sz="2000">
                  <a:solidFill>
                    <a:schemeClr val="tx1"/>
                  </a:solidFill>
                  <a:latin typeface="Helvetica" panose="020B0604020202020204" pitchFamily="34" charset="0"/>
                </a:defRPr>
              </a:lvl2pPr>
              <a:lvl3pPr marL="1143000" indent="-228600">
                <a:spcBef>
                  <a:spcPct val="20000"/>
                </a:spcBef>
                <a:buClr>
                  <a:schemeClr val="tx2"/>
                </a:buClr>
                <a:buChar char="•"/>
                <a:defRPr sz="2400">
                  <a:solidFill>
                    <a:schemeClr val="tx1"/>
                  </a:solidFill>
                  <a:latin typeface="Helvetica" panose="020B0604020202020204" pitchFamily="34" charset="0"/>
                </a:defRPr>
              </a:lvl3pPr>
              <a:lvl4pPr marL="1600200" indent="-228600">
                <a:spcBef>
                  <a:spcPct val="20000"/>
                </a:spcBef>
                <a:buClr>
                  <a:schemeClr val="hlink"/>
                </a:buClr>
                <a:buChar char="•"/>
                <a:defRPr sz="1600">
                  <a:solidFill>
                    <a:schemeClr val="tx1"/>
                  </a:solidFill>
                  <a:latin typeface="Helvetica" panose="020B0604020202020204" pitchFamily="34" charset="0"/>
                </a:defRPr>
              </a:lvl4pPr>
              <a:lvl5pPr marL="2057400" indent="-228600">
                <a:spcBef>
                  <a:spcPct val="20000"/>
                </a:spcBef>
                <a:buClr>
                  <a:schemeClr val="tx1"/>
                </a:buClr>
                <a:buSzPct val="85000"/>
                <a:buChar char="•"/>
                <a:defRPr sz="1600">
                  <a:solidFill>
                    <a:schemeClr val="tx1"/>
                  </a:solidFill>
                  <a:latin typeface="Helvetica" panose="020B0604020202020204" pitchFamily="34" charset="0"/>
                </a:defRPr>
              </a:lvl5pPr>
              <a:lvl6pPr marL="2514600" indent="-228600" eaLnBrk="0" fontAlgn="base" hangingPunct="0">
                <a:spcBef>
                  <a:spcPct val="20000"/>
                </a:spcBef>
                <a:spcAft>
                  <a:spcPct val="0"/>
                </a:spcAft>
                <a:buClr>
                  <a:schemeClr val="tx1"/>
                </a:buClr>
                <a:buSzPct val="85000"/>
                <a:buChar char="•"/>
                <a:defRPr sz="1600">
                  <a:solidFill>
                    <a:schemeClr val="tx1"/>
                  </a:solidFill>
                  <a:latin typeface="Helvetica" panose="020B0604020202020204" pitchFamily="34" charset="0"/>
                </a:defRPr>
              </a:lvl6pPr>
              <a:lvl7pPr marL="2971800" indent="-228600" eaLnBrk="0" fontAlgn="base" hangingPunct="0">
                <a:spcBef>
                  <a:spcPct val="20000"/>
                </a:spcBef>
                <a:spcAft>
                  <a:spcPct val="0"/>
                </a:spcAft>
                <a:buClr>
                  <a:schemeClr val="tx1"/>
                </a:buClr>
                <a:buSzPct val="85000"/>
                <a:buChar char="•"/>
                <a:defRPr sz="1600">
                  <a:solidFill>
                    <a:schemeClr val="tx1"/>
                  </a:solidFill>
                  <a:latin typeface="Helvetica" panose="020B0604020202020204" pitchFamily="34" charset="0"/>
                </a:defRPr>
              </a:lvl7pPr>
              <a:lvl8pPr marL="3429000" indent="-228600" eaLnBrk="0" fontAlgn="base" hangingPunct="0">
                <a:spcBef>
                  <a:spcPct val="20000"/>
                </a:spcBef>
                <a:spcAft>
                  <a:spcPct val="0"/>
                </a:spcAft>
                <a:buClr>
                  <a:schemeClr val="tx1"/>
                </a:buClr>
                <a:buSzPct val="85000"/>
                <a:buChar char="•"/>
                <a:defRPr sz="1600">
                  <a:solidFill>
                    <a:schemeClr val="tx1"/>
                  </a:solidFill>
                  <a:latin typeface="Helvetica" panose="020B0604020202020204" pitchFamily="34" charset="0"/>
                </a:defRPr>
              </a:lvl8pPr>
              <a:lvl9pPr marL="3886200" indent="-228600" eaLnBrk="0" fontAlgn="base" hangingPunct="0">
                <a:spcBef>
                  <a:spcPct val="20000"/>
                </a:spcBef>
                <a:spcAft>
                  <a:spcPct val="0"/>
                </a:spcAft>
                <a:buClr>
                  <a:schemeClr val="tx1"/>
                </a:buClr>
                <a:buSzPct val="85000"/>
                <a:buChar char="•"/>
                <a:defRPr sz="1600">
                  <a:solidFill>
                    <a:schemeClr val="tx1"/>
                  </a:solidFill>
                  <a:latin typeface="Helvetica" panose="020B0604020202020204" pitchFamily="34" charset="0"/>
                </a:defRPr>
              </a:lvl9pPr>
            </a:lstStyle>
            <a:p>
              <a:pPr>
                <a:spcBef>
                  <a:spcPct val="0"/>
                </a:spcBef>
                <a:buClrTx/>
                <a:buSzTx/>
                <a:buFontTx/>
                <a:buNone/>
              </a:pPr>
              <a:endParaRPr lang="en-US">
                <a:latin typeface="Arial" panose="020B0604020202020204" pitchFamily="34" charset="0"/>
              </a:endParaRPr>
            </a:p>
          </p:txBody>
        </p:sp>
        <p:sp>
          <p:nvSpPr>
            <p:cNvPr id="9" name="Text Box 19"/>
            <p:cNvSpPr txBox="1">
              <a:spLocks noChangeArrowheads="1"/>
            </p:cNvSpPr>
            <p:nvPr/>
          </p:nvSpPr>
          <p:spPr bwMode="auto">
            <a:xfrm>
              <a:off x="3418" y="1532"/>
              <a:ext cx="378" cy="2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a:spcBef>
                  <a:spcPct val="20000"/>
                </a:spcBef>
                <a:buClr>
                  <a:schemeClr val="folHlink"/>
                </a:buClr>
                <a:buSzPct val="75000"/>
                <a:buFont typeface="Wingdings" panose="05000000000000000000" pitchFamily="2" charset="2"/>
                <a:buChar char="n"/>
                <a:defRPr sz="2400">
                  <a:solidFill>
                    <a:schemeClr val="tx1"/>
                  </a:solidFill>
                  <a:latin typeface="Helvetica" panose="020B0604020202020204" pitchFamily="34" charset="0"/>
                </a:defRPr>
              </a:lvl1pPr>
              <a:lvl2pPr marL="742950" indent="-285750">
                <a:spcBef>
                  <a:spcPct val="20000"/>
                </a:spcBef>
                <a:buClr>
                  <a:schemeClr val="folHlink"/>
                </a:buClr>
                <a:buSzPct val="70000"/>
                <a:buFont typeface="Wingdings" panose="05000000000000000000" pitchFamily="2" charset="2"/>
                <a:buChar char="n"/>
                <a:defRPr sz="2000">
                  <a:solidFill>
                    <a:schemeClr val="tx1"/>
                  </a:solidFill>
                  <a:latin typeface="Helvetica" panose="020B0604020202020204" pitchFamily="34" charset="0"/>
                </a:defRPr>
              </a:lvl2pPr>
              <a:lvl3pPr marL="1143000" indent="-228600">
                <a:spcBef>
                  <a:spcPct val="20000"/>
                </a:spcBef>
                <a:buClr>
                  <a:schemeClr val="tx2"/>
                </a:buClr>
                <a:buChar char="•"/>
                <a:defRPr sz="2400">
                  <a:solidFill>
                    <a:schemeClr val="tx1"/>
                  </a:solidFill>
                  <a:latin typeface="Helvetica" panose="020B0604020202020204" pitchFamily="34" charset="0"/>
                </a:defRPr>
              </a:lvl3pPr>
              <a:lvl4pPr marL="1600200" indent="-228600">
                <a:spcBef>
                  <a:spcPct val="20000"/>
                </a:spcBef>
                <a:buClr>
                  <a:schemeClr val="hlink"/>
                </a:buClr>
                <a:buChar char="•"/>
                <a:defRPr sz="1600">
                  <a:solidFill>
                    <a:schemeClr val="tx1"/>
                  </a:solidFill>
                  <a:latin typeface="Helvetica" panose="020B0604020202020204" pitchFamily="34" charset="0"/>
                </a:defRPr>
              </a:lvl4pPr>
              <a:lvl5pPr marL="2057400" indent="-228600">
                <a:spcBef>
                  <a:spcPct val="20000"/>
                </a:spcBef>
                <a:buClr>
                  <a:schemeClr val="tx1"/>
                </a:buClr>
                <a:buSzPct val="85000"/>
                <a:buChar char="•"/>
                <a:defRPr sz="1600">
                  <a:solidFill>
                    <a:schemeClr val="tx1"/>
                  </a:solidFill>
                  <a:latin typeface="Helvetica" panose="020B0604020202020204" pitchFamily="34" charset="0"/>
                </a:defRPr>
              </a:lvl5pPr>
              <a:lvl6pPr marL="2514600" indent="-228600" eaLnBrk="0" fontAlgn="base" hangingPunct="0">
                <a:spcBef>
                  <a:spcPct val="20000"/>
                </a:spcBef>
                <a:spcAft>
                  <a:spcPct val="0"/>
                </a:spcAft>
                <a:buClr>
                  <a:schemeClr val="tx1"/>
                </a:buClr>
                <a:buSzPct val="85000"/>
                <a:buChar char="•"/>
                <a:defRPr sz="1600">
                  <a:solidFill>
                    <a:schemeClr val="tx1"/>
                  </a:solidFill>
                  <a:latin typeface="Helvetica" panose="020B0604020202020204" pitchFamily="34" charset="0"/>
                </a:defRPr>
              </a:lvl6pPr>
              <a:lvl7pPr marL="2971800" indent="-228600" eaLnBrk="0" fontAlgn="base" hangingPunct="0">
                <a:spcBef>
                  <a:spcPct val="20000"/>
                </a:spcBef>
                <a:spcAft>
                  <a:spcPct val="0"/>
                </a:spcAft>
                <a:buClr>
                  <a:schemeClr val="tx1"/>
                </a:buClr>
                <a:buSzPct val="85000"/>
                <a:buChar char="•"/>
                <a:defRPr sz="1600">
                  <a:solidFill>
                    <a:schemeClr val="tx1"/>
                  </a:solidFill>
                  <a:latin typeface="Helvetica" panose="020B0604020202020204" pitchFamily="34" charset="0"/>
                </a:defRPr>
              </a:lvl7pPr>
              <a:lvl8pPr marL="3429000" indent="-228600" eaLnBrk="0" fontAlgn="base" hangingPunct="0">
                <a:spcBef>
                  <a:spcPct val="20000"/>
                </a:spcBef>
                <a:spcAft>
                  <a:spcPct val="0"/>
                </a:spcAft>
                <a:buClr>
                  <a:schemeClr val="tx1"/>
                </a:buClr>
                <a:buSzPct val="85000"/>
                <a:buChar char="•"/>
                <a:defRPr sz="1600">
                  <a:solidFill>
                    <a:schemeClr val="tx1"/>
                  </a:solidFill>
                  <a:latin typeface="Helvetica" panose="020B0604020202020204" pitchFamily="34" charset="0"/>
                </a:defRPr>
              </a:lvl8pPr>
              <a:lvl9pPr marL="3886200" indent="-228600" eaLnBrk="0" fontAlgn="base" hangingPunct="0">
                <a:spcBef>
                  <a:spcPct val="20000"/>
                </a:spcBef>
                <a:spcAft>
                  <a:spcPct val="0"/>
                </a:spcAft>
                <a:buClr>
                  <a:schemeClr val="tx1"/>
                </a:buClr>
                <a:buSzPct val="85000"/>
                <a:buChar char="•"/>
                <a:defRPr sz="1600">
                  <a:solidFill>
                    <a:schemeClr val="tx1"/>
                  </a:solidFill>
                  <a:latin typeface="Helvetica" panose="020B0604020202020204" pitchFamily="34" charset="0"/>
                </a:defRPr>
              </a:lvl9pPr>
            </a:lstStyle>
            <a:p>
              <a:pPr algn="ctr">
                <a:lnSpc>
                  <a:spcPct val="90000"/>
                </a:lnSpc>
                <a:spcBef>
                  <a:spcPct val="0"/>
                </a:spcBef>
                <a:buClrTx/>
                <a:buSzTx/>
                <a:buFontTx/>
                <a:buNone/>
              </a:pPr>
              <a:r>
                <a:rPr lang="en-US" sz="1200">
                  <a:solidFill>
                    <a:schemeClr val="bg2"/>
                  </a:solidFill>
                </a:rPr>
                <a:t>Quick</a:t>
              </a:r>
            </a:p>
            <a:p>
              <a:pPr algn="ctr">
                <a:lnSpc>
                  <a:spcPct val="90000"/>
                </a:lnSpc>
                <a:spcBef>
                  <a:spcPct val="0"/>
                </a:spcBef>
                <a:buClrTx/>
                <a:buSzTx/>
                <a:buFontTx/>
                <a:buNone/>
              </a:pPr>
              <a:r>
                <a:rPr lang="en-US" sz="1200">
                  <a:solidFill>
                    <a:schemeClr val="bg2"/>
                  </a:solidFill>
                </a:rPr>
                <a:t>plan</a:t>
              </a:r>
            </a:p>
          </p:txBody>
        </p:sp>
        <p:sp>
          <p:nvSpPr>
            <p:cNvPr id="10" name="Rectangle 20"/>
            <p:cNvSpPr>
              <a:spLocks noChangeArrowheads="1"/>
            </p:cNvSpPr>
            <p:nvPr/>
          </p:nvSpPr>
          <p:spPr bwMode="auto">
            <a:xfrm>
              <a:off x="3713" y="1983"/>
              <a:ext cx="547" cy="315"/>
            </a:xfrm>
            <a:prstGeom prst="rect">
              <a:avLst/>
            </a:prstGeom>
            <a:solidFill>
              <a:schemeClr val="tx1"/>
            </a:solidFill>
            <a:ln w="12700">
              <a:solidFill>
                <a:schemeClr val="tx1"/>
              </a:solidFill>
              <a:miter lim="800000"/>
              <a:headEnd/>
              <a:tailEnd/>
            </a:ln>
          </p:spPr>
          <p:txBody>
            <a:bodyPr wrap="none" anchor="ctr"/>
            <a:lstStyle>
              <a:lvl1pPr>
                <a:spcBef>
                  <a:spcPct val="20000"/>
                </a:spcBef>
                <a:buClr>
                  <a:schemeClr val="folHlink"/>
                </a:buClr>
                <a:buSzPct val="75000"/>
                <a:buFont typeface="Wingdings" panose="05000000000000000000" pitchFamily="2" charset="2"/>
                <a:buChar char="n"/>
                <a:defRPr sz="2400">
                  <a:solidFill>
                    <a:schemeClr val="tx1"/>
                  </a:solidFill>
                  <a:latin typeface="Helvetica" panose="020B0604020202020204" pitchFamily="34" charset="0"/>
                </a:defRPr>
              </a:lvl1pPr>
              <a:lvl2pPr marL="742950" indent="-285750">
                <a:spcBef>
                  <a:spcPct val="20000"/>
                </a:spcBef>
                <a:buClr>
                  <a:schemeClr val="folHlink"/>
                </a:buClr>
                <a:buSzPct val="70000"/>
                <a:buFont typeface="Wingdings" panose="05000000000000000000" pitchFamily="2" charset="2"/>
                <a:buChar char="n"/>
                <a:defRPr sz="2000">
                  <a:solidFill>
                    <a:schemeClr val="tx1"/>
                  </a:solidFill>
                  <a:latin typeface="Helvetica" panose="020B0604020202020204" pitchFamily="34" charset="0"/>
                </a:defRPr>
              </a:lvl2pPr>
              <a:lvl3pPr marL="1143000" indent="-228600">
                <a:spcBef>
                  <a:spcPct val="20000"/>
                </a:spcBef>
                <a:buClr>
                  <a:schemeClr val="tx2"/>
                </a:buClr>
                <a:buChar char="•"/>
                <a:defRPr sz="2400">
                  <a:solidFill>
                    <a:schemeClr val="tx1"/>
                  </a:solidFill>
                  <a:latin typeface="Helvetica" panose="020B0604020202020204" pitchFamily="34" charset="0"/>
                </a:defRPr>
              </a:lvl3pPr>
              <a:lvl4pPr marL="1600200" indent="-228600">
                <a:spcBef>
                  <a:spcPct val="20000"/>
                </a:spcBef>
                <a:buClr>
                  <a:schemeClr val="hlink"/>
                </a:buClr>
                <a:buChar char="•"/>
                <a:defRPr sz="1600">
                  <a:solidFill>
                    <a:schemeClr val="tx1"/>
                  </a:solidFill>
                  <a:latin typeface="Helvetica" panose="020B0604020202020204" pitchFamily="34" charset="0"/>
                </a:defRPr>
              </a:lvl4pPr>
              <a:lvl5pPr marL="2057400" indent="-228600">
                <a:spcBef>
                  <a:spcPct val="20000"/>
                </a:spcBef>
                <a:buClr>
                  <a:schemeClr val="tx1"/>
                </a:buClr>
                <a:buSzPct val="85000"/>
                <a:buChar char="•"/>
                <a:defRPr sz="1600">
                  <a:solidFill>
                    <a:schemeClr val="tx1"/>
                  </a:solidFill>
                  <a:latin typeface="Helvetica" panose="020B0604020202020204" pitchFamily="34" charset="0"/>
                </a:defRPr>
              </a:lvl5pPr>
              <a:lvl6pPr marL="2514600" indent="-228600" eaLnBrk="0" fontAlgn="base" hangingPunct="0">
                <a:spcBef>
                  <a:spcPct val="20000"/>
                </a:spcBef>
                <a:spcAft>
                  <a:spcPct val="0"/>
                </a:spcAft>
                <a:buClr>
                  <a:schemeClr val="tx1"/>
                </a:buClr>
                <a:buSzPct val="85000"/>
                <a:buChar char="•"/>
                <a:defRPr sz="1600">
                  <a:solidFill>
                    <a:schemeClr val="tx1"/>
                  </a:solidFill>
                  <a:latin typeface="Helvetica" panose="020B0604020202020204" pitchFamily="34" charset="0"/>
                </a:defRPr>
              </a:lvl6pPr>
              <a:lvl7pPr marL="2971800" indent="-228600" eaLnBrk="0" fontAlgn="base" hangingPunct="0">
                <a:spcBef>
                  <a:spcPct val="20000"/>
                </a:spcBef>
                <a:spcAft>
                  <a:spcPct val="0"/>
                </a:spcAft>
                <a:buClr>
                  <a:schemeClr val="tx1"/>
                </a:buClr>
                <a:buSzPct val="85000"/>
                <a:buChar char="•"/>
                <a:defRPr sz="1600">
                  <a:solidFill>
                    <a:schemeClr val="tx1"/>
                  </a:solidFill>
                  <a:latin typeface="Helvetica" panose="020B0604020202020204" pitchFamily="34" charset="0"/>
                </a:defRPr>
              </a:lvl7pPr>
              <a:lvl8pPr marL="3429000" indent="-228600" eaLnBrk="0" fontAlgn="base" hangingPunct="0">
                <a:spcBef>
                  <a:spcPct val="20000"/>
                </a:spcBef>
                <a:spcAft>
                  <a:spcPct val="0"/>
                </a:spcAft>
                <a:buClr>
                  <a:schemeClr val="tx1"/>
                </a:buClr>
                <a:buSzPct val="85000"/>
                <a:buChar char="•"/>
                <a:defRPr sz="1600">
                  <a:solidFill>
                    <a:schemeClr val="tx1"/>
                  </a:solidFill>
                  <a:latin typeface="Helvetica" panose="020B0604020202020204" pitchFamily="34" charset="0"/>
                </a:defRPr>
              </a:lvl8pPr>
              <a:lvl9pPr marL="3886200" indent="-228600" eaLnBrk="0" fontAlgn="base" hangingPunct="0">
                <a:spcBef>
                  <a:spcPct val="20000"/>
                </a:spcBef>
                <a:spcAft>
                  <a:spcPct val="0"/>
                </a:spcAft>
                <a:buClr>
                  <a:schemeClr val="tx1"/>
                </a:buClr>
                <a:buSzPct val="85000"/>
                <a:buChar char="•"/>
                <a:defRPr sz="1600">
                  <a:solidFill>
                    <a:schemeClr val="tx1"/>
                  </a:solidFill>
                  <a:latin typeface="Helvetica" panose="020B0604020202020204" pitchFamily="34" charset="0"/>
                </a:defRPr>
              </a:lvl9pPr>
            </a:lstStyle>
            <a:p>
              <a:pPr>
                <a:spcBef>
                  <a:spcPct val="0"/>
                </a:spcBef>
                <a:buClrTx/>
                <a:buSzTx/>
                <a:buFontTx/>
                <a:buNone/>
              </a:pPr>
              <a:endParaRPr lang="en-US">
                <a:latin typeface="Arial" panose="020B0604020202020204" pitchFamily="34" charset="0"/>
              </a:endParaRPr>
            </a:p>
          </p:txBody>
        </p:sp>
        <p:sp>
          <p:nvSpPr>
            <p:cNvPr id="11" name="Rectangle 21"/>
            <p:cNvSpPr>
              <a:spLocks noChangeArrowheads="1"/>
            </p:cNvSpPr>
            <p:nvPr/>
          </p:nvSpPr>
          <p:spPr bwMode="auto">
            <a:xfrm>
              <a:off x="4301" y="2052"/>
              <a:ext cx="41" cy="184"/>
            </a:xfrm>
            <a:prstGeom prst="rect">
              <a:avLst/>
            </a:prstGeom>
            <a:solidFill>
              <a:srgbClr val="96E3FE"/>
            </a:solidFill>
            <a:ln w="12700">
              <a:solidFill>
                <a:srgbClr val="96E3FE"/>
              </a:solidFill>
              <a:miter lim="800000"/>
              <a:headEnd/>
              <a:tailEnd/>
            </a:ln>
          </p:spPr>
          <p:txBody>
            <a:bodyPr wrap="none" anchor="ctr"/>
            <a:lstStyle>
              <a:lvl1pPr>
                <a:spcBef>
                  <a:spcPct val="20000"/>
                </a:spcBef>
                <a:buClr>
                  <a:schemeClr val="folHlink"/>
                </a:buClr>
                <a:buSzPct val="75000"/>
                <a:buFont typeface="Wingdings" panose="05000000000000000000" pitchFamily="2" charset="2"/>
                <a:buChar char="n"/>
                <a:defRPr sz="2400">
                  <a:solidFill>
                    <a:schemeClr val="tx1"/>
                  </a:solidFill>
                  <a:latin typeface="Helvetica" panose="020B0604020202020204" pitchFamily="34" charset="0"/>
                </a:defRPr>
              </a:lvl1pPr>
              <a:lvl2pPr marL="742950" indent="-285750">
                <a:spcBef>
                  <a:spcPct val="20000"/>
                </a:spcBef>
                <a:buClr>
                  <a:schemeClr val="folHlink"/>
                </a:buClr>
                <a:buSzPct val="70000"/>
                <a:buFont typeface="Wingdings" panose="05000000000000000000" pitchFamily="2" charset="2"/>
                <a:buChar char="n"/>
                <a:defRPr sz="2000">
                  <a:solidFill>
                    <a:schemeClr val="tx1"/>
                  </a:solidFill>
                  <a:latin typeface="Helvetica" panose="020B0604020202020204" pitchFamily="34" charset="0"/>
                </a:defRPr>
              </a:lvl2pPr>
              <a:lvl3pPr marL="1143000" indent="-228600">
                <a:spcBef>
                  <a:spcPct val="20000"/>
                </a:spcBef>
                <a:buClr>
                  <a:schemeClr val="tx2"/>
                </a:buClr>
                <a:buChar char="•"/>
                <a:defRPr sz="2400">
                  <a:solidFill>
                    <a:schemeClr val="tx1"/>
                  </a:solidFill>
                  <a:latin typeface="Helvetica" panose="020B0604020202020204" pitchFamily="34" charset="0"/>
                </a:defRPr>
              </a:lvl3pPr>
              <a:lvl4pPr marL="1600200" indent="-228600">
                <a:spcBef>
                  <a:spcPct val="20000"/>
                </a:spcBef>
                <a:buClr>
                  <a:schemeClr val="hlink"/>
                </a:buClr>
                <a:buChar char="•"/>
                <a:defRPr sz="1600">
                  <a:solidFill>
                    <a:schemeClr val="tx1"/>
                  </a:solidFill>
                  <a:latin typeface="Helvetica" panose="020B0604020202020204" pitchFamily="34" charset="0"/>
                </a:defRPr>
              </a:lvl4pPr>
              <a:lvl5pPr marL="2057400" indent="-228600">
                <a:spcBef>
                  <a:spcPct val="20000"/>
                </a:spcBef>
                <a:buClr>
                  <a:schemeClr val="tx1"/>
                </a:buClr>
                <a:buSzPct val="85000"/>
                <a:buChar char="•"/>
                <a:defRPr sz="1600">
                  <a:solidFill>
                    <a:schemeClr val="tx1"/>
                  </a:solidFill>
                  <a:latin typeface="Helvetica" panose="020B0604020202020204" pitchFamily="34" charset="0"/>
                </a:defRPr>
              </a:lvl5pPr>
              <a:lvl6pPr marL="2514600" indent="-228600" eaLnBrk="0" fontAlgn="base" hangingPunct="0">
                <a:spcBef>
                  <a:spcPct val="20000"/>
                </a:spcBef>
                <a:spcAft>
                  <a:spcPct val="0"/>
                </a:spcAft>
                <a:buClr>
                  <a:schemeClr val="tx1"/>
                </a:buClr>
                <a:buSzPct val="85000"/>
                <a:buChar char="•"/>
                <a:defRPr sz="1600">
                  <a:solidFill>
                    <a:schemeClr val="tx1"/>
                  </a:solidFill>
                  <a:latin typeface="Helvetica" panose="020B0604020202020204" pitchFamily="34" charset="0"/>
                </a:defRPr>
              </a:lvl6pPr>
              <a:lvl7pPr marL="2971800" indent="-228600" eaLnBrk="0" fontAlgn="base" hangingPunct="0">
                <a:spcBef>
                  <a:spcPct val="20000"/>
                </a:spcBef>
                <a:spcAft>
                  <a:spcPct val="0"/>
                </a:spcAft>
                <a:buClr>
                  <a:schemeClr val="tx1"/>
                </a:buClr>
                <a:buSzPct val="85000"/>
                <a:buChar char="•"/>
                <a:defRPr sz="1600">
                  <a:solidFill>
                    <a:schemeClr val="tx1"/>
                  </a:solidFill>
                  <a:latin typeface="Helvetica" panose="020B0604020202020204" pitchFamily="34" charset="0"/>
                </a:defRPr>
              </a:lvl7pPr>
              <a:lvl8pPr marL="3429000" indent="-228600" eaLnBrk="0" fontAlgn="base" hangingPunct="0">
                <a:spcBef>
                  <a:spcPct val="20000"/>
                </a:spcBef>
                <a:spcAft>
                  <a:spcPct val="0"/>
                </a:spcAft>
                <a:buClr>
                  <a:schemeClr val="tx1"/>
                </a:buClr>
                <a:buSzPct val="85000"/>
                <a:buChar char="•"/>
                <a:defRPr sz="1600">
                  <a:solidFill>
                    <a:schemeClr val="tx1"/>
                  </a:solidFill>
                  <a:latin typeface="Helvetica" panose="020B0604020202020204" pitchFamily="34" charset="0"/>
                </a:defRPr>
              </a:lvl8pPr>
              <a:lvl9pPr marL="3886200" indent="-228600" eaLnBrk="0" fontAlgn="base" hangingPunct="0">
                <a:spcBef>
                  <a:spcPct val="20000"/>
                </a:spcBef>
                <a:spcAft>
                  <a:spcPct val="0"/>
                </a:spcAft>
                <a:buClr>
                  <a:schemeClr val="tx1"/>
                </a:buClr>
                <a:buSzPct val="85000"/>
                <a:buChar char="•"/>
                <a:defRPr sz="1600">
                  <a:solidFill>
                    <a:schemeClr val="tx1"/>
                  </a:solidFill>
                  <a:latin typeface="Helvetica" panose="020B0604020202020204" pitchFamily="34" charset="0"/>
                </a:defRPr>
              </a:lvl9pPr>
            </a:lstStyle>
            <a:p>
              <a:pPr>
                <a:spcBef>
                  <a:spcPct val="0"/>
                </a:spcBef>
                <a:buClrTx/>
                <a:buSzTx/>
                <a:buFontTx/>
                <a:buNone/>
              </a:pPr>
              <a:endParaRPr lang="en-US">
                <a:latin typeface="Arial" panose="020B0604020202020204" pitchFamily="34" charset="0"/>
              </a:endParaRPr>
            </a:p>
          </p:txBody>
        </p:sp>
        <p:sp>
          <p:nvSpPr>
            <p:cNvPr id="12" name="Text Box 22"/>
            <p:cNvSpPr txBox="1">
              <a:spLocks noChangeArrowheads="1"/>
            </p:cNvSpPr>
            <p:nvPr/>
          </p:nvSpPr>
          <p:spPr bwMode="auto">
            <a:xfrm>
              <a:off x="3638" y="2004"/>
              <a:ext cx="704" cy="2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a:spcBef>
                  <a:spcPct val="20000"/>
                </a:spcBef>
                <a:buClr>
                  <a:schemeClr val="folHlink"/>
                </a:buClr>
                <a:buSzPct val="75000"/>
                <a:buFont typeface="Wingdings" panose="05000000000000000000" pitchFamily="2" charset="2"/>
                <a:buChar char="n"/>
                <a:defRPr sz="2400">
                  <a:solidFill>
                    <a:schemeClr val="tx1"/>
                  </a:solidFill>
                  <a:latin typeface="Helvetica" panose="020B0604020202020204" pitchFamily="34" charset="0"/>
                </a:defRPr>
              </a:lvl1pPr>
              <a:lvl2pPr marL="742950" indent="-285750">
                <a:spcBef>
                  <a:spcPct val="20000"/>
                </a:spcBef>
                <a:buClr>
                  <a:schemeClr val="folHlink"/>
                </a:buClr>
                <a:buSzPct val="70000"/>
                <a:buFont typeface="Wingdings" panose="05000000000000000000" pitchFamily="2" charset="2"/>
                <a:buChar char="n"/>
                <a:defRPr sz="2000">
                  <a:solidFill>
                    <a:schemeClr val="tx1"/>
                  </a:solidFill>
                  <a:latin typeface="Helvetica" panose="020B0604020202020204" pitchFamily="34" charset="0"/>
                </a:defRPr>
              </a:lvl2pPr>
              <a:lvl3pPr marL="1143000" indent="-228600">
                <a:spcBef>
                  <a:spcPct val="20000"/>
                </a:spcBef>
                <a:buClr>
                  <a:schemeClr val="tx2"/>
                </a:buClr>
                <a:buChar char="•"/>
                <a:defRPr sz="2400">
                  <a:solidFill>
                    <a:schemeClr val="tx1"/>
                  </a:solidFill>
                  <a:latin typeface="Helvetica" panose="020B0604020202020204" pitchFamily="34" charset="0"/>
                </a:defRPr>
              </a:lvl3pPr>
              <a:lvl4pPr marL="1600200" indent="-228600">
                <a:spcBef>
                  <a:spcPct val="20000"/>
                </a:spcBef>
                <a:buClr>
                  <a:schemeClr val="hlink"/>
                </a:buClr>
                <a:buChar char="•"/>
                <a:defRPr sz="1600">
                  <a:solidFill>
                    <a:schemeClr val="tx1"/>
                  </a:solidFill>
                  <a:latin typeface="Helvetica" panose="020B0604020202020204" pitchFamily="34" charset="0"/>
                </a:defRPr>
              </a:lvl4pPr>
              <a:lvl5pPr marL="2057400" indent="-228600">
                <a:spcBef>
                  <a:spcPct val="20000"/>
                </a:spcBef>
                <a:buClr>
                  <a:schemeClr val="tx1"/>
                </a:buClr>
                <a:buSzPct val="85000"/>
                <a:buChar char="•"/>
                <a:defRPr sz="1600">
                  <a:solidFill>
                    <a:schemeClr val="tx1"/>
                  </a:solidFill>
                  <a:latin typeface="Helvetica" panose="020B0604020202020204" pitchFamily="34" charset="0"/>
                </a:defRPr>
              </a:lvl5pPr>
              <a:lvl6pPr marL="2514600" indent="-228600" eaLnBrk="0" fontAlgn="base" hangingPunct="0">
                <a:spcBef>
                  <a:spcPct val="20000"/>
                </a:spcBef>
                <a:spcAft>
                  <a:spcPct val="0"/>
                </a:spcAft>
                <a:buClr>
                  <a:schemeClr val="tx1"/>
                </a:buClr>
                <a:buSzPct val="85000"/>
                <a:buChar char="•"/>
                <a:defRPr sz="1600">
                  <a:solidFill>
                    <a:schemeClr val="tx1"/>
                  </a:solidFill>
                  <a:latin typeface="Helvetica" panose="020B0604020202020204" pitchFamily="34" charset="0"/>
                </a:defRPr>
              </a:lvl6pPr>
              <a:lvl7pPr marL="2971800" indent="-228600" eaLnBrk="0" fontAlgn="base" hangingPunct="0">
                <a:spcBef>
                  <a:spcPct val="20000"/>
                </a:spcBef>
                <a:spcAft>
                  <a:spcPct val="0"/>
                </a:spcAft>
                <a:buClr>
                  <a:schemeClr val="tx1"/>
                </a:buClr>
                <a:buSzPct val="85000"/>
                <a:buChar char="•"/>
                <a:defRPr sz="1600">
                  <a:solidFill>
                    <a:schemeClr val="tx1"/>
                  </a:solidFill>
                  <a:latin typeface="Helvetica" panose="020B0604020202020204" pitchFamily="34" charset="0"/>
                </a:defRPr>
              </a:lvl7pPr>
              <a:lvl8pPr marL="3429000" indent="-228600" eaLnBrk="0" fontAlgn="base" hangingPunct="0">
                <a:spcBef>
                  <a:spcPct val="20000"/>
                </a:spcBef>
                <a:spcAft>
                  <a:spcPct val="0"/>
                </a:spcAft>
                <a:buClr>
                  <a:schemeClr val="tx1"/>
                </a:buClr>
                <a:buSzPct val="85000"/>
                <a:buChar char="•"/>
                <a:defRPr sz="1600">
                  <a:solidFill>
                    <a:schemeClr val="tx1"/>
                  </a:solidFill>
                  <a:latin typeface="Helvetica" panose="020B0604020202020204" pitchFamily="34" charset="0"/>
                </a:defRPr>
              </a:lvl8pPr>
              <a:lvl9pPr marL="3886200" indent="-228600" eaLnBrk="0" fontAlgn="base" hangingPunct="0">
                <a:spcBef>
                  <a:spcPct val="20000"/>
                </a:spcBef>
                <a:spcAft>
                  <a:spcPct val="0"/>
                </a:spcAft>
                <a:buClr>
                  <a:schemeClr val="tx1"/>
                </a:buClr>
                <a:buSzPct val="85000"/>
                <a:buChar char="•"/>
                <a:defRPr sz="1600">
                  <a:solidFill>
                    <a:schemeClr val="tx1"/>
                  </a:solidFill>
                  <a:latin typeface="Helvetica" panose="020B0604020202020204" pitchFamily="34" charset="0"/>
                </a:defRPr>
              </a:lvl9pPr>
            </a:lstStyle>
            <a:p>
              <a:pPr algn="ctr">
                <a:lnSpc>
                  <a:spcPct val="90000"/>
                </a:lnSpc>
                <a:spcBef>
                  <a:spcPct val="0"/>
                </a:spcBef>
                <a:buClrTx/>
                <a:buSzTx/>
                <a:buFontTx/>
                <a:buNone/>
              </a:pPr>
              <a:r>
                <a:rPr lang="en-US" sz="1200">
                  <a:solidFill>
                    <a:schemeClr val="bg2"/>
                  </a:solidFill>
                </a:rPr>
                <a:t>Modeling</a:t>
              </a:r>
            </a:p>
            <a:p>
              <a:pPr algn="ctr">
                <a:lnSpc>
                  <a:spcPct val="90000"/>
                </a:lnSpc>
                <a:spcBef>
                  <a:spcPct val="0"/>
                </a:spcBef>
                <a:buClrTx/>
                <a:buSzTx/>
                <a:buFontTx/>
                <a:buNone/>
              </a:pPr>
              <a:r>
                <a:rPr lang="en-US" sz="1200">
                  <a:solidFill>
                    <a:schemeClr val="bg2"/>
                  </a:solidFill>
                </a:rPr>
                <a:t>Quick design</a:t>
              </a:r>
            </a:p>
          </p:txBody>
        </p:sp>
        <p:sp>
          <p:nvSpPr>
            <p:cNvPr id="13" name="Rectangle 23"/>
            <p:cNvSpPr>
              <a:spLocks noChangeArrowheads="1"/>
            </p:cNvSpPr>
            <p:nvPr/>
          </p:nvSpPr>
          <p:spPr bwMode="auto">
            <a:xfrm>
              <a:off x="3508" y="3091"/>
              <a:ext cx="635" cy="390"/>
            </a:xfrm>
            <a:prstGeom prst="rect">
              <a:avLst/>
            </a:prstGeom>
            <a:solidFill>
              <a:schemeClr val="tx1"/>
            </a:solidFill>
            <a:ln w="12700">
              <a:solidFill>
                <a:schemeClr val="tx1"/>
              </a:solidFill>
              <a:miter lim="800000"/>
              <a:headEnd/>
              <a:tailEnd/>
            </a:ln>
          </p:spPr>
          <p:txBody>
            <a:bodyPr wrap="none" anchor="ctr"/>
            <a:lstStyle>
              <a:lvl1pPr>
                <a:spcBef>
                  <a:spcPct val="20000"/>
                </a:spcBef>
                <a:buClr>
                  <a:schemeClr val="folHlink"/>
                </a:buClr>
                <a:buSzPct val="75000"/>
                <a:buFont typeface="Wingdings" panose="05000000000000000000" pitchFamily="2" charset="2"/>
                <a:buChar char="n"/>
                <a:defRPr sz="2400">
                  <a:solidFill>
                    <a:schemeClr val="tx1"/>
                  </a:solidFill>
                  <a:latin typeface="Helvetica" panose="020B0604020202020204" pitchFamily="34" charset="0"/>
                </a:defRPr>
              </a:lvl1pPr>
              <a:lvl2pPr marL="742950" indent="-285750">
                <a:spcBef>
                  <a:spcPct val="20000"/>
                </a:spcBef>
                <a:buClr>
                  <a:schemeClr val="folHlink"/>
                </a:buClr>
                <a:buSzPct val="70000"/>
                <a:buFont typeface="Wingdings" panose="05000000000000000000" pitchFamily="2" charset="2"/>
                <a:buChar char="n"/>
                <a:defRPr sz="2000">
                  <a:solidFill>
                    <a:schemeClr val="tx1"/>
                  </a:solidFill>
                  <a:latin typeface="Helvetica" panose="020B0604020202020204" pitchFamily="34" charset="0"/>
                </a:defRPr>
              </a:lvl2pPr>
              <a:lvl3pPr marL="1143000" indent="-228600">
                <a:spcBef>
                  <a:spcPct val="20000"/>
                </a:spcBef>
                <a:buClr>
                  <a:schemeClr val="tx2"/>
                </a:buClr>
                <a:buChar char="•"/>
                <a:defRPr sz="2400">
                  <a:solidFill>
                    <a:schemeClr val="tx1"/>
                  </a:solidFill>
                  <a:latin typeface="Helvetica" panose="020B0604020202020204" pitchFamily="34" charset="0"/>
                </a:defRPr>
              </a:lvl3pPr>
              <a:lvl4pPr marL="1600200" indent="-228600">
                <a:spcBef>
                  <a:spcPct val="20000"/>
                </a:spcBef>
                <a:buClr>
                  <a:schemeClr val="hlink"/>
                </a:buClr>
                <a:buChar char="•"/>
                <a:defRPr sz="1600">
                  <a:solidFill>
                    <a:schemeClr val="tx1"/>
                  </a:solidFill>
                  <a:latin typeface="Helvetica" panose="020B0604020202020204" pitchFamily="34" charset="0"/>
                </a:defRPr>
              </a:lvl4pPr>
              <a:lvl5pPr marL="2057400" indent="-228600">
                <a:spcBef>
                  <a:spcPct val="20000"/>
                </a:spcBef>
                <a:buClr>
                  <a:schemeClr val="tx1"/>
                </a:buClr>
                <a:buSzPct val="85000"/>
                <a:buChar char="•"/>
                <a:defRPr sz="1600">
                  <a:solidFill>
                    <a:schemeClr val="tx1"/>
                  </a:solidFill>
                  <a:latin typeface="Helvetica" panose="020B0604020202020204" pitchFamily="34" charset="0"/>
                </a:defRPr>
              </a:lvl5pPr>
              <a:lvl6pPr marL="2514600" indent="-228600" eaLnBrk="0" fontAlgn="base" hangingPunct="0">
                <a:spcBef>
                  <a:spcPct val="20000"/>
                </a:spcBef>
                <a:spcAft>
                  <a:spcPct val="0"/>
                </a:spcAft>
                <a:buClr>
                  <a:schemeClr val="tx1"/>
                </a:buClr>
                <a:buSzPct val="85000"/>
                <a:buChar char="•"/>
                <a:defRPr sz="1600">
                  <a:solidFill>
                    <a:schemeClr val="tx1"/>
                  </a:solidFill>
                  <a:latin typeface="Helvetica" panose="020B0604020202020204" pitchFamily="34" charset="0"/>
                </a:defRPr>
              </a:lvl6pPr>
              <a:lvl7pPr marL="2971800" indent="-228600" eaLnBrk="0" fontAlgn="base" hangingPunct="0">
                <a:spcBef>
                  <a:spcPct val="20000"/>
                </a:spcBef>
                <a:spcAft>
                  <a:spcPct val="0"/>
                </a:spcAft>
                <a:buClr>
                  <a:schemeClr val="tx1"/>
                </a:buClr>
                <a:buSzPct val="85000"/>
                <a:buChar char="•"/>
                <a:defRPr sz="1600">
                  <a:solidFill>
                    <a:schemeClr val="tx1"/>
                  </a:solidFill>
                  <a:latin typeface="Helvetica" panose="020B0604020202020204" pitchFamily="34" charset="0"/>
                </a:defRPr>
              </a:lvl7pPr>
              <a:lvl8pPr marL="3429000" indent="-228600" eaLnBrk="0" fontAlgn="base" hangingPunct="0">
                <a:spcBef>
                  <a:spcPct val="20000"/>
                </a:spcBef>
                <a:spcAft>
                  <a:spcPct val="0"/>
                </a:spcAft>
                <a:buClr>
                  <a:schemeClr val="tx1"/>
                </a:buClr>
                <a:buSzPct val="85000"/>
                <a:buChar char="•"/>
                <a:defRPr sz="1600">
                  <a:solidFill>
                    <a:schemeClr val="tx1"/>
                  </a:solidFill>
                  <a:latin typeface="Helvetica" panose="020B0604020202020204" pitchFamily="34" charset="0"/>
                </a:defRPr>
              </a:lvl8pPr>
              <a:lvl9pPr marL="3886200" indent="-228600" eaLnBrk="0" fontAlgn="base" hangingPunct="0">
                <a:spcBef>
                  <a:spcPct val="20000"/>
                </a:spcBef>
                <a:spcAft>
                  <a:spcPct val="0"/>
                </a:spcAft>
                <a:buClr>
                  <a:schemeClr val="tx1"/>
                </a:buClr>
                <a:buSzPct val="85000"/>
                <a:buChar char="•"/>
                <a:defRPr sz="1600">
                  <a:solidFill>
                    <a:schemeClr val="tx1"/>
                  </a:solidFill>
                  <a:latin typeface="Helvetica" panose="020B0604020202020204" pitchFamily="34" charset="0"/>
                </a:defRPr>
              </a:lvl9pPr>
            </a:lstStyle>
            <a:p>
              <a:pPr>
                <a:spcBef>
                  <a:spcPct val="0"/>
                </a:spcBef>
                <a:buClrTx/>
                <a:buSzTx/>
                <a:buFontTx/>
                <a:buNone/>
              </a:pPr>
              <a:endParaRPr lang="en-US">
                <a:latin typeface="Arial" panose="020B0604020202020204" pitchFamily="34" charset="0"/>
              </a:endParaRPr>
            </a:p>
          </p:txBody>
        </p:sp>
        <p:sp>
          <p:nvSpPr>
            <p:cNvPr id="14" name="Text Box 24"/>
            <p:cNvSpPr txBox="1">
              <a:spLocks noChangeArrowheads="1"/>
            </p:cNvSpPr>
            <p:nvPr/>
          </p:nvSpPr>
          <p:spPr bwMode="auto">
            <a:xfrm>
              <a:off x="3476" y="3153"/>
              <a:ext cx="687" cy="2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a:spcBef>
                  <a:spcPct val="20000"/>
                </a:spcBef>
                <a:buClr>
                  <a:schemeClr val="folHlink"/>
                </a:buClr>
                <a:buSzPct val="75000"/>
                <a:buFont typeface="Wingdings" panose="05000000000000000000" pitchFamily="2" charset="2"/>
                <a:buChar char="n"/>
                <a:defRPr sz="2400">
                  <a:solidFill>
                    <a:schemeClr val="tx1"/>
                  </a:solidFill>
                  <a:latin typeface="Helvetica" panose="020B0604020202020204" pitchFamily="34" charset="0"/>
                </a:defRPr>
              </a:lvl1pPr>
              <a:lvl2pPr marL="742950" indent="-285750">
                <a:spcBef>
                  <a:spcPct val="20000"/>
                </a:spcBef>
                <a:buClr>
                  <a:schemeClr val="folHlink"/>
                </a:buClr>
                <a:buSzPct val="70000"/>
                <a:buFont typeface="Wingdings" panose="05000000000000000000" pitchFamily="2" charset="2"/>
                <a:buChar char="n"/>
                <a:defRPr sz="2000">
                  <a:solidFill>
                    <a:schemeClr val="tx1"/>
                  </a:solidFill>
                  <a:latin typeface="Helvetica" panose="020B0604020202020204" pitchFamily="34" charset="0"/>
                </a:defRPr>
              </a:lvl2pPr>
              <a:lvl3pPr marL="1143000" indent="-228600">
                <a:spcBef>
                  <a:spcPct val="20000"/>
                </a:spcBef>
                <a:buClr>
                  <a:schemeClr val="tx2"/>
                </a:buClr>
                <a:buChar char="•"/>
                <a:defRPr sz="2400">
                  <a:solidFill>
                    <a:schemeClr val="tx1"/>
                  </a:solidFill>
                  <a:latin typeface="Helvetica" panose="020B0604020202020204" pitchFamily="34" charset="0"/>
                </a:defRPr>
              </a:lvl3pPr>
              <a:lvl4pPr marL="1600200" indent="-228600">
                <a:spcBef>
                  <a:spcPct val="20000"/>
                </a:spcBef>
                <a:buClr>
                  <a:schemeClr val="hlink"/>
                </a:buClr>
                <a:buChar char="•"/>
                <a:defRPr sz="1600">
                  <a:solidFill>
                    <a:schemeClr val="tx1"/>
                  </a:solidFill>
                  <a:latin typeface="Helvetica" panose="020B0604020202020204" pitchFamily="34" charset="0"/>
                </a:defRPr>
              </a:lvl4pPr>
              <a:lvl5pPr marL="2057400" indent="-228600">
                <a:spcBef>
                  <a:spcPct val="20000"/>
                </a:spcBef>
                <a:buClr>
                  <a:schemeClr val="tx1"/>
                </a:buClr>
                <a:buSzPct val="85000"/>
                <a:buChar char="•"/>
                <a:defRPr sz="1600">
                  <a:solidFill>
                    <a:schemeClr val="tx1"/>
                  </a:solidFill>
                  <a:latin typeface="Helvetica" panose="020B0604020202020204" pitchFamily="34" charset="0"/>
                </a:defRPr>
              </a:lvl5pPr>
              <a:lvl6pPr marL="2514600" indent="-228600" eaLnBrk="0" fontAlgn="base" hangingPunct="0">
                <a:spcBef>
                  <a:spcPct val="20000"/>
                </a:spcBef>
                <a:spcAft>
                  <a:spcPct val="0"/>
                </a:spcAft>
                <a:buClr>
                  <a:schemeClr val="tx1"/>
                </a:buClr>
                <a:buSzPct val="85000"/>
                <a:buChar char="•"/>
                <a:defRPr sz="1600">
                  <a:solidFill>
                    <a:schemeClr val="tx1"/>
                  </a:solidFill>
                  <a:latin typeface="Helvetica" panose="020B0604020202020204" pitchFamily="34" charset="0"/>
                </a:defRPr>
              </a:lvl6pPr>
              <a:lvl7pPr marL="2971800" indent="-228600" eaLnBrk="0" fontAlgn="base" hangingPunct="0">
                <a:spcBef>
                  <a:spcPct val="20000"/>
                </a:spcBef>
                <a:spcAft>
                  <a:spcPct val="0"/>
                </a:spcAft>
                <a:buClr>
                  <a:schemeClr val="tx1"/>
                </a:buClr>
                <a:buSzPct val="85000"/>
                <a:buChar char="•"/>
                <a:defRPr sz="1600">
                  <a:solidFill>
                    <a:schemeClr val="tx1"/>
                  </a:solidFill>
                  <a:latin typeface="Helvetica" panose="020B0604020202020204" pitchFamily="34" charset="0"/>
                </a:defRPr>
              </a:lvl7pPr>
              <a:lvl8pPr marL="3429000" indent="-228600" eaLnBrk="0" fontAlgn="base" hangingPunct="0">
                <a:spcBef>
                  <a:spcPct val="20000"/>
                </a:spcBef>
                <a:spcAft>
                  <a:spcPct val="0"/>
                </a:spcAft>
                <a:buClr>
                  <a:schemeClr val="tx1"/>
                </a:buClr>
                <a:buSzPct val="85000"/>
                <a:buChar char="•"/>
                <a:defRPr sz="1600">
                  <a:solidFill>
                    <a:schemeClr val="tx1"/>
                  </a:solidFill>
                  <a:latin typeface="Helvetica" panose="020B0604020202020204" pitchFamily="34" charset="0"/>
                </a:defRPr>
              </a:lvl8pPr>
              <a:lvl9pPr marL="3886200" indent="-228600" eaLnBrk="0" fontAlgn="base" hangingPunct="0">
                <a:spcBef>
                  <a:spcPct val="20000"/>
                </a:spcBef>
                <a:spcAft>
                  <a:spcPct val="0"/>
                </a:spcAft>
                <a:buClr>
                  <a:schemeClr val="tx1"/>
                </a:buClr>
                <a:buSzPct val="85000"/>
                <a:buChar char="•"/>
                <a:defRPr sz="1600">
                  <a:solidFill>
                    <a:schemeClr val="tx1"/>
                  </a:solidFill>
                  <a:latin typeface="Helvetica" panose="020B0604020202020204" pitchFamily="34" charset="0"/>
                </a:defRPr>
              </a:lvl9pPr>
            </a:lstStyle>
            <a:p>
              <a:pPr algn="ctr">
                <a:lnSpc>
                  <a:spcPct val="90000"/>
                </a:lnSpc>
                <a:spcBef>
                  <a:spcPct val="0"/>
                </a:spcBef>
                <a:buClrTx/>
                <a:buSzTx/>
                <a:buFontTx/>
                <a:buNone/>
              </a:pPr>
              <a:r>
                <a:rPr lang="en-US" sz="1200">
                  <a:solidFill>
                    <a:schemeClr val="bg2"/>
                  </a:solidFill>
                </a:rPr>
                <a:t>Construction</a:t>
              </a:r>
            </a:p>
            <a:p>
              <a:pPr algn="ctr">
                <a:lnSpc>
                  <a:spcPct val="90000"/>
                </a:lnSpc>
                <a:spcBef>
                  <a:spcPct val="0"/>
                </a:spcBef>
                <a:buClrTx/>
                <a:buSzTx/>
                <a:buFontTx/>
                <a:buNone/>
              </a:pPr>
              <a:r>
                <a:rPr lang="en-US" sz="1200">
                  <a:solidFill>
                    <a:schemeClr val="bg2"/>
                  </a:solidFill>
                </a:rPr>
                <a:t>of prototype</a:t>
              </a:r>
            </a:p>
          </p:txBody>
        </p:sp>
        <p:sp>
          <p:nvSpPr>
            <p:cNvPr id="15" name="Rectangle 25"/>
            <p:cNvSpPr>
              <a:spLocks noChangeArrowheads="1"/>
            </p:cNvSpPr>
            <p:nvPr/>
          </p:nvSpPr>
          <p:spPr bwMode="auto">
            <a:xfrm>
              <a:off x="1819" y="2934"/>
              <a:ext cx="642" cy="403"/>
            </a:xfrm>
            <a:prstGeom prst="rect">
              <a:avLst/>
            </a:prstGeom>
            <a:solidFill>
              <a:schemeClr val="tx1"/>
            </a:solidFill>
            <a:ln w="12700">
              <a:solidFill>
                <a:schemeClr val="tx1"/>
              </a:solidFill>
              <a:miter lim="800000"/>
              <a:headEnd/>
              <a:tailEnd/>
            </a:ln>
          </p:spPr>
          <p:txBody>
            <a:bodyPr wrap="none" anchor="ctr"/>
            <a:lstStyle>
              <a:lvl1pPr>
                <a:spcBef>
                  <a:spcPct val="20000"/>
                </a:spcBef>
                <a:buClr>
                  <a:schemeClr val="folHlink"/>
                </a:buClr>
                <a:buSzPct val="75000"/>
                <a:buFont typeface="Wingdings" panose="05000000000000000000" pitchFamily="2" charset="2"/>
                <a:buChar char="n"/>
                <a:defRPr sz="2400">
                  <a:solidFill>
                    <a:schemeClr val="tx1"/>
                  </a:solidFill>
                  <a:latin typeface="Helvetica" panose="020B0604020202020204" pitchFamily="34" charset="0"/>
                </a:defRPr>
              </a:lvl1pPr>
              <a:lvl2pPr marL="742950" indent="-285750">
                <a:spcBef>
                  <a:spcPct val="20000"/>
                </a:spcBef>
                <a:buClr>
                  <a:schemeClr val="folHlink"/>
                </a:buClr>
                <a:buSzPct val="70000"/>
                <a:buFont typeface="Wingdings" panose="05000000000000000000" pitchFamily="2" charset="2"/>
                <a:buChar char="n"/>
                <a:defRPr sz="2000">
                  <a:solidFill>
                    <a:schemeClr val="tx1"/>
                  </a:solidFill>
                  <a:latin typeface="Helvetica" panose="020B0604020202020204" pitchFamily="34" charset="0"/>
                </a:defRPr>
              </a:lvl2pPr>
              <a:lvl3pPr marL="1143000" indent="-228600">
                <a:spcBef>
                  <a:spcPct val="20000"/>
                </a:spcBef>
                <a:buClr>
                  <a:schemeClr val="tx2"/>
                </a:buClr>
                <a:buChar char="•"/>
                <a:defRPr sz="2400">
                  <a:solidFill>
                    <a:schemeClr val="tx1"/>
                  </a:solidFill>
                  <a:latin typeface="Helvetica" panose="020B0604020202020204" pitchFamily="34" charset="0"/>
                </a:defRPr>
              </a:lvl3pPr>
              <a:lvl4pPr marL="1600200" indent="-228600">
                <a:spcBef>
                  <a:spcPct val="20000"/>
                </a:spcBef>
                <a:buClr>
                  <a:schemeClr val="hlink"/>
                </a:buClr>
                <a:buChar char="•"/>
                <a:defRPr sz="1600">
                  <a:solidFill>
                    <a:schemeClr val="tx1"/>
                  </a:solidFill>
                  <a:latin typeface="Helvetica" panose="020B0604020202020204" pitchFamily="34" charset="0"/>
                </a:defRPr>
              </a:lvl4pPr>
              <a:lvl5pPr marL="2057400" indent="-228600">
                <a:spcBef>
                  <a:spcPct val="20000"/>
                </a:spcBef>
                <a:buClr>
                  <a:schemeClr val="tx1"/>
                </a:buClr>
                <a:buSzPct val="85000"/>
                <a:buChar char="•"/>
                <a:defRPr sz="1600">
                  <a:solidFill>
                    <a:schemeClr val="tx1"/>
                  </a:solidFill>
                  <a:latin typeface="Helvetica" panose="020B0604020202020204" pitchFamily="34" charset="0"/>
                </a:defRPr>
              </a:lvl5pPr>
              <a:lvl6pPr marL="2514600" indent="-228600" eaLnBrk="0" fontAlgn="base" hangingPunct="0">
                <a:spcBef>
                  <a:spcPct val="20000"/>
                </a:spcBef>
                <a:spcAft>
                  <a:spcPct val="0"/>
                </a:spcAft>
                <a:buClr>
                  <a:schemeClr val="tx1"/>
                </a:buClr>
                <a:buSzPct val="85000"/>
                <a:buChar char="•"/>
                <a:defRPr sz="1600">
                  <a:solidFill>
                    <a:schemeClr val="tx1"/>
                  </a:solidFill>
                  <a:latin typeface="Helvetica" panose="020B0604020202020204" pitchFamily="34" charset="0"/>
                </a:defRPr>
              </a:lvl6pPr>
              <a:lvl7pPr marL="2971800" indent="-228600" eaLnBrk="0" fontAlgn="base" hangingPunct="0">
                <a:spcBef>
                  <a:spcPct val="20000"/>
                </a:spcBef>
                <a:spcAft>
                  <a:spcPct val="0"/>
                </a:spcAft>
                <a:buClr>
                  <a:schemeClr val="tx1"/>
                </a:buClr>
                <a:buSzPct val="85000"/>
                <a:buChar char="•"/>
                <a:defRPr sz="1600">
                  <a:solidFill>
                    <a:schemeClr val="tx1"/>
                  </a:solidFill>
                  <a:latin typeface="Helvetica" panose="020B0604020202020204" pitchFamily="34" charset="0"/>
                </a:defRPr>
              </a:lvl7pPr>
              <a:lvl8pPr marL="3429000" indent="-228600" eaLnBrk="0" fontAlgn="base" hangingPunct="0">
                <a:spcBef>
                  <a:spcPct val="20000"/>
                </a:spcBef>
                <a:spcAft>
                  <a:spcPct val="0"/>
                </a:spcAft>
                <a:buClr>
                  <a:schemeClr val="tx1"/>
                </a:buClr>
                <a:buSzPct val="85000"/>
                <a:buChar char="•"/>
                <a:defRPr sz="1600">
                  <a:solidFill>
                    <a:schemeClr val="tx1"/>
                  </a:solidFill>
                  <a:latin typeface="Helvetica" panose="020B0604020202020204" pitchFamily="34" charset="0"/>
                </a:defRPr>
              </a:lvl8pPr>
              <a:lvl9pPr marL="3886200" indent="-228600" eaLnBrk="0" fontAlgn="base" hangingPunct="0">
                <a:spcBef>
                  <a:spcPct val="20000"/>
                </a:spcBef>
                <a:spcAft>
                  <a:spcPct val="0"/>
                </a:spcAft>
                <a:buClr>
                  <a:schemeClr val="tx1"/>
                </a:buClr>
                <a:buSzPct val="85000"/>
                <a:buChar char="•"/>
                <a:defRPr sz="1600">
                  <a:solidFill>
                    <a:schemeClr val="tx1"/>
                  </a:solidFill>
                  <a:latin typeface="Helvetica" panose="020B0604020202020204" pitchFamily="34" charset="0"/>
                </a:defRPr>
              </a:lvl9pPr>
            </a:lstStyle>
            <a:p>
              <a:pPr>
                <a:spcBef>
                  <a:spcPct val="0"/>
                </a:spcBef>
                <a:buClrTx/>
                <a:buSzTx/>
                <a:buFontTx/>
                <a:buNone/>
              </a:pPr>
              <a:endParaRPr lang="en-US">
                <a:latin typeface="Arial" panose="020B0604020202020204" pitchFamily="34" charset="0"/>
              </a:endParaRPr>
            </a:p>
          </p:txBody>
        </p:sp>
        <p:sp>
          <p:nvSpPr>
            <p:cNvPr id="16" name="Text Box 26"/>
            <p:cNvSpPr txBox="1">
              <a:spLocks noChangeArrowheads="1"/>
            </p:cNvSpPr>
            <p:nvPr/>
          </p:nvSpPr>
          <p:spPr bwMode="auto">
            <a:xfrm>
              <a:off x="1812" y="2961"/>
              <a:ext cx="659" cy="4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a:spcBef>
                  <a:spcPct val="20000"/>
                </a:spcBef>
                <a:buClr>
                  <a:schemeClr val="folHlink"/>
                </a:buClr>
                <a:buSzPct val="75000"/>
                <a:buFont typeface="Wingdings" panose="05000000000000000000" pitchFamily="2" charset="2"/>
                <a:buChar char="n"/>
                <a:defRPr sz="2400">
                  <a:solidFill>
                    <a:schemeClr val="tx1"/>
                  </a:solidFill>
                  <a:latin typeface="Helvetica" panose="020B0604020202020204" pitchFamily="34" charset="0"/>
                </a:defRPr>
              </a:lvl1pPr>
              <a:lvl2pPr marL="742950" indent="-285750">
                <a:spcBef>
                  <a:spcPct val="20000"/>
                </a:spcBef>
                <a:buClr>
                  <a:schemeClr val="folHlink"/>
                </a:buClr>
                <a:buSzPct val="70000"/>
                <a:buFont typeface="Wingdings" panose="05000000000000000000" pitchFamily="2" charset="2"/>
                <a:buChar char="n"/>
                <a:defRPr sz="2000">
                  <a:solidFill>
                    <a:schemeClr val="tx1"/>
                  </a:solidFill>
                  <a:latin typeface="Helvetica" panose="020B0604020202020204" pitchFamily="34" charset="0"/>
                </a:defRPr>
              </a:lvl2pPr>
              <a:lvl3pPr marL="1143000" indent="-228600">
                <a:spcBef>
                  <a:spcPct val="20000"/>
                </a:spcBef>
                <a:buClr>
                  <a:schemeClr val="tx2"/>
                </a:buClr>
                <a:buChar char="•"/>
                <a:defRPr sz="2400">
                  <a:solidFill>
                    <a:schemeClr val="tx1"/>
                  </a:solidFill>
                  <a:latin typeface="Helvetica" panose="020B0604020202020204" pitchFamily="34" charset="0"/>
                </a:defRPr>
              </a:lvl3pPr>
              <a:lvl4pPr marL="1600200" indent="-228600">
                <a:spcBef>
                  <a:spcPct val="20000"/>
                </a:spcBef>
                <a:buClr>
                  <a:schemeClr val="hlink"/>
                </a:buClr>
                <a:buChar char="•"/>
                <a:defRPr sz="1600">
                  <a:solidFill>
                    <a:schemeClr val="tx1"/>
                  </a:solidFill>
                  <a:latin typeface="Helvetica" panose="020B0604020202020204" pitchFamily="34" charset="0"/>
                </a:defRPr>
              </a:lvl4pPr>
              <a:lvl5pPr marL="2057400" indent="-228600">
                <a:spcBef>
                  <a:spcPct val="20000"/>
                </a:spcBef>
                <a:buClr>
                  <a:schemeClr val="tx1"/>
                </a:buClr>
                <a:buSzPct val="85000"/>
                <a:buChar char="•"/>
                <a:defRPr sz="1600">
                  <a:solidFill>
                    <a:schemeClr val="tx1"/>
                  </a:solidFill>
                  <a:latin typeface="Helvetica" panose="020B0604020202020204" pitchFamily="34" charset="0"/>
                </a:defRPr>
              </a:lvl5pPr>
              <a:lvl6pPr marL="2514600" indent="-228600" eaLnBrk="0" fontAlgn="base" hangingPunct="0">
                <a:spcBef>
                  <a:spcPct val="20000"/>
                </a:spcBef>
                <a:spcAft>
                  <a:spcPct val="0"/>
                </a:spcAft>
                <a:buClr>
                  <a:schemeClr val="tx1"/>
                </a:buClr>
                <a:buSzPct val="85000"/>
                <a:buChar char="•"/>
                <a:defRPr sz="1600">
                  <a:solidFill>
                    <a:schemeClr val="tx1"/>
                  </a:solidFill>
                  <a:latin typeface="Helvetica" panose="020B0604020202020204" pitchFamily="34" charset="0"/>
                </a:defRPr>
              </a:lvl6pPr>
              <a:lvl7pPr marL="2971800" indent="-228600" eaLnBrk="0" fontAlgn="base" hangingPunct="0">
                <a:spcBef>
                  <a:spcPct val="20000"/>
                </a:spcBef>
                <a:spcAft>
                  <a:spcPct val="0"/>
                </a:spcAft>
                <a:buClr>
                  <a:schemeClr val="tx1"/>
                </a:buClr>
                <a:buSzPct val="85000"/>
                <a:buChar char="•"/>
                <a:defRPr sz="1600">
                  <a:solidFill>
                    <a:schemeClr val="tx1"/>
                  </a:solidFill>
                  <a:latin typeface="Helvetica" panose="020B0604020202020204" pitchFamily="34" charset="0"/>
                </a:defRPr>
              </a:lvl7pPr>
              <a:lvl8pPr marL="3429000" indent="-228600" eaLnBrk="0" fontAlgn="base" hangingPunct="0">
                <a:spcBef>
                  <a:spcPct val="20000"/>
                </a:spcBef>
                <a:spcAft>
                  <a:spcPct val="0"/>
                </a:spcAft>
                <a:buClr>
                  <a:schemeClr val="tx1"/>
                </a:buClr>
                <a:buSzPct val="85000"/>
                <a:buChar char="•"/>
                <a:defRPr sz="1600">
                  <a:solidFill>
                    <a:schemeClr val="tx1"/>
                  </a:solidFill>
                  <a:latin typeface="Helvetica" panose="020B0604020202020204" pitchFamily="34" charset="0"/>
                </a:defRPr>
              </a:lvl8pPr>
              <a:lvl9pPr marL="3886200" indent="-228600" eaLnBrk="0" fontAlgn="base" hangingPunct="0">
                <a:spcBef>
                  <a:spcPct val="20000"/>
                </a:spcBef>
                <a:spcAft>
                  <a:spcPct val="0"/>
                </a:spcAft>
                <a:buClr>
                  <a:schemeClr val="tx1"/>
                </a:buClr>
                <a:buSzPct val="85000"/>
                <a:buChar char="•"/>
                <a:defRPr sz="1600">
                  <a:solidFill>
                    <a:schemeClr val="tx1"/>
                  </a:solidFill>
                  <a:latin typeface="Helvetica" panose="020B0604020202020204" pitchFamily="34" charset="0"/>
                </a:defRPr>
              </a:lvl9pPr>
            </a:lstStyle>
            <a:p>
              <a:pPr algn="ctr">
                <a:lnSpc>
                  <a:spcPct val="90000"/>
                </a:lnSpc>
                <a:spcBef>
                  <a:spcPct val="0"/>
                </a:spcBef>
                <a:buClrTx/>
                <a:buSzTx/>
                <a:buFontTx/>
                <a:buNone/>
              </a:pPr>
              <a:r>
                <a:rPr lang="en-US" sz="1200">
                  <a:solidFill>
                    <a:schemeClr val="bg2"/>
                  </a:solidFill>
                </a:rPr>
                <a:t>Deployment</a:t>
              </a:r>
            </a:p>
            <a:p>
              <a:pPr algn="ctr">
                <a:lnSpc>
                  <a:spcPct val="90000"/>
                </a:lnSpc>
                <a:spcBef>
                  <a:spcPct val="0"/>
                </a:spcBef>
                <a:buClrTx/>
                <a:buSzTx/>
                <a:buFontTx/>
                <a:buNone/>
              </a:pPr>
              <a:r>
                <a:rPr lang="en-US" sz="1200">
                  <a:solidFill>
                    <a:schemeClr val="bg2"/>
                  </a:solidFill>
                </a:rPr>
                <a:t>delivery &amp;</a:t>
              </a:r>
            </a:p>
            <a:p>
              <a:pPr algn="ctr">
                <a:lnSpc>
                  <a:spcPct val="90000"/>
                </a:lnSpc>
                <a:spcBef>
                  <a:spcPct val="0"/>
                </a:spcBef>
                <a:buClrTx/>
                <a:buSzTx/>
                <a:buFontTx/>
                <a:buNone/>
              </a:pPr>
              <a:r>
                <a:rPr lang="en-US" sz="1200">
                  <a:solidFill>
                    <a:schemeClr val="bg2"/>
                  </a:solidFill>
                </a:rPr>
                <a:t>feedback</a:t>
              </a:r>
            </a:p>
          </p:txBody>
        </p:sp>
      </p:grpSp>
    </p:spTree>
    <p:extLst>
      <p:ext uri="{BB962C8B-B14F-4D97-AF65-F5344CB8AC3E}">
        <p14:creationId xmlns:p14="http://schemas.microsoft.com/office/powerpoint/2010/main" val="317923694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The Spiral</a:t>
            </a:r>
          </a:p>
        </p:txBody>
      </p:sp>
      <p:sp>
        <p:nvSpPr>
          <p:cNvPr id="3" name="Content Placeholder 2"/>
          <p:cNvSpPr>
            <a:spLocks noGrp="1"/>
          </p:cNvSpPr>
          <p:nvPr>
            <p:ph idx="1"/>
          </p:nvPr>
        </p:nvSpPr>
        <p:spPr/>
        <p:txBody>
          <a:bodyPr>
            <a:normAutofit fontScale="92500"/>
          </a:bodyPr>
          <a:lstStyle/>
          <a:p>
            <a:r>
              <a:rPr lang="en-US"/>
              <a:t>The </a:t>
            </a:r>
            <a:r>
              <a:rPr lang="en-US" i="1"/>
              <a:t>spiral model </a:t>
            </a:r>
            <a:r>
              <a:rPr lang="en-US"/>
              <a:t>is an evolutionary software process model that couples the iterative nature of prototyping with the controlled and systematic aspects of the waterfall model.</a:t>
            </a:r>
          </a:p>
          <a:p>
            <a:r>
              <a:rPr lang="en-US">
                <a:ea typeface="ＭＳ Ｐゴシック" panose="020B0600070205080204" pitchFamily="34" charset="-128"/>
              </a:rPr>
              <a:t>It is a risk-driven process model generator that is used to guide multi-stakeholder concurrent engineering of software intensive systems. </a:t>
            </a:r>
          </a:p>
          <a:p>
            <a:r>
              <a:rPr lang="en-US">
                <a:ea typeface="ＭＳ Ｐゴシック" panose="020B0600070205080204" pitchFamily="34" charset="-128"/>
              </a:rPr>
              <a:t>Two main distinguishing features: one is </a:t>
            </a:r>
            <a:r>
              <a:rPr lang="en-US">
                <a:solidFill>
                  <a:srgbClr val="C00000"/>
                </a:solidFill>
                <a:ea typeface="ＭＳ Ｐゴシック" panose="020B0600070205080204" pitchFamily="34" charset="-128"/>
              </a:rPr>
              <a:t>cyclic approach </a:t>
            </a:r>
            <a:r>
              <a:rPr lang="en-US">
                <a:ea typeface="ＭＳ Ｐゴシック" panose="020B0600070205080204" pitchFamily="34" charset="-128"/>
              </a:rPr>
              <a:t>for incrementally growing a system</a:t>
            </a:r>
            <a:r>
              <a:rPr lang="ja-JP" altLang="en-US">
                <a:ea typeface="ＭＳ Ｐゴシック" panose="020B0600070205080204" pitchFamily="34" charset="-128"/>
              </a:rPr>
              <a:t>’</a:t>
            </a:r>
            <a:r>
              <a:rPr lang="en-US" altLang="ja-JP">
                <a:ea typeface="ＭＳ Ｐゴシック" panose="020B0600070205080204" pitchFamily="34" charset="-128"/>
              </a:rPr>
              <a:t>s degree of definition and implementation while decreasing its degree of risk. The other is a set of </a:t>
            </a:r>
            <a:r>
              <a:rPr lang="en-US" altLang="ja-JP">
                <a:solidFill>
                  <a:srgbClr val="C00000"/>
                </a:solidFill>
                <a:ea typeface="ＭＳ Ｐゴシック" panose="020B0600070205080204" pitchFamily="34" charset="-128"/>
              </a:rPr>
              <a:t>anchor point milestones </a:t>
            </a:r>
            <a:r>
              <a:rPr lang="en-US" altLang="ja-JP">
                <a:ea typeface="ＭＳ Ｐゴシック" panose="020B0600070205080204" pitchFamily="34" charset="-128"/>
              </a:rPr>
              <a:t>for ensuring stakeholder commitment to feasible and mutually satisfactory system solutions. </a:t>
            </a:r>
          </a:p>
          <a:p>
            <a:r>
              <a:rPr lang="en-US">
                <a:ea typeface="ＭＳ Ｐゴシック" panose="020B0600070205080204" pitchFamily="34" charset="-128"/>
              </a:rPr>
              <a:t>A series of evolutionary releases are delivered. During the early iterations, the release might be a model or prototype. During later iterations, increasingly more complete version of the engineered system are produced. </a:t>
            </a:r>
          </a:p>
          <a:p>
            <a:pPr marL="0" indent="0">
              <a:buNone/>
            </a:pPr>
            <a:endParaRPr lang="en-US"/>
          </a:p>
          <a:p>
            <a:endParaRPr lang="en-US"/>
          </a:p>
        </p:txBody>
      </p:sp>
    </p:spTree>
    <p:extLst>
      <p:ext uri="{BB962C8B-B14F-4D97-AF65-F5344CB8AC3E}">
        <p14:creationId xmlns:p14="http://schemas.microsoft.com/office/powerpoint/2010/main" val="309770377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Spiral </a:t>
            </a:r>
          </a:p>
        </p:txBody>
      </p:sp>
      <p:sp>
        <p:nvSpPr>
          <p:cNvPr id="3" name="Content Placeholder 2"/>
          <p:cNvSpPr>
            <a:spLocks noGrp="1"/>
          </p:cNvSpPr>
          <p:nvPr>
            <p:ph idx="1"/>
          </p:nvPr>
        </p:nvSpPr>
        <p:spPr/>
        <p:txBody>
          <a:bodyPr/>
          <a:lstStyle/>
          <a:p>
            <a:pPr marL="285750" indent="-285750"/>
            <a:r>
              <a:rPr lang="en-US">
                <a:ea typeface="ＭＳ Ｐゴシック" panose="020B0600070205080204" pitchFamily="34" charset="-128"/>
              </a:rPr>
              <a:t>The first circuit in the clockwise direction might result in the product </a:t>
            </a:r>
            <a:r>
              <a:rPr lang="en-US">
                <a:solidFill>
                  <a:srgbClr val="C00000"/>
                </a:solidFill>
                <a:ea typeface="ＭＳ Ｐゴシック" panose="020B0600070205080204" pitchFamily="34" charset="-128"/>
              </a:rPr>
              <a:t>specification</a:t>
            </a:r>
            <a:r>
              <a:rPr lang="en-US">
                <a:ea typeface="ＭＳ Ｐゴシック" panose="020B0600070205080204" pitchFamily="34" charset="-128"/>
              </a:rPr>
              <a:t>; subsequent passes around the spiral might be used to develop a </a:t>
            </a:r>
            <a:r>
              <a:rPr lang="en-US">
                <a:solidFill>
                  <a:srgbClr val="C00000"/>
                </a:solidFill>
                <a:ea typeface="ＭＳ Ｐゴシック" panose="020B0600070205080204" pitchFamily="34" charset="-128"/>
              </a:rPr>
              <a:t>prototype</a:t>
            </a:r>
            <a:r>
              <a:rPr lang="en-US">
                <a:ea typeface="ＭＳ Ｐゴシック" panose="020B0600070205080204" pitchFamily="34" charset="-128"/>
              </a:rPr>
              <a:t> and then progressively more sophisticated versions of the </a:t>
            </a:r>
            <a:r>
              <a:rPr lang="en-US">
                <a:solidFill>
                  <a:srgbClr val="C00000"/>
                </a:solidFill>
                <a:ea typeface="ＭＳ Ｐゴシック" panose="020B0600070205080204" pitchFamily="34" charset="-128"/>
              </a:rPr>
              <a:t>software</a:t>
            </a:r>
            <a:r>
              <a:rPr lang="en-US">
                <a:ea typeface="ＭＳ Ｐゴシック" panose="020B0600070205080204" pitchFamily="34" charset="-128"/>
              </a:rPr>
              <a:t>. </a:t>
            </a:r>
          </a:p>
          <a:p>
            <a:pPr marL="285750" indent="-285750"/>
            <a:r>
              <a:rPr lang="en-US">
                <a:ea typeface="ＭＳ Ｐゴシック" panose="020B0600070205080204" pitchFamily="34" charset="-128"/>
              </a:rPr>
              <a:t>Each pass results in adjustments to the project plan. Cost and schedule are adjusted based on feedback. Also, the number of iterations will be adjusted by project manager. </a:t>
            </a:r>
          </a:p>
          <a:p>
            <a:pPr marL="285750" indent="-285750"/>
            <a:r>
              <a:rPr lang="en-US">
                <a:ea typeface="ＭＳ Ｐゴシック" panose="020B0600070205080204" pitchFamily="34" charset="-128"/>
              </a:rPr>
              <a:t>Good to develop large-scale system as software evolves as the process progresses and risk should be understood and properly reacted to. Prototyping is used to reduce risk. </a:t>
            </a:r>
          </a:p>
          <a:p>
            <a:pPr marL="285750" indent="-285750"/>
            <a:r>
              <a:rPr lang="en-US">
                <a:ea typeface="ＭＳ Ｐゴシック" panose="020B0600070205080204" pitchFamily="34" charset="-128"/>
              </a:rPr>
              <a:t>However, it may be difficult to convince customers that it is controllable as it demands considerable risk assessment expertise. </a:t>
            </a:r>
          </a:p>
          <a:p>
            <a:pPr marL="285750" indent="-285750"/>
            <a:endParaRPr lang="en-US">
              <a:ea typeface="ＭＳ Ｐゴシック" panose="020B0600070205080204" pitchFamily="34" charset="-128"/>
            </a:endParaRPr>
          </a:p>
        </p:txBody>
      </p:sp>
    </p:spTree>
    <p:extLst>
      <p:ext uri="{BB962C8B-B14F-4D97-AF65-F5344CB8AC3E}">
        <p14:creationId xmlns:p14="http://schemas.microsoft.com/office/powerpoint/2010/main" val="8944820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Spiral </a:t>
            </a:r>
          </a:p>
        </p:txBody>
      </p:sp>
      <p:pic>
        <p:nvPicPr>
          <p:cNvPr id="4" name="Content Placeholder 3"/>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4254021" y="2133600"/>
            <a:ext cx="5585784" cy="3778250"/>
          </a:xfrm>
          <a:prstGeom prst="rect">
            <a:avLst/>
          </a:prstGeom>
          <a:solidFill>
            <a:srgbClr val="96E3FE"/>
          </a:solidFill>
          <a:ln>
            <a:noFill/>
          </a:ln>
          <a:extLst>
            <a:ext uri="{91240B29-F687-4F45-9708-019B960494DF}">
              <a14:hiddenLine xmlns:a14="http://schemas.microsoft.com/office/drawing/2010/main" w="12700">
                <a:solidFill>
                  <a:srgbClr val="000000"/>
                </a:solidFill>
                <a:miter lim="800000"/>
                <a:headEnd/>
                <a:tailEnd/>
              </a14:hiddenLine>
            </a:ext>
          </a:extLst>
        </p:spPr>
      </p:pic>
    </p:spTree>
    <p:extLst>
      <p:ext uri="{BB962C8B-B14F-4D97-AF65-F5344CB8AC3E}">
        <p14:creationId xmlns:p14="http://schemas.microsoft.com/office/powerpoint/2010/main" val="216129509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Adapting the process model</a:t>
            </a:r>
          </a:p>
        </p:txBody>
      </p:sp>
      <p:sp>
        <p:nvSpPr>
          <p:cNvPr id="3" name="Content Placeholder 2"/>
          <p:cNvSpPr>
            <a:spLocks noGrp="1"/>
          </p:cNvSpPr>
          <p:nvPr>
            <p:ph idx="1"/>
          </p:nvPr>
        </p:nvSpPr>
        <p:spPr/>
        <p:txBody>
          <a:bodyPr/>
          <a:lstStyle/>
          <a:p>
            <a:r>
              <a:rPr lang="en-US" dirty="0"/>
              <a:t>It is a process of designing, developing, deploying and even maintaining a software for a specific set of users.</a:t>
            </a:r>
          </a:p>
          <a:p>
            <a:r>
              <a:rPr lang="en-US" dirty="0"/>
              <a:t>It includes three main factors: People, Product and Process .</a:t>
            </a:r>
          </a:p>
          <a:p>
            <a:r>
              <a:rPr lang="en-US" dirty="0"/>
              <a:t>The objective of many software developers is to deliver software products that meet and or exceed customer expectations.</a:t>
            </a:r>
          </a:p>
          <a:p>
            <a:r>
              <a:rPr lang="en-US" dirty="0"/>
              <a:t>The key to achieving this is to capture these expectations at the beginning of the project by clearly defining all quality requirements.</a:t>
            </a:r>
          </a:p>
          <a:p>
            <a:r>
              <a:rPr lang="en-US" dirty="0"/>
              <a:t>The generic model is intended to be applicable to any type of software product or intermediate product.</a:t>
            </a:r>
          </a:p>
          <a:p>
            <a:r>
              <a:rPr lang="en-US" dirty="0"/>
              <a:t>However before the model is applied, care must be taken</a:t>
            </a:r>
          </a:p>
        </p:txBody>
      </p:sp>
    </p:spTree>
    <p:extLst>
      <p:ext uri="{BB962C8B-B14F-4D97-AF65-F5344CB8AC3E}">
        <p14:creationId xmlns:p14="http://schemas.microsoft.com/office/powerpoint/2010/main" val="258311906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Adapting the process model</a:t>
            </a:r>
          </a:p>
        </p:txBody>
      </p:sp>
      <p:sp>
        <p:nvSpPr>
          <p:cNvPr id="3" name="Content Placeholder 2"/>
          <p:cNvSpPr>
            <a:spLocks noGrp="1"/>
          </p:cNvSpPr>
          <p:nvPr>
            <p:ph idx="1"/>
          </p:nvPr>
        </p:nvSpPr>
        <p:spPr/>
        <p:txBody>
          <a:bodyPr/>
          <a:lstStyle/>
          <a:p>
            <a:r>
              <a:rPr lang="en-US" dirty="0"/>
              <a:t> Before application this model needs to be tailored to a specific software and specific need.</a:t>
            </a:r>
          </a:p>
          <a:p>
            <a:r>
              <a:rPr lang="en-US" dirty="0"/>
              <a:t>Things to consider:</a:t>
            </a:r>
          </a:p>
          <a:p>
            <a:r>
              <a:rPr lang="en-US" dirty="0"/>
              <a:t>Understand the people: users, sponsors and fellow programmers, their behavior and fit them in your plan.</a:t>
            </a:r>
          </a:p>
          <a:p>
            <a:r>
              <a:rPr lang="en-US" dirty="0"/>
              <a:t>Understand the product to be developed.</a:t>
            </a:r>
          </a:p>
          <a:p>
            <a:r>
              <a:rPr lang="en-US" dirty="0"/>
              <a:t>Break complex tasks into fine and unambiguous actions that will lead to deliverables.</a:t>
            </a:r>
          </a:p>
          <a:p>
            <a:r>
              <a:rPr lang="en-US" dirty="0"/>
              <a:t>Set timelines of each associated tasks</a:t>
            </a:r>
          </a:p>
          <a:p>
            <a:r>
              <a:rPr lang="en-US" dirty="0"/>
              <a:t>Check whether the project is a short term, medium term or long term</a:t>
            </a:r>
          </a:p>
          <a:p>
            <a:endParaRPr lang="en-US" dirty="0"/>
          </a:p>
        </p:txBody>
      </p:sp>
    </p:spTree>
    <p:extLst>
      <p:ext uri="{BB962C8B-B14F-4D97-AF65-F5344CB8AC3E}">
        <p14:creationId xmlns:p14="http://schemas.microsoft.com/office/powerpoint/2010/main" val="167883920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 Adapting the process model</a:t>
            </a:r>
          </a:p>
        </p:txBody>
      </p:sp>
      <p:sp>
        <p:nvSpPr>
          <p:cNvPr id="3" name="Content Placeholder 2"/>
          <p:cNvSpPr>
            <a:spLocks noGrp="1"/>
          </p:cNvSpPr>
          <p:nvPr>
            <p:ph idx="1"/>
          </p:nvPr>
        </p:nvSpPr>
        <p:spPr/>
        <p:txBody>
          <a:bodyPr/>
          <a:lstStyle/>
          <a:p>
            <a:r>
              <a:rPr lang="en-US" dirty="0"/>
              <a:t>Set organization goals</a:t>
            </a:r>
          </a:p>
          <a:p>
            <a:r>
              <a:rPr lang="en-US" dirty="0"/>
              <a:t>Fit the tasks broken into different process models</a:t>
            </a:r>
          </a:p>
          <a:p>
            <a:r>
              <a:rPr lang="en-US" dirty="0"/>
              <a:t>Validate each model against time required to deliver the product, complexity of the product, how heavy or light the model is, customer involvement.</a:t>
            </a:r>
          </a:p>
          <a:p>
            <a:r>
              <a:rPr lang="en-US" dirty="0"/>
              <a:t>Select the model that best suit the work at hand.</a:t>
            </a:r>
          </a:p>
        </p:txBody>
      </p:sp>
    </p:spTree>
    <p:extLst>
      <p:ext uri="{BB962C8B-B14F-4D97-AF65-F5344CB8AC3E}">
        <p14:creationId xmlns:p14="http://schemas.microsoft.com/office/powerpoint/2010/main" val="65934841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Assessing / validating process models</a:t>
            </a:r>
          </a:p>
        </p:txBody>
      </p:sp>
      <p:sp>
        <p:nvSpPr>
          <p:cNvPr id="3" name="Content Placeholder 2"/>
          <p:cNvSpPr>
            <a:spLocks noGrp="1"/>
          </p:cNvSpPr>
          <p:nvPr>
            <p:ph idx="1"/>
          </p:nvPr>
        </p:nvSpPr>
        <p:spPr/>
        <p:txBody>
          <a:bodyPr/>
          <a:lstStyle/>
          <a:p>
            <a:r>
              <a:rPr lang="en-US" dirty="0">
                <a:ea typeface="ＭＳ Ｐゴシック" panose="020B0600070205080204" pitchFamily="34" charset="-128"/>
              </a:rPr>
              <a:t>SP cannot guarantee that software will be delivered on time, meet the needs, or has the desired technical characteristics. </a:t>
            </a:r>
          </a:p>
          <a:p>
            <a:r>
              <a:rPr lang="en-US" dirty="0">
                <a:ea typeface="ＭＳ Ｐゴシック" panose="020B0600070205080204" pitchFamily="34" charset="-128"/>
              </a:rPr>
              <a:t>However, the process can be assessed to ensure that it meets a set of basic process criteria that have been shown to be essential for a successful software engineering. </a:t>
            </a:r>
          </a:p>
          <a:p>
            <a:r>
              <a:rPr lang="en-US" dirty="0">
                <a:ea typeface="ＭＳ Ｐゴシック" panose="020B0600070205080204" pitchFamily="34" charset="-128"/>
              </a:rPr>
              <a:t>The current thinking among most engineers is that software processes and activities should be assessed using numeric measures or software analytics (metrics).</a:t>
            </a:r>
          </a:p>
          <a:p>
            <a:r>
              <a:rPr lang="en-US">
                <a:ea typeface="ＭＳ Ｐゴシック" panose="020B0600070205080204" pitchFamily="34" charset="-128"/>
              </a:rPr>
              <a:t>The </a:t>
            </a:r>
            <a:r>
              <a:rPr lang="en-US" dirty="0">
                <a:ea typeface="ＭＳ Ｐゴシック" panose="020B0600070205080204" pitchFamily="34" charset="-128"/>
              </a:rPr>
              <a:t>metrics may include time bound, user centric and </a:t>
            </a:r>
            <a:r>
              <a:rPr lang="en-US">
                <a:ea typeface="ＭＳ Ｐゴシック" panose="020B0600070205080204" pitchFamily="34" charset="-128"/>
              </a:rPr>
              <a:t>recourse utilization.</a:t>
            </a:r>
            <a:endParaRPr lang="en-US" dirty="0">
              <a:ea typeface="ＭＳ Ｐゴシック" panose="020B0600070205080204" pitchFamily="34" charset="-128"/>
            </a:endParaRPr>
          </a:p>
        </p:txBody>
      </p:sp>
    </p:spTree>
    <p:extLst>
      <p:ext uri="{BB962C8B-B14F-4D97-AF65-F5344CB8AC3E}">
        <p14:creationId xmlns:p14="http://schemas.microsoft.com/office/powerpoint/2010/main" val="51801004"/>
      </p:ext>
    </p:extLst>
  </p:cSld>
  <p:clrMapOvr>
    <a:masterClrMapping/>
  </p:clrMapOvr>
</p:sld>
</file>

<file path=ppt/theme/theme1.xml><?xml version="1.0" encoding="utf-8"?>
<a:theme xmlns:a="http://schemas.openxmlformats.org/drawingml/2006/main" name="Wisp">
  <a:themeElements>
    <a:clrScheme name="Wisp">
      <a:dk1>
        <a:sysClr val="windowText" lastClr="000000"/>
      </a:dk1>
      <a:lt1>
        <a:sysClr val="window" lastClr="FFFFFF"/>
      </a:lt1>
      <a:dk2>
        <a:srgbClr val="766F54"/>
      </a:dk2>
      <a:lt2>
        <a:srgbClr val="E3EACF"/>
      </a:lt2>
      <a:accent1>
        <a:srgbClr val="A53010"/>
      </a:accent1>
      <a:accent2>
        <a:srgbClr val="DE7E18"/>
      </a:accent2>
      <a:accent3>
        <a:srgbClr val="9F8351"/>
      </a:accent3>
      <a:accent4>
        <a:srgbClr val="728653"/>
      </a:accent4>
      <a:accent5>
        <a:srgbClr val="92AA4C"/>
      </a:accent5>
      <a:accent6>
        <a:srgbClr val="6AAC91"/>
      </a:accent6>
      <a:hlink>
        <a:srgbClr val="FB4A18"/>
      </a:hlink>
      <a:folHlink>
        <a:srgbClr val="FB9318"/>
      </a:folHlink>
    </a:clrScheme>
    <a:fontScheme name="Wisp">
      <a:maj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Wisp">
      <a:fillStyleLst>
        <a:solidFill>
          <a:schemeClr val="phClr"/>
        </a:solidFill>
        <a:solidFill>
          <a:schemeClr val="phClr">
            <a:tint val="70000"/>
            <a:lumMod val="104000"/>
          </a:schemeClr>
        </a:solidFill>
        <a:gradFill rotWithShape="1">
          <a:gsLst>
            <a:gs pos="0">
              <a:schemeClr val="phClr">
                <a:tint val="96000"/>
                <a:lumMod val="104000"/>
              </a:schemeClr>
            </a:gs>
            <a:gs pos="100000">
              <a:schemeClr val="phClr">
                <a:shade val="98000"/>
                <a:lumMod val="94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outerShdw blurRad="38100" dist="25400" dir="5400000" rotWithShape="0">
              <a:srgbClr val="000000">
                <a:alpha val="25000"/>
              </a:srgbClr>
            </a:outerShdw>
          </a:effectLst>
        </a:effectStyle>
        <a:effectStyle>
          <a:effectLst>
            <a:outerShdw blurRad="50800" dist="38100" dir="5400000" rotWithShape="0">
              <a:srgbClr val="000000">
                <a:alpha val="60000"/>
              </a:srgbClr>
            </a:outerShdw>
          </a:effectLst>
        </a:effectStyle>
      </a:effectStyleLst>
      <a:bgFillStyleLst>
        <a:solidFill>
          <a:schemeClr val="phClr"/>
        </a:solidFill>
        <a:gradFill rotWithShape="1">
          <a:gsLst>
            <a:gs pos="0">
              <a:schemeClr val="phClr">
                <a:tint val="90000"/>
                <a:lumMod val="120000"/>
              </a:schemeClr>
            </a:gs>
            <a:gs pos="100000">
              <a:schemeClr val="phClr">
                <a:shade val="98000"/>
                <a:satMod val="120000"/>
                <a:lumMod val="98000"/>
              </a:schemeClr>
            </a:gs>
          </a:gsLst>
          <a:lin ang="5400000" scaled="0"/>
        </a:gradFill>
        <a:gradFill rotWithShape="1">
          <a:gsLst>
            <a:gs pos="0">
              <a:schemeClr val="phClr">
                <a:tint val="90000"/>
                <a:satMod val="92000"/>
                <a:lumMod val="120000"/>
              </a:schemeClr>
            </a:gs>
            <a:gs pos="100000">
              <a:schemeClr val="phClr">
                <a:shade val="98000"/>
                <a:satMod val="120000"/>
                <a:lumMod val="98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Wisp" id="{7CB32D59-10C0-40DD-B7BD-2E94284A981C}" vid="{24B1A44C-C006-48B2-A4D7-E5549B3D8CD4}"/>
    </a:ext>
  </a:extLst>
</a:theme>
</file>

<file path=docProps/app.xml><?xml version="1.0" encoding="utf-8"?>
<Properties xmlns="http://schemas.openxmlformats.org/officeDocument/2006/extended-properties" xmlns:vt="http://schemas.openxmlformats.org/officeDocument/2006/docPropsVTypes">
  <Template>Wisp</Template>
  <TotalTime>2403</TotalTime>
  <Words>2331</Words>
  <Application>Microsoft Office PowerPoint</Application>
  <PresentationFormat>Widescreen</PresentationFormat>
  <Paragraphs>165</Paragraphs>
  <Slides>32</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32</vt:i4>
      </vt:variant>
    </vt:vector>
  </HeadingPairs>
  <TitlesOfParts>
    <vt:vector size="38" baseType="lpstr">
      <vt:lpstr>ＭＳ Ｐゴシック</vt:lpstr>
      <vt:lpstr>Arial</vt:lpstr>
      <vt:lpstr>Century Gothic</vt:lpstr>
      <vt:lpstr>Palatino</vt:lpstr>
      <vt:lpstr>Wingdings 3</vt:lpstr>
      <vt:lpstr>Wisp</vt:lpstr>
      <vt:lpstr>Process Models</vt:lpstr>
      <vt:lpstr>Lesson outline</vt:lpstr>
      <vt:lpstr>Addressing What / who / why is Process Models?</vt:lpstr>
      <vt:lpstr>Definition of Software Process</vt:lpstr>
      <vt:lpstr>Software process</vt:lpstr>
      <vt:lpstr>Process Flow</vt:lpstr>
      <vt:lpstr>Process flow: Pictorial view</vt:lpstr>
      <vt:lpstr>Types of process models</vt:lpstr>
      <vt:lpstr>Types of process models</vt:lpstr>
      <vt:lpstr>Prescriptive Models</vt:lpstr>
      <vt:lpstr>The Waterfall Model</vt:lpstr>
      <vt:lpstr>The Waterfall Model</vt:lpstr>
      <vt:lpstr>characteristics</vt:lpstr>
      <vt:lpstr>Stages/ phases of waterfall model</vt:lpstr>
      <vt:lpstr>Stages/ phases of waterfall model</vt:lpstr>
      <vt:lpstr>Incremental model</vt:lpstr>
      <vt:lpstr>Incremental model</vt:lpstr>
      <vt:lpstr>Incremental </vt:lpstr>
      <vt:lpstr>Example </vt:lpstr>
      <vt:lpstr>Reading assignment </vt:lpstr>
      <vt:lpstr>Evolutionary process models (sub category under prescriptive </vt:lpstr>
      <vt:lpstr>Evolutionary process</vt:lpstr>
      <vt:lpstr>Prototyping</vt:lpstr>
      <vt:lpstr>Prototyping</vt:lpstr>
      <vt:lpstr>prototyping</vt:lpstr>
      <vt:lpstr>The Spiral</vt:lpstr>
      <vt:lpstr>Spiral </vt:lpstr>
      <vt:lpstr>Spiral </vt:lpstr>
      <vt:lpstr>Adapting the process model</vt:lpstr>
      <vt:lpstr>Adapting the process model</vt:lpstr>
      <vt:lpstr> Adapting the process model</vt:lpstr>
      <vt:lpstr>Assessing / validating process models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Process Models</dc:title>
  <dc:creator>Windows 用户</dc:creator>
  <cp:lastModifiedBy>lasmon kapota</cp:lastModifiedBy>
  <cp:revision>34</cp:revision>
  <dcterms:created xsi:type="dcterms:W3CDTF">2022-05-30T07:46:17Z</dcterms:created>
  <dcterms:modified xsi:type="dcterms:W3CDTF">2024-12-17T07:09:50Z</dcterms:modified>
</cp:coreProperties>
</file>